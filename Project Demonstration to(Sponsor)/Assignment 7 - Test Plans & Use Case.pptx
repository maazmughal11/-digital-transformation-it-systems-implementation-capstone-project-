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9" r:id="rId4"/>
    <p:sldMasterId id="2147483656" r:id="rId5"/>
    <p:sldMasterId id="2147483829" r:id="rId6"/>
    <p:sldMasterId id="2147483709" r:id="rId7"/>
  </p:sldMasterIdLst>
  <p:notesMasterIdLst>
    <p:notesMasterId r:id="rId34"/>
  </p:notesMasterIdLst>
  <p:handoutMasterIdLst>
    <p:handoutMasterId r:id="rId35"/>
  </p:handoutMasterIdLst>
  <p:sldIdLst>
    <p:sldId id="318" r:id="rId8"/>
    <p:sldId id="315" r:id="rId9"/>
    <p:sldId id="316" r:id="rId10"/>
    <p:sldId id="317" r:id="rId11"/>
    <p:sldId id="319" r:id="rId12"/>
    <p:sldId id="320" r:id="rId13"/>
    <p:sldId id="321" r:id="rId14"/>
    <p:sldId id="324" r:id="rId15"/>
    <p:sldId id="323" r:id="rId16"/>
    <p:sldId id="325" r:id="rId17"/>
    <p:sldId id="343" r:id="rId18"/>
    <p:sldId id="327" r:id="rId19"/>
    <p:sldId id="326" r:id="rId20"/>
    <p:sldId id="328" r:id="rId21"/>
    <p:sldId id="330" r:id="rId22"/>
    <p:sldId id="333" r:id="rId23"/>
    <p:sldId id="334" r:id="rId24"/>
    <p:sldId id="342" r:id="rId25"/>
    <p:sldId id="336" r:id="rId26"/>
    <p:sldId id="337" r:id="rId27"/>
    <p:sldId id="341" r:id="rId28"/>
    <p:sldId id="338" r:id="rId29"/>
    <p:sldId id="339" r:id="rId30"/>
    <p:sldId id="345" r:id="rId31"/>
    <p:sldId id="344" r:id="rId32"/>
    <p:sldId id="340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8FFA9B1-85DA-46F1-8BE1-D4C1F03580B9}">
          <p14:sldIdLst>
            <p14:sldId id="318"/>
            <p14:sldId id="315"/>
            <p14:sldId id="316"/>
            <p14:sldId id="317"/>
            <p14:sldId id="319"/>
            <p14:sldId id="320"/>
            <p14:sldId id="321"/>
            <p14:sldId id="324"/>
            <p14:sldId id="323"/>
            <p14:sldId id="325"/>
            <p14:sldId id="343"/>
            <p14:sldId id="327"/>
            <p14:sldId id="326"/>
            <p14:sldId id="328"/>
            <p14:sldId id="330"/>
            <p14:sldId id="333"/>
            <p14:sldId id="334"/>
            <p14:sldId id="342"/>
            <p14:sldId id="336"/>
            <p14:sldId id="337"/>
            <p14:sldId id="341"/>
            <p14:sldId id="338"/>
            <p14:sldId id="339"/>
            <p14:sldId id="345"/>
            <p14:sldId id="344"/>
            <p14:sldId id="34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4978DF-7961-4FA0-9452-5FD16A35201B}" v="66" dt="2026-03-16T04:48:40.165"/>
    <p1510:client id="{7C2DC9E1-EAAD-0720-6F52-3D497ECAC0DD}" v="15" dt="2026-03-16T04:50:21.594"/>
    <p1510:client id="{B64F0426-7863-EF10-B990-4934411895A1}" v="136" dt="2026-03-17T20:48:29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9" Type="http://schemas.openxmlformats.org/officeDocument/2006/relationships/tableStyles" Target="tableStyles.xml"/><Relationship Id="rId21" Type="http://schemas.openxmlformats.org/officeDocument/2006/relationships/slide" Target="slides/slide14.xml"/><Relationship Id="rId34" Type="http://schemas.openxmlformats.org/officeDocument/2006/relationships/notesMaster" Target="notesMasters/notesMaster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presProps" Target="pres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slide" Target="slides/slide2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1.xml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pak Pathak" userId="S::dpathak2@gmu.edu::9e5e4304-2b05-4cd4-bfab-fd6cb6db6662" providerId="AD" clId="Web-{CB69739B-07AB-EB9E-121D-AB8B18EA3E99}"/>
    <pc:docChg chg="mod addSld delSld modSld sldOrd addMainMaster delMainMaster modMainMaster modSection">
      <pc:chgData name="Dipak Pathak" userId="S::dpathak2@gmu.edu::9e5e4304-2b05-4cd4-bfab-fd6cb6db6662" providerId="AD" clId="Web-{CB69739B-07AB-EB9E-121D-AB8B18EA3E99}" dt="2026-02-24T19:06:29.120" v="1277" actId="20577"/>
      <pc:docMkLst>
        <pc:docMk/>
      </pc:docMkLst>
      <pc:sldChg chg="modSp add del">
        <pc:chgData name="Dipak Pathak" userId="S::dpathak2@gmu.edu::9e5e4304-2b05-4cd4-bfab-fd6cb6db6662" providerId="AD" clId="Web-{CB69739B-07AB-EB9E-121D-AB8B18EA3E99}" dt="2026-02-24T18:09:19.696" v="1171" actId="1076"/>
        <pc:sldMkLst>
          <pc:docMk/>
          <pc:sldMk cId="0" sldId="266"/>
        </pc:sldMkLst>
        <pc:spChg chg="mod">
          <ac:chgData name="Dipak Pathak" userId="S::dpathak2@gmu.edu::9e5e4304-2b05-4cd4-bfab-fd6cb6db6662" providerId="AD" clId="Web-{CB69739B-07AB-EB9E-121D-AB8B18EA3E99}" dt="2026-02-24T18:09:19.696" v="1171" actId="1076"/>
          <ac:spMkLst>
            <pc:docMk/>
            <pc:sldMk cId="0" sldId="266"/>
            <ac:spMk id="498" creationId="{00000000-0000-0000-0000-000000000000}"/>
          </ac:spMkLst>
        </pc:spChg>
      </pc:sldChg>
      <pc:sldChg chg="delSp modSp mod modClrScheme chgLayout">
        <pc:chgData name="Dipak Pathak" userId="S::dpathak2@gmu.edu::9e5e4304-2b05-4cd4-bfab-fd6cb6db6662" providerId="AD" clId="Web-{CB69739B-07AB-EB9E-121D-AB8B18EA3E99}" dt="2026-02-24T15:29:19.157" v="455"/>
        <pc:sldMkLst>
          <pc:docMk/>
          <pc:sldMk cId="3688268459" sldId="315"/>
        </pc:sldMkLst>
        <pc:picChg chg="mod ord">
          <ac:chgData name="Dipak Pathak" userId="S::dpathak2@gmu.edu::9e5e4304-2b05-4cd4-bfab-fd6cb6db6662" providerId="AD" clId="Web-{CB69739B-07AB-EB9E-121D-AB8B18EA3E99}" dt="2026-02-24T15:29:19.157" v="455"/>
          <ac:picMkLst>
            <pc:docMk/>
            <pc:sldMk cId="3688268459" sldId="315"/>
            <ac:picMk id="5" creationId="{212608C9-52D2-6E5F-92AD-5945D60FE78A}"/>
          </ac:picMkLst>
        </pc:picChg>
      </pc:sldChg>
      <pc:sldChg chg="addSp delSp modSp new mod modClrScheme modShow chgLayout">
        <pc:chgData name="Dipak Pathak" userId="S::dpathak2@gmu.edu::9e5e4304-2b05-4cd4-bfab-fd6cb6db6662" providerId="AD" clId="Web-{CB69739B-07AB-EB9E-121D-AB8B18EA3E99}" dt="2026-02-24T15:29:19.157" v="455"/>
        <pc:sldMkLst>
          <pc:docMk/>
          <pc:sldMk cId="1042206613" sldId="316"/>
        </pc:sldMkLst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1042206613" sldId="316"/>
            <ac:spMk id="2" creationId="{153A6F5A-69AB-F720-1975-6775D13F1235}"/>
          </ac:spMkLst>
        </pc:spChg>
        <pc:spChg chg="add 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1042206613" sldId="316"/>
            <ac:spMk id="9" creationId="{1FF0740E-F509-F5C1-3FAD-3752806256DD}"/>
          </ac:spMkLst>
        </pc:spChg>
        <pc:graphicFrameChg chg="add mod ord modGraphic">
          <ac:chgData name="Dipak Pathak" userId="S::dpathak2@gmu.edu::9e5e4304-2b05-4cd4-bfab-fd6cb6db6662" providerId="AD" clId="Web-{CB69739B-07AB-EB9E-121D-AB8B18EA3E99}" dt="2026-02-24T15:29:19.157" v="455"/>
          <ac:graphicFrameMkLst>
            <pc:docMk/>
            <pc:sldMk cId="1042206613" sldId="316"/>
            <ac:graphicFrameMk id="5" creationId="{BA410604-AB92-6D42-F114-25D30D71CBF0}"/>
          </ac:graphicFrameMkLst>
        </pc:graphicFrameChg>
      </pc:sldChg>
      <pc:sldChg chg="addSp delSp modSp new mod modClrScheme chgLayout">
        <pc:chgData name="Dipak Pathak" userId="S::dpathak2@gmu.edu::9e5e4304-2b05-4cd4-bfab-fd6cb6db6662" providerId="AD" clId="Web-{CB69739B-07AB-EB9E-121D-AB8B18EA3E99}" dt="2026-02-24T15:29:19.157" v="455"/>
        <pc:sldMkLst>
          <pc:docMk/>
          <pc:sldMk cId="842788691" sldId="317"/>
        </pc:sldMkLst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842788691" sldId="317"/>
            <ac:spMk id="2" creationId="{4498FC7A-477B-01A8-DE34-22CA17436D85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842788691" sldId="317"/>
            <ac:spMk id="4" creationId="{61D0DE32-529C-1C02-1A67-3EB9D53E209E}"/>
          </ac:spMkLst>
        </pc:spChg>
        <pc:graphicFrameChg chg="add mod ord modGraphic">
          <ac:chgData name="Dipak Pathak" userId="S::dpathak2@gmu.edu::9e5e4304-2b05-4cd4-bfab-fd6cb6db6662" providerId="AD" clId="Web-{CB69739B-07AB-EB9E-121D-AB8B18EA3E99}" dt="2026-02-24T15:29:19.157" v="455"/>
          <ac:graphicFrameMkLst>
            <pc:docMk/>
            <pc:sldMk cId="842788691" sldId="317"/>
            <ac:graphicFrameMk id="7" creationId="{C6B4CA21-AB8E-7ACB-21F0-016014C0727F}"/>
          </ac:graphicFrameMkLst>
        </pc:graphicFrameChg>
      </pc:sldChg>
      <pc:sldChg chg="add mod modClrScheme chgLayout">
        <pc:chgData name="Dipak Pathak" userId="S::dpathak2@gmu.edu::9e5e4304-2b05-4cd4-bfab-fd6cb6db6662" providerId="AD" clId="Web-{CB69739B-07AB-EB9E-121D-AB8B18EA3E99}" dt="2026-02-24T15:29:19.157" v="455"/>
        <pc:sldMkLst>
          <pc:docMk/>
          <pc:sldMk cId="2858848538" sldId="318"/>
        </pc:sldMkLst>
      </pc:sldChg>
      <pc:sldChg chg="addSp delSp modSp new mod modClrScheme chgLayout">
        <pc:chgData name="Dipak Pathak" userId="S::dpathak2@gmu.edu::9e5e4304-2b05-4cd4-bfab-fd6cb6db6662" providerId="AD" clId="Web-{CB69739B-07AB-EB9E-121D-AB8B18EA3E99}" dt="2026-02-24T17:59:12.354" v="1137" actId="20577"/>
        <pc:sldMkLst>
          <pc:docMk/>
          <pc:sldMk cId="1320726633" sldId="319"/>
        </pc:sldMkLst>
        <pc:spChg chg="mod ord">
          <ac:chgData name="Dipak Pathak" userId="S::dpathak2@gmu.edu::9e5e4304-2b05-4cd4-bfab-fd6cb6db6662" providerId="AD" clId="Web-{CB69739B-07AB-EB9E-121D-AB8B18EA3E99}" dt="2026-02-24T17:59:12.354" v="1137" actId="20577"/>
          <ac:spMkLst>
            <pc:docMk/>
            <pc:sldMk cId="1320726633" sldId="319"/>
            <ac:spMk id="2" creationId="{92AD434A-AB2C-F86F-A4C3-572CB9A2824F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1320726633" sldId="319"/>
            <ac:spMk id="4" creationId="{ED613A8A-DE41-C5BA-662F-85FC6A7F902B}"/>
          </ac:spMkLst>
        </pc:spChg>
        <pc:graphicFrameChg chg="add mod ord">
          <ac:chgData name="Dipak Pathak" userId="S::dpathak2@gmu.edu::9e5e4304-2b05-4cd4-bfab-fd6cb6db6662" providerId="AD" clId="Web-{CB69739B-07AB-EB9E-121D-AB8B18EA3E99}" dt="2026-02-24T15:29:19.157" v="455"/>
          <ac:graphicFrameMkLst>
            <pc:docMk/>
            <pc:sldMk cId="1320726633" sldId="319"/>
            <ac:graphicFrameMk id="6" creationId="{1CA37AF0-46AD-55A1-1E78-925647072EA0}"/>
          </ac:graphicFrameMkLst>
        </pc:graphicFrameChg>
      </pc:sldChg>
      <pc:sldChg chg="addSp delSp modSp new mod modClrScheme chgLayout">
        <pc:chgData name="Dipak Pathak" userId="S::dpathak2@gmu.edu::9e5e4304-2b05-4cd4-bfab-fd6cb6db6662" providerId="AD" clId="Web-{CB69739B-07AB-EB9E-121D-AB8B18EA3E99}" dt="2026-02-24T17:59:42.215" v="1140" actId="14100"/>
        <pc:sldMkLst>
          <pc:docMk/>
          <pc:sldMk cId="3280635778" sldId="320"/>
        </pc:sldMkLst>
        <pc:spChg chg="mod ord">
          <ac:chgData name="Dipak Pathak" userId="S::dpathak2@gmu.edu::9e5e4304-2b05-4cd4-bfab-fd6cb6db6662" providerId="AD" clId="Web-{CB69739B-07AB-EB9E-121D-AB8B18EA3E99}" dt="2026-02-24T17:59:42.215" v="1140" actId="14100"/>
          <ac:spMkLst>
            <pc:docMk/>
            <pc:sldMk cId="3280635778" sldId="320"/>
            <ac:spMk id="2" creationId="{CC96675F-9D86-0AB3-5771-15F1ED9ED4F6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3280635778" sldId="320"/>
            <ac:spMk id="4" creationId="{E88F044A-387D-3FC6-8A1F-737BE09B5F41}"/>
          </ac:spMkLst>
        </pc:spChg>
        <pc:graphicFrameChg chg="add mod ord">
          <ac:chgData name="Dipak Pathak" userId="S::dpathak2@gmu.edu::9e5e4304-2b05-4cd4-bfab-fd6cb6db6662" providerId="AD" clId="Web-{CB69739B-07AB-EB9E-121D-AB8B18EA3E99}" dt="2026-02-24T15:29:19.157" v="455"/>
          <ac:graphicFrameMkLst>
            <pc:docMk/>
            <pc:sldMk cId="3280635778" sldId="320"/>
            <ac:graphicFrameMk id="7" creationId="{B9DFCD50-3F6B-4EF9-1E39-FD37B48BF489}"/>
          </ac:graphicFrameMkLst>
        </pc:graphicFrameChg>
      </pc:sldChg>
      <pc:sldChg chg="addSp delSp modSp new mod modClrScheme chgLayout">
        <pc:chgData name="Dipak Pathak" userId="S::dpathak2@gmu.edu::9e5e4304-2b05-4cd4-bfab-fd6cb6db6662" providerId="AD" clId="Web-{CB69739B-07AB-EB9E-121D-AB8B18EA3E99}" dt="2026-02-24T15:29:19.157" v="455"/>
        <pc:sldMkLst>
          <pc:docMk/>
          <pc:sldMk cId="2807968236" sldId="321"/>
        </pc:sldMkLst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807968236" sldId="321"/>
            <ac:spMk id="2" creationId="{973F1FA8-0814-D078-847E-A98B5FCA441A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807968236" sldId="321"/>
            <ac:spMk id="4" creationId="{62954F37-5377-ABBC-E37E-C647E36BEE88}"/>
          </ac:spMkLst>
        </pc:spChg>
        <pc:graphicFrameChg chg="add mod ord modGraphic">
          <ac:chgData name="Dipak Pathak" userId="S::dpathak2@gmu.edu::9e5e4304-2b05-4cd4-bfab-fd6cb6db6662" providerId="AD" clId="Web-{CB69739B-07AB-EB9E-121D-AB8B18EA3E99}" dt="2026-02-24T15:29:19.157" v="455"/>
          <ac:graphicFrameMkLst>
            <pc:docMk/>
            <pc:sldMk cId="2807968236" sldId="321"/>
            <ac:graphicFrameMk id="6" creationId="{72042AFA-1603-0DA1-47C2-8204151829EE}"/>
          </ac:graphicFrameMkLst>
        </pc:graphicFrameChg>
      </pc:sldChg>
      <pc:sldChg chg="addSp delSp modSp add mod replId modTransition modClrScheme chgLayout">
        <pc:chgData name="Dipak Pathak" userId="S::dpathak2@gmu.edu::9e5e4304-2b05-4cd4-bfab-fd6cb6db6662" providerId="AD" clId="Web-{CB69739B-07AB-EB9E-121D-AB8B18EA3E99}" dt="2026-02-24T19:05:26.929" v="1270" actId="14100"/>
        <pc:sldMkLst>
          <pc:docMk/>
          <pc:sldMk cId="2899551309" sldId="323"/>
        </pc:sldMkLst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899551309" sldId="323"/>
            <ac:spMk id="2" creationId="{E50F15C9-11D4-7F3F-1649-AE42E95D74B9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899551309" sldId="323"/>
            <ac:spMk id="3" creationId="{F4FB3D12-B9A5-E92B-CB72-1C7B96F7C8AB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899551309" sldId="323"/>
            <ac:spMk id="4" creationId="{47E62EFB-B339-32F5-EC08-3B094DBA087C}"/>
          </ac:spMkLst>
        </pc:spChg>
        <pc:spChg chg="add mod">
          <ac:chgData name="Dipak Pathak" userId="S::dpathak2@gmu.edu::9e5e4304-2b05-4cd4-bfab-fd6cb6db6662" providerId="AD" clId="Web-{CB69739B-07AB-EB9E-121D-AB8B18EA3E99}" dt="2026-02-24T14:41:59.543" v="343" actId="14100"/>
          <ac:spMkLst>
            <pc:docMk/>
            <pc:sldMk cId="2899551309" sldId="323"/>
            <ac:spMk id="6" creationId="{8E111ADC-E335-7E14-44E0-6C56271298F1}"/>
          </ac:spMkLst>
        </pc:spChg>
        <pc:spChg chg="add mod">
          <ac:chgData name="Dipak Pathak" userId="S::dpathak2@gmu.edu::9e5e4304-2b05-4cd4-bfab-fd6cb6db6662" providerId="AD" clId="Web-{CB69739B-07AB-EB9E-121D-AB8B18EA3E99}" dt="2026-02-24T19:05:26.929" v="1270" actId="14100"/>
          <ac:spMkLst>
            <pc:docMk/>
            <pc:sldMk cId="2899551309" sldId="323"/>
            <ac:spMk id="8" creationId="{6C064F41-41E7-0886-0D56-C6A6970F6A62}"/>
          </ac:spMkLst>
        </pc:spChg>
        <pc:spChg chg="add mod">
          <ac:chgData name="Dipak Pathak" userId="S::dpathak2@gmu.edu::9e5e4304-2b05-4cd4-bfab-fd6cb6db6662" providerId="AD" clId="Web-{CB69739B-07AB-EB9E-121D-AB8B18EA3E99}" dt="2026-02-24T14:41:50.918" v="342"/>
          <ac:spMkLst>
            <pc:docMk/>
            <pc:sldMk cId="2899551309" sldId="323"/>
            <ac:spMk id="10" creationId="{E30DE912-11EC-258A-4AF4-9E95665A1C64}"/>
          </ac:spMkLst>
        </pc:spChg>
      </pc:sldChg>
      <pc:sldChg chg="addSp modSp new mod modClrScheme chgLayout">
        <pc:chgData name="Dipak Pathak" userId="S::dpathak2@gmu.edu::9e5e4304-2b05-4cd4-bfab-fd6cb6db6662" providerId="AD" clId="Web-{CB69739B-07AB-EB9E-121D-AB8B18EA3E99}" dt="2026-02-24T19:02:42.541" v="1267" actId="20577"/>
        <pc:sldMkLst>
          <pc:docMk/>
          <pc:sldMk cId="2519041709" sldId="324"/>
        </pc:sldMkLst>
        <pc:spChg chg="mod ord">
          <ac:chgData name="Dipak Pathak" userId="S::dpathak2@gmu.edu::9e5e4304-2b05-4cd4-bfab-fd6cb6db6662" providerId="AD" clId="Web-{CB69739B-07AB-EB9E-121D-AB8B18EA3E99}" dt="2026-02-24T19:02:42.541" v="1267" actId="20577"/>
          <ac:spMkLst>
            <pc:docMk/>
            <pc:sldMk cId="2519041709" sldId="324"/>
            <ac:spMk id="2" creationId="{F8B2D611-301E-6823-0BB4-1FEA7AA25C2B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519041709" sldId="324"/>
            <ac:spMk id="3" creationId="{E2CA3405-A759-6FE8-7A17-EE79CFD0BBA5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519041709" sldId="324"/>
            <ac:spMk id="4" creationId="{63051261-E688-BB12-E979-8F39EB79D23C}"/>
          </ac:spMkLst>
        </pc:spChg>
        <pc:spChg chg="add 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519041709" sldId="324"/>
            <ac:spMk id="5" creationId="{B25321F4-B540-47EB-2C05-654B84C530FD}"/>
          </ac:spMkLst>
        </pc:spChg>
        <pc:spChg chg="add 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519041709" sldId="324"/>
            <ac:spMk id="6" creationId="{0E8448F1-37FB-3695-5995-B031D12F7E84}"/>
          </ac:spMkLst>
        </pc:spChg>
        <pc:spChg chg="add 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519041709" sldId="324"/>
            <ac:spMk id="7" creationId="{5DD5E2A5-3FA9-72EF-F656-7489841ED904}"/>
          </ac:spMkLst>
        </pc:spChg>
      </pc:sldChg>
      <pc:sldChg chg="addSp delSp modSp new mod modClrScheme chgLayout">
        <pc:chgData name="Dipak Pathak" userId="S::dpathak2@gmu.edu::9e5e4304-2b05-4cd4-bfab-fd6cb6db6662" providerId="AD" clId="Web-{CB69739B-07AB-EB9E-121D-AB8B18EA3E99}" dt="2026-02-24T19:06:29.120" v="1277" actId="20577"/>
        <pc:sldMkLst>
          <pc:docMk/>
          <pc:sldMk cId="3775235325" sldId="325"/>
        </pc:sldMkLst>
        <pc:spChg chg="add mod">
          <ac:chgData name="Dipak Pathak" userId="S::dpathak2@gmu.edu::9e5e4304-2b05-4cd4-bfab-fd6cb6db6662" providerId="AD" clId="Web-{CB69739B-07AB-EB9E-121D-AB8B18EA3E99}" dt="2026-02-24T19:06:29.120" v="1277" actId="20577"/>
          <ac:spMkLst>
            <pc:docMk/>
            <pc:sldMk cId="3775235325" sldId="325"/>
            <ac:spMk id="2" creationId="{03B558E1-087F-FFDE-DEC3-7F1D66617B42}"/>
          </ac:spMkLst>
        </pc:spChg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3775235325" sldId="325"/>
            <ac:spMk id="4" creationId="{122F3D32-300C-A1C8-DB8A-17FD7305C914}"/>
          </ac:spMkLst>
        </pc:spChg>
      </pc:sldChg>
      <pc:sldChg chg="addSp delSp modSp add mod replId modClrScheme chgLayout">
        <pc:chgData name="Dipak Pathak" userId="S::dpathak2@gmu.edu::9e5e4304-2b05-4cd4-bfab-fd6cb6db6662" providerId="AD" clId="Web-{CB69739B-07AB-EB9E-121D-AB8B18EA3E99}" dt="2026-02-24T15:33:38.091" v="464"/>
        <pc:sldMkLst>
          <pc:docMk/>
          <pc:sldMk cId="555109441" sldId="326"/>
        </pc:sldMkLst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555109441" sldId="326"/>
            <ac:spMk id="4" creationId="{D857D2CF-DF9D-BF4F-D9C6-048BD220B68A}"/>
          </ac:spMkLst>
        </pc:spChg>
        <pc:picChg chg="add mod ord">
          <ac:chgData name="Dipak Pathak" userId="S::dpathak2@gmu.edu::9e5e4304-2b05-4cd4-bfab-fd6cb6db6662" providerId="AD" clId="Web-{CB69739B-07AB-EB9E-121D-AB8B18EA3E99}" dt="2026-02-24T15:29:19.157" v="455"/>
          <ac:picMkLst>
            <pc:docMk/>
            <pc:sldMk cId="555109441" sldId="326"/>
            <ac:picMk id="6" creationId="{3B84F6A7-19B3-4E21-12E6-3AA8F8822407}"/>
          </ac:picMkLst>
        </pc:picChg>
      </pc:sldChg>
      <pc:sldChg chg="addSp delSp modSp add mod replId modClrScheme chgLayout">
        <pc:chgData name="Dipak Pathak" userId="S::dpathak2@gmu.edu::9e5e4304-2b05-4cd4-bfab-fd6cb6db6662" providerId="AD" clId="Web-{CB69739B-07AB-EB9E-121D-AB8B18EA3E99}" dt="2026-02-24T15:29:47.974" v="460" actId="14100"/>
        <pc:sldMkLst>
          <pc:docMk/>
          <pc:sldMk cId="2272812985" sldId="327"/>
        </pc:sldMkLst>
        <pc:spChg chg="mod ord">
          <ac:chgData name="Dipak Pathak" userId="S::dpathak2@gmu.edu::9e5e4304-2b05-4cd4-bfab-fd6cb6db6662" providerId="AD" clId="Web-{CB69739B-07AB-EB9E-121D-AB8B18EA3E99}" dt="2026-02-24T15:29:19.157" v="455"/>
          <ac:spMkLst>
            <pc:docMk/>
            <pc:sldMk cId="2272812985" sldId="327"/>
            <ac:spMk id="4" creationId="{CDD13E62-C1BC-E682-08BA-042B7A49503A}"/>
          </ac:spMkLst>
        </pc:spChg>
        <pc:picChg chg="add mod ord">
          <ac:chgData name="Dipak Pathak" userId="S::dpathak2@gmu.edu::9e5e4304-2b05-4cd4-bfab-fd6cb6db6662" providerId="AD" clId="Web-{CB69739B-07AB-EB9E-121D-AB8B18EA3E99}" dt="2026-02-24T15:29:47.974" v="460" actId="14100"/>
          <ac:picMkLst>
            <pc:docMk/>
            <pc:sldMk cId="2272812985" sldId="327"/>
            <ac:picMk id="7" creationId="{51F60FDC-7323-DB78-4310-45B441867F29}"/>
          </ac:picMkLst>
        </pc:picChg>
      </pc:sldChg>
      <pc:sldChg chg="addSp delSp modSp new">
        <pc:chgData name="Dipak Pathak" userId="S::dpathak2@gmu.edu::9e5e4304-2b05-4cd4-bfab-fd6cb6db6662" providerId="AD" clId="Web-{CB69739B-07AB-EB9E-121D-AB8B18EA3E99}" dt="2026-02-24T18:45:22.379" v="1204" actId="14100"/>
        <pc:sldMkLst>
          <pc:docMk/>
          <pc:sldMk cId="1673404815" sldId="328"/>
        </pc:sldMkLst>
        <pc:spChg chg="mod">
          <ac:chgData name="Dipak Pathak" userId="S::dpathak2@gmu.edu::9e5e4304-2b05-4cd4-bfab-fd6cb6db6662" providerId="AD" clId="Web-{CB69739B-07AB-EB9E-121D-AB8B18EA3E99}" dt="2026-02-24T18:43:26.987" v="1190" actId="14100"/>
          <ac:spMkLst>
            <pc:docMk/>
            <pc:sldMk cId="1673404815" sldId="328"/>
            <ac:spMk id="2" creationId="{8CA073B6-F4EC-2A30-A8FA-DFCB4EBD1E1E}"/>
          </ac:spMkLst>
        </pc:spChg>
        <pc:picChg chg="add mod">
          <ac:chgData name="Dipak Pathak" userId="S::dpathak2@gmu.edu::9e5e4304-2b05-4cd4-bfab-fd6cb6db6662" providerId="AD" clId="Web-{CB69739B-07AB-EB9E-121D-AB8B18EA3E99}" dt="2026-02-24T18:45:22.379" v="1204" actId="14100"/>
          <ac:picMkLst>
            <pc:docMk/>
            <pc:sldMk cId="1673404815" sldId="328"/>
            <ac:picMk id="10" creationId="{6493D436-3ED7-58FC-8331-1ED0E9C53199}"/>
          </ac:picMkLst>
        </pc:picChg>
      </pc:sldChg>
      <pc:sldChg chg="addSp delSp modSp add ord replId addAnim delAnim modAnim">
        <pc:chgData name="Dipak Pathak" userId="S::dpathak2@gmu.edu::9e5e4304-2b05-4cd4-bfab-fd6cb6db6662" providerId="AD" clId="Web-{CB69739B-07AB-EB9E-121D-AB8B18EA3E99}" dt="2026-02-24T18:53:55.437" v="1250" actId="20577"/>
        <pc:sldMkLst>
          <pc:docMk/>
          <pc:sldMk cId="1682999205" sldId="330"/>
        </pc:sldMkLst>
        <pc:spChg chg="mod">
          <ac:chgData name="Dipak Pathak" userId="S::dpathak2@gmu.edu::9e5e4304-2b05-4cd4-bfab-fd6cb6db6662" providerId="AD" clId="Web-{CB69739B-07AB-EB9E-121D-AB8B18EA3E99}" dt="2026-02-24T18:53:55.437" v="1250" actId="20577"/>
          <ac:spMkLst>
            <pc:docMk/>
            <pc:sldMk cId="1682999205" sldId="330"/>
            <ac:spMk id="2" creationId="{C4FD805D-79E9-B91B-8F2E-4AB5935766B2}"/>
          </ac:spMkLst>
        </pc:spChg>
        <pc:graphicFrameChg chg="add mod ord modGraphic">
          <ac:chgData name="Dipak Pathak" userId="S::dpathak2@gmu.edu::9e5e4304-2b05-4cd4-bfab-fd6cb6db6662" providerId="AD" clId="Web-{CB69739B-07AB-EB9E-121D-AB8B18EA3E99}" dt="2026-02-24T16:27:01.455" v="652"/>
          <ac:graphicFrameMkLst>
            <pc:docMk/>
            <pc:sldMk cId="1682999205" sldId="330"/>
            <ac:graphicFrameMk id="7" creationId="{EAB6590D-A70F-BB8F-DD6E-1F03067DC838}"/>
          </ac:graphicFrameMkLst>
        </pc:graphicFrameChg>
      </pc:sldChg>
      <pc:sldChg chg="modSp add replId">
        <pc:chgData name="Dipak Pathak" userId="S::dpathak2@gmu.edu::9e5e4304-2b05-4cd4-bfab-fd6cb6db6662" providerId="AD" clId="Web-{CB69739B-07AB-EB9E-121D-AB8B18EA3E99}" dt="2026-02-24T18:54:01.281" v="1252" actId="20577"/>
        <pc:sldMkLst>
          <pc:docMk/>
          <pc:sldMk cId="969680013" sldId="333"/>
        </pc:sldMkLst>
        <pc:spChg chg="mod">
          <ac:chgData name="Dipak Pathak" userId="S::dpathak2@gmu.edu::9e5e4304-2b05-4cd4-bfab-fd6cb6db6662" providerId="AD" clId="Web-{CB69739B-07AB-EB9E-121D-AB8B18EA3E99}" dt="2026-02-24T18:54:01.281" v="1252" actId="20577"/>
          <ac:spMkLst>
            <pc:docMk/>
            <pc:sldMk cId="969680013" sldId="333"/>
            <ac:spMk id="2" creationId="{589AE238-8495-9722-AC33-9EFF9E824D74}"/>
          </ac:spMkLst>
        </pc:spChg>
        <pc:graphicFrameChg chg="mod modGraphic">
          <ac:chgData name="Dipak Pathak" userId="S::dpathak2@gmu.edu::9e5e4304-2b05-4cd4-bfab-fd6cb6db6662" providerId="AD" clId="Web-{CB69739B-07AB-EB9E-121D-AB8B18EA3E99}" dt="2026-02-24T16:32:49.402" v="720"/>
          <ac:graphicFrameMkLst>
            <pc:docMk/>
            <pc:sldMk cId="969680013" sldId="333"/>
            <ac:graphicFrameMk id="7" creationId="{3F695E2D-45B9-67A1-6770-66FCF4F8C767}"/>
          </ac:graphicFrameMkLst>
        </pc:graphicFrameChg>
      </pc:sldChg>
      <pc:sldChg chg="modSp add replId">
        <pc:chgData name="Dipak Pathak" userId="S::dpathak2@gmu.edu::9e5e4304-2b05-4cd4-bfab-fd6cb6db6662" providerId="AD" clId="Web-{CB69739B-07AB-EB9E-121D-AB8B18EA3E99}" dt="2026-02-24T18:54:12" v="1255" actId="14100"/>
        <pc:sldMkLst>
          <pc:docMk/>
          <pc:sldMk cId="2680070935" sldId="334"/>
        </pc:sldMkLst>
        <pc:spChg chg="mod">
          <ac:chgData name="Dipak Pathak" userId="S::dpathak2@gmu.edu::9e5e4304-2b05-4cd4-bfab-fd6cb6db6662" providerId="AD" clId="Web-{CB69739B-07AB-EB9E-121D-AB8B18EA3E99}" dt="2026-02-24T18:54:12" v="1255" actId="14100"/>
          <ac:spMkLst>
            <pc:docMk/>
            <pc:sldMk cId="2680070935" sldId="334"/>
            <ac:spMk id="2" creationId="{91B0D0C5-4025-9085-5625-0892EBAA8B61}"/>
          </ac:spMkLst>
        </pc:spChg>
        <pc:graphicFrameChg chg="mod modGraphic">
          <ac:chgData name="Dipak Pathak" userId="S::dpathak2@gmu.edu::9e5e4304-2b05-4cd4-bfab-fd6cb6db6662" providerId="AD" clId="Web-{CB69739B-07AB-EB9E-121D-AB8B18EA3E99}" dt="2026-02-24T16:36:58.624" v="782"/>
          <ac:graphicFrameMkLst>
            <pc:docMk/>
            <pc:sldMk cId="2680070935" sldId="334"/>
            <ac:graphicFrameMk id="7" creationId="{6E04F5DD-AA63-5528-956C-8DCD87CFEDB0}"/>
          </ac:graphicFrameMkLst>
        </pc:graphicFrameChg>
      </pc:sldChg>
      <pc:sldChg chg="modSp add replId">
        <pc:chgData name="Dipak Pathak" userId="S::dpathak2@gmu.edu::9e5e4304-2b05-4cd4-bfab-fd6cb6db6662" providerId="AD" clId="Web-{CB69739B-07AB-EB9E-121D-AB8B18EA3E99}" dt="2026-02-24T18:54:55.610" v="1262" actId="1076"/>
        <pc:sldMkLst>
          <pc:docMk/>
          <pc:sldMk cId="3900356506" sldId="336"/>
        </pc:sldMkLst>
        <pc:spChg chg="mod">
          <ac:chgData name="Dipak Pathak" userId="S::dpathak2@gmu.edu::9e5e4304-2b05-4cd4-bfab-fd6cb6db6662" providerId="AD" clId="Web-{CB69739B-07AB-EB9E-121D-AB8B18EA3E99}" dt="2026-02-24T18:54:55.610" v="1262" actId="1076"/>
          <ac:spMkLst>
            <pc:docMk/>
            <pc:sldMk cId="3900356506" sldId="336"/>
            <ac:spMk id="2" creationId="{28F4E7E6-7177-4D4A-8805-9B7D0C8C35AB}"/>
          </ac:spMkLst>
        </pc:spChg>
        <pc:graphicFrameChg chg="mod modGraphic">
          <ac:chgData name="Dipak Pathak" userId="S::dpathak2@gmu.edu::9e5e4304-2b05-4cd4-bfab-fd6cb6db6662" providerId="AD" clId="Web-{CB69739B-07AB-EB9E-121D-AB8B18EA3E99}" dt="2026-02-24T16:54:26.860" v="1026"/>
          <ac:graphicFrameMkLst>
            <pc:docMk/>
            <pc:sldMk cId="3900356506" sldId="336"/>
            <ac:graphicFrameMk id="7" creationId="{325D4C60-6414-D45D-2810-27DA0FBD60E3}"/>
          </ac:graphicFrameMkLst>
        </pc:graphicFrameChg>
      </pc:sldChg>
      <pc:sldChg chg="modSp add replId">
        <pc:chgData name="Dipak Pathak" userId="S::dpathak2@gmu.edu::9e5e4304-2b05-4cd4-bfab-fd6cb6db6662" providerId="AD" clId="Web-{CB69739B-07AB-EB9E-121D-AB8B18EA3E99}" dt="2026-02-24T18:55:10.579" v="1265" actId="1076"/>
        <pc:sldMkLst>
          <pc:docMk/>
          <pc:sldMk cId="1623281609" sldId="337"/>
        </pc:sldMkLst>
        <pc:spChg chg="mod">
          <ac:chgData name="Dipak Pathak" userId="S::dpathak2@gmu.edu::9e5e4304-2b05-4cd4-bfab-fd6cb6db6662" providerId="AD" clId="Web-{CB69739B-07AB-EB9E-121D-AB8B18EA3E99}" dt="2026-02-24T18:55:10.579" v="1265" actId="1076"/>
          <ac:spMkLst>
            <pc:docMk/>
            <pc:sldMk cId="1623281609" sldId="337"/>
            <ac:spMk id="2" creationId="{BB61EEAE-CBDD-1903-45EE-7169A4A6106D}"/>
          </ac:spMkLst>
        </pc:spChg>
        <pc:graphicFrameChg chg="mod modGraphic">
          <ac:chgData name="Dipak Pathak" userId="S::dpathak2@gmu.edu::9e5e4304-2b05-4cd4-bfab-fd6cb6db6662" providerId="AD" clId="Web-{CB69739B-07AB-EB9E-121D-AB8B18EA3E99}" dt="2026-02-24T17:15:01.325" v="1087"/>
          <ac:graphicFrameMkLst>
            <pc:docMk/>
            <pc:sldMk cId="1623281609" sldId="337"/>
            <ac:graphicFrameMk id="7" creationId="{2E9C321D-05FD-83FD-F64F-C607BA9E6300}"/>
          </ac:graphicFrameMkLst>
        </pc:graphicFrameChg>
      </pc:sldChg>
      <pc:sldChg chg="modSp add replId">
        <pc:chgData name="Dipak Pathak" userId="S::dpathak2@gmu.edu::9e5e4304-2b05-4cd4-bfab-fd6cb6db6662" providerId="AD" clId="Web-{CB69739B-07AB-EB9E-121D-AB8B18EA3E99}" dt="2026-02-24T17:22:29.644" v="1132" actId="20577"/>
        <pc:sldMkLst>
          <pc:docMk/>
          <pc:sldMk cId="4111873594" sldId="338"/>
        </pc:sldMkLst>
        <pc:spChg chg="mod">
          <ac:chgData name="Dipak Pathak" userId="S::dpathak2@gmu.edu::9e5e4304-2b05-4cd4-bfab-fd6cb6db6662" providerId="AD" clId="Web-{CB69739B-07AB-EB9E-121D-AB8B18EA3E99}" dt="2026-02-24T17:22:29.644" v="1132" actId="20577"/>
          <ac:spMkLst>
            <pc:docMk/>
            <pc:sldMk cId="4111873594" sldId="338"/>
            <ac:spMk id="2" creationId="{2565A112-4D21-D99A-6379-0FC318064ED2}"/>
          </ac:spMkLst>
        </pc:spChg>
        <pc:graphicFrameChg chg="mod modGraphic">
          <ac:chgData name="Dipak Pathak" userId="S::dpathak2@gmu.edu::9e5e4304-2b05-4cd4-bfab-fd6cb6db6662" providerId="AD" clId="Web-{CB69739B-07AB-EB9E-121D-AB8B18EA3E99}" dt="2026-02-24T17:21:40.565" v="1124"/>
          <ac:graphicFrameMkLst>
            <pc:docMk/>
            <pc:sldMk cId="4111873594" sldId="338"/>
            <ac:graphicFrameMk id="7" creationId="{3857FB71-15CD-70B9-DB18-E9963669BA22}"/>
          </ac:graphicFrameMkLst>
        </pc:graphicFrameChg>
      </pc:sldChg>
      <pc:sldChg chg="add replId">
        <pc:chgData name="Dipak Pathak" userId="S::dpathak2@gmu.edu::9e5e4304-2b05-4cd4-bfab-fd6cb6db6662" providerId="AD" clId="Web-{CB69739B-07AB-EB9E-121D-AB8B18EA3E99}" dt="2026-02-24T17:26:05.814" v="1133"/>
        <pc:sldMkLst>
          <pc:docMk/>
          <pc:sldMk cId="3897124998" sldId="339"/>
        </pc:sldMkLst>
      </pc:sldChg>
      <pc:sldChg chg="add">
        <pc:chgData name="Dipak Pathak" userId="S::dpathak2@gmu.edu::9e5e4304-2b05-4cd4-bfab-fd6cb6db6662" providerId="AD" clId="Web-{CB69739B-07AB-EB9E-121D-AB8B18EA3E99}" dt="2026-02-24T18:09:49.149" v="1172"/>
        <pc:sldMkLst>
          <pc:docMk/>
          <pc:sldMk cId="1185532879" sldId="340"/>
        </pc:sldMkLst>
      </pc:sldChg>
      <pc:sldChg chg="addSp delSp modSp">
        <pc:chgData name="Dipak Pathak" userId="S::dpathak2@gmu.edu::9e5e4304-2b05-4cd4-bfab-fd6cb6db6662" providerId="AD" clId="Web-{CB69739B-07AB-EB9E-121D-AB8B18EA3E99}" dt="2026-02-24T18:51:20.292" v="1248" actId="14100"/>
        <pc:sldMkLst>
          <pc:docMk/>
          <pc:sldMk cId="2992507613" sldId="341"/>
        </pc:sldMkLst>
        <pc:spChg chg="mod">
          <ac:chgData name="Dipak Pathak" userId="S::dpathak2@gmu.edu::9e5e4304-2b05-4cd4-bfab-fd6cb6db6662" providerId="AD" clId="Web-{CB69739B-07AB-EB9E-121D-AB8B18EA3E99}" dt="2026-02-24T18:51:08.557" v="1246" actId="14100"/>
          <ac:spMkLst>
            <pc:docMk/>
            <pc:sldMk cId="2992507613" sldId="341"/>
            <ac:spMk id="2" creationId="{C4863DB6-A128-5B90-B15B-AF861B1ABE44}"/>
          </ac:spMkLst>
        </pc:spChg>
        <pc:picChg chg="add mod">
          <ac:chgData name="Dipak Pathak" userId="S::dpathak2@gmu.edu::9e5e4304-2b05-4cd4-bfab-fd6cb6db6662" providerId="AD" clId="Web-{CB69739B-07AB-EB9E-121D-AB8B18EA3E99}" dt="2026-02-24T18:51:20.292" v="1248" actId="14100"/>
          <ac:picMkLst>
            <pc:docMk/>
            <pc:sldMk cId="2992507613" sldId="341"/>
            <ac:picMk id="7" creationId="{4AAC99E9-C372-D08C-1199-0537535D89D1}"/>
          </ac:picMkLst>
        </pc:picChg>
      </pc:sldChg>
      <pc:sldChg chg="addSp delSp modSp">
        <pc:chgData name="Dipak Pathak" userId="S::dpathak2@gmu.edu::9e5e4304-2b05-4cd4-bfab-fd6cb6db6662" providerId="AD" clId="Web-{CB69739B-07AB-EB9E-121D-AB8B18EA3E99}" dt="2026-02-24T18:49:39.475" v="1234" actId="1076"/>
        <pc:sldMkLst>
          <pc:docMk/>
          <pc:sldMk cId="3462938039" sldId="342"/>
        </pc:sldMkLst>
        <pc:spChg chg="add del mod">
          <ac:chgData name="Dipak Pathak" userId="S::dpathak2@gmu.edu::9e5e4304-2b05-4cd4-bfab-fd6cb6db6662" providerId="AD" clId="Web-{CB69739B-07AB-EB9E-121D-AB8B18EA3E99}" dt="2026-02-24T18:49:17.318" v="1232" actId="14100"/>
          <ac:spMkLst>
            <pc:docMk/>
            <pc:sldMk cId="3462938039" sldId="342"/>
            <ac:spMk id="2" creationId="{C9FDBE28-436F-9DEC-6994-9350BBD8D66A}"/>
          </ac:spMkLst>
        </pc:spChg>
        <pc:spChg chg="mod">
          <ac:chgData name="Dipak Pathak" userId="S::dpathak2@gmu.edu::9e5e4304-2b05-4cd4-bfab-fd6cb6db6662" providerId="AD" clId="Web-{CB69739B-07AB-EB9E-121D-AB8B18EA3E99}" dt="2026-02-24T18:47:39.469" v="1210"/>
          <ac:spMkLst>
            <pc:docMk/>
            <pc:sldMk cId="3462938039" sldId="342"/>
            <ac:spMk id="4" creationId="{7A0F0C5D-91D9-205D-DD71-4C1A37A7C331}"/>
          </ac:spMkLst>
        </pc:spChg>
        <pc:spChg chg="mod">
          <ac:chgData name="Dipak Pathak" userId="S::dpathak2@gmu.edu::9e5e4304-2b05-4cd4-bfab-fd6cb6db6662" providerId="AD" clId="Web-{CB69739B-07AB-EB9E-121D-AB8B18EA3E99}" dt="2026-02-24T18:47:39.469" v="1210"/>
          <ac:spMkLst>
            <pc:docMk/>
            <pc:sldMk cId="3462938039" sldId="342"/>
            <ac:spMk id="6" creationId="{90E0FBDE-6921-4733-0C3B-69434527DC2F}"/>
          </ac:spMkLst>
        </pc:spChg>
        <pc:picChg chg="add mod ord">
          <ac:chgData name="Dipak Pathak" userId="S::dpathak2@gmu.edu::9e5e4304-2b05-4cd4-bfab-fd6cb6db6662" providerId="AD" clId="Web-{CB69739B-07AB-EB9E-121D-AB8B18EA3E99}" dt="2026-02-24T18:49:39.475" v="1234" actId="1076"/>
          <ac:picMkLst>
            <pc:docMk/>
            <pc:sldMk cId="3462938039" sldId="342"/>
            <ac:picMk id="7" creationId="{3015A516-561C-9167-7951-603F911BAB4B}"/>
          </ac:picMkLst>
        </pc:picChg>
      </pc:sldChg>
      <pc:sldMasterChg chg="mod modSldLayout">
        <pc:chgData name="Dipak Pathak" userId="S::dpathak2@gmu.edu::9e5e4304-2b05-4cd4-bfab-fd6cb6db6662" providerId="AD" clId="Web-{CB69739B-07AB-EB9E-121D-AB8B18EA3E99}" dt="2026-02-24T18:06:22.287" v="1147"/>
        <pc:sldMasterMkLst>
          <pc:docMk/>
          <pc:sldMasterMk cId="1910094891" sldId="2147483656"/>
        </pc:sldMasterMkLst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1910094891" sldId="2147483656"/>
            <pc:sldLayoutMk cId="105046585" sldId="2147483657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1910094891" sldId="2147483656"/>
            <pc:sldLayoutMk cId="932513561" sldId="2147483658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1910094891" sldId="2147483656"/>
            <pc:sldLayoutMk cId="793017452" sldId="2147483659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1910094891" sldId="2147483656"/>
            <pc:sldLayoutMk cId="573357878" sldId="2147483661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3131900552" sldId="2147483822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3819274696" sldId="2147483823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3827619925" sldId="2147483824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3930965252" sldId="2147483825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3700573300" sldId="2147483826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2748083812" sldId="2147483827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1910094891" sldId="2147483656"/>
            <pc:sldLayoutMk cId="3888197528" sldId="2147483828"/>
          </pc:sldLayoutMkLst>
        </pc:sldLayoutChg>
      </pc:sldMasterChg>
      <pc:sldMasterChg chg="add addSldLayout">
        <pc:chgData name="Dipak Pathak" userId="S::dpathak2@gmu.edu::9e5e4304-2b05-4cd4-bfab-fd6cb6db6662" providerId="AD" clId="Web-{CB69739B-07AB-EB9E-121D-AB8B18EA3E99}" dt="2026-02-24T18:06:22.287" v="1147"/>
        <pc:sldMasterMkLst>
          <pc:docMk/>
          <pc:sldMasterMk cId="0" sldId="2147483709"/>
        </pc:sldMasterMkLst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0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2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3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4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5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6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7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8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69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70"/>
          </pc:sldLayoutMkLst>
        </pc:sldLayoutChg>
        <pc:sldLayoutChg chg="ad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0" sldId="2147483709"/>
            <pc:sldLayoutMk cId="0" sldId="2147483671"/>
          </pc:sldLayoutMkLst>
        </pc:sldLayoutChg>
      </pc:sldMasterChg>
      <pc:sldMasterChg chg="add addSldLayout delSldLayout modSldLayout">
        <pc:chgData name="Dipak Pathak" userId="S::dpathak2@gmu.edu::9e5e4304-2b05-4cd4-bfab-fd6cb6db6662" providerId="AD" clId="Web-{CB69739B-07AB-EB9E-121D-AB8B18EA3E99}" dt="2026-02-24T18:09:49.149" v="1172"/>
        <pc:sldMasterMkLst>
          <pc:docMk/>
          <pc:sldMasterMk cId="3580204744" sldId="2147483809"/>
        </pc:sldMasterMkLst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1327877675" sldId="2147483810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2813594654" sldId="2147483811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4062357846" sldId="2147483812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871727513" sldId="2147483813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2301918802" sldId="2147483814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2342808089" sldId="2147483815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3270503062" sldId="2147483816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1353452484" sldId="2147483817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2841401843" sldId="2147483818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575482127" sldId="2147483819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1024327472" sldId="2147483820"/>
          </pc:sldLayoutMkLst>
        </pc:sldLayoutChg>
        <pc:sldLayoutChg chg="add mod replId">
          <pc:chgData name="Dipak Pathak" userId="S::dpathak2@gmu.edu::9e5e4304-2b05-4cd4-bfab-fd6cb6db6662" providerId="AD" clId="Web-{CB69739B-07AB-EB9E-121D-AB8B18EA3E99}" dt="2026-02-24T15:29:19.157" v="455"/>
          <pc:sldLayoutMkLst>
            <pc:docMk/>
            <pc:sldMasterMk cId="3580204744" sldId="2147483809"/>
            <pc:sldLayoutMk cId="2749603185" sldId="2147483821"/>
          </pc:sldLayoutMkLst>
        </pc:sldLayoutChg>
        <pc:sldLayoutChg chg="add replId">
          <pc:chgData name="Dipak Pathak" userId="S::dpathak2@gmu.edu::9e5e4304-2b05-4cd4-bfab-fd6cb6db6662" providerId="AD" clId="Web-{CB69739B-07AB-EB9E-121D-AB8B18EA3E99}" dt="2026-02-24T18:09:49.149" v="1172"/>
          <pc:sldLayoutMkLst>
            <pc:docMk/>
            <pc:sldMasterMk cId="3580204744" sldId="2147483809"/>
            <pc:sldLayoutMk cId="295971650" sldId="2147483833"/>
          </pc:sldLayoutMkLst>
        </pc:sldLayoutChg>
      </pc:sldMasterChg>
      <pc:sldMasterChg chg="mod replId modSldLayout">
        <pc:chgData name="Dipak Pathak" userId="S::dpathak2@gmu.edu::9e5e4304-2b05-4cd4-bfab-fd6cb6db6662" providerId="AD" clId="Web-{CB69739B-07AB-EB9E-121D-AB8B18EA3E99}" dt="2026-02-24T18:06:22.287" v="1147"/>
        <pc:sldMasterMkLst>
          <pc:docMk/>
          <pc:sldMasterMk cId="4253593932" sldId="2147483829"/>
        </pc:sldMasterMkLst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912363194" sldId="2147483672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1508904080" sldId="2147483673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2817572183" sldId="2147483674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4207191953" sldId="2147483675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3166379334" sldId="2147483676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1794219652" sldId="2147483677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1146657545" sldId="2147483678"/>
          </pc:sldLayoutMkLst>
        </pc:sldLayoutChg>
        <pc:sldLayoutChg chg="mod">
          <pc:chgData name="Dipak Pathak" userId="S::dpathak2@gmu.edu::9e5e4304-2b05-4cd4-bfab-fd6cb6db6662" providerId="AD" clId="Web-{CB69739B-07AB-EB9E-121D-AB8B18EA3E99}" dt="2026-02-24T05:37:17.901" v="26"/>
          <pc:sldLayoutMkLst>
            <pc:docMk/>
            <pc:sldMasterMk cId="4253593932" sldId="2147483829"/>
            <pc:sldLayoutMk cId="2993601395" sldId="2147483679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4253593932" sldId="2147483829"/>
            <pc:sldLayoutMk cId="3893569913" sldId="2147483830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4253593932" sldId="2147483829"/>
            <pc:sldLayoutMk cId="3125757711" sldId="2147483831"/>
          </pc:sldLayoutMkLst>
        </pc:sldLayoutChg>
        <pc:sldLayoutChg chg="mod replId">
          <pc:chgData name="Dipak Pathak" userId="S::dpathak2@gmu.edu::9e5e4304-2b05-4cd4-bfab-fd6cb6db6662" providerId="AD" clId="Web-{CB69739B-07AB-EB9E-121D-AB8B18EA3E99}" dt="2026-02-24T18:06:22.287" v="1147"/>
          <pc:sldLayoutMkLst>
            <pc:docMk/>
            <pc:sldMasterMk cId="4253593932" sldId="2147483829"/>
            <pc:sldLayoutMk cId="1753973307" sldId="2147483832"/>
          </pc:sldLayoutMkLst>
        </pc:sldLayoutChg>
      </pc:sldMasterChg>
    </pc:docChg>
  </pc:docChgLst>
  <pc:docChgLst>
    <pc:chgData name="Dipak Pathak" userId="S::dpathak2@gmu.edu::9e5e4304-2b05-4cd4-bfab-fd6cb6db6662" providerId="AD" clId="Web-{436BFFCE-5B92-8AB7-AB81-D98AAB38C88A}"/>
    <pc:docChg chg="modSld">
      <pc:chgData name="Dipak Pathak" userId="S::dpathak2@gmu.edu::9e5e4304-2b05-4cd4-bfab-fd6cb6db6662" providerId="AD" clId="Web-{436BFFCE-5B92-8AB7-AB81-D98AAB38C88A}" dt="2026-02-24T21:41:05.839" v="40" actId="14100"/>
      <pc:docMkLst>
        <pc:docMk/>
      </pc:docMkLst>
      <pc:sldChg chg="addSp modSp">
        <pc:chgData name="Dipak Pathak" userId="S::dpathak2@gmu.edu::9e5e4304-2b05-4cd4-bfab-fd6cb6db6662" providerId="AD" clId="Web-{436BFFCE-5B92-8AB7-AB81-D98AAB38C88A}" dt="2026-02-24T21:30:00.236" v="30" actId="14100"/>
        <pc:sldMkLst>
          <pc:docMk/>
          <pc:sldMk cId="0" sldId="266"/>
        </pc:sldMkLst>
        <pc:picChg chg="add mod">
          <ac:chgData name="Dipak Pathak" userId="S::dpathak2@gmu.edu::9e5e4304-2b05-4cd4-bfab-fd6cb6db6662" providerId="AD" clId="Web-{436BFFCE-5B92-8AB7-AB81-D98AAB38C88A}" dt="2026-02-24T21:30:00.236" v="30" actId="14100"/>
          <ac:picMkLst>
            <pc:docMk/>
            <pc:sldMk cId="0" sldId="266"/>
            <ac:picMk id="3" creationId="{0BBE0CB2-41CF-2EFF-F0AD-2BC0A2AB16F9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25:24.702" v="2" actId="1076"/>
        <pc:sldMkLst>
          <pc:docMk/>
          <pc:sldMk cId="842788691" sldId="317"/>
        </pc:sldMkLst>
        <pc:picChg chg="add mod">
          <ac:chgData name="Dipak Pathak" userId="S::dpathak2@gmu.edu::9e5e4304-2b05-4cd4-bfab-fd6cb6db6662" providerId="AD" clId="Web-{436BFFCE-5B92-8AB7-AB81-D98AAB38C88A}" dt="2026-02-24T21:25:24.702" v="2" actId="1076"/>
          <ac:picMkLst>
            <pc:docMk/>
            <pc:sldMk cId="842788691" sldId="317"/>
            <ac:picMk id="19" creationId="{00315E87-36C5-7163-A5A2-85D2D82EB799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25:46.499" v="4" actId="1076"/>
        <pc:sldMkLst>
          <pc:docMk/>
          <pc:sldMk cId="1320726633" sldId="319"/>
        </pc:sldMkLst>
        <pc:picChg chg="add mod">
          <ac:chgData name="Dipak Pathak" userId="S::dpathak2@gmu.edu::9e5e4304-2b05-4cd4-bfab-fd6cb6db6662" providerId="AD" clId="Web-{436BFFCE-5B92-8AB7-AB81-D98AAB38C88A}" dt="2026-02-24T21:25:46.499" v="4" actId="1076"/>
          <ac:picMkLst>
            <pc:docMk/>
            <pc:sldMk cId="1320726633" sldId="319"/>
            <ac:picMk id="24" creationId="{BAE4695F-9A64-6985-243C-6DFA45C15E6C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26:01.343" v="6" actId="1076"/>
        <pc:sldMkLst>
          <pc:docMk/>
          <pc:sldMk cId="3280635778" sldId="320"/>
        </pc:sldMkLst>
        <pc:picChg chg="add mod">
          <ac:chgData name="Dipak Pathak" userId="S::dpathak2@gmu.edu::9e5e4304-2b05-4cd4-bfab-fd6cb6db6662" providerId="AD" clId="Web-{436BFFCE-5B92-8AB7-AB81-D98AAB38C88A}" dt="2026-02-24T21:26:01.343" v="6" actId="1076"/>
          <ac:picMkLst>
            <pc:docMk/>
            <pc:sldMk cId="3280635778" sldId="320"/>
            <ac:picMk id="21" creationId="{4E93D603-D293-AD12-92FC-EEFDE99BF864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26:17.562" v="8" actId="1076"/>
        <pc:sldMkLst>
          <pc:docMk/>
          <pc:sldMk cId="2807968236" sldId="321"/>
        </pc:sldMkLst>
        <pc:picChg chg="add mod">
          <ac:chgData name="Dipak Pathak" userId="S::dpathak2@gmu.edu::9e5e4304-2b05-4cd4-bfab-fd6cb6db6662" providerId="AD" clId="Web-{436BFFCE-5B92-8AB7-AB81-D98AAB38C88A}" dt="2026-02-24T21:26:17.562" v="8" actId="1076"/>
          <ac:picMkLst>
            <pc:docMk/>
            <pc:sldMk cId="2807968236" sldId="321"/>
            <ac:picMk id="19" creationId="{F77B29DE-95D2-B728-D3DC-8C0D0D54D24D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26:50.062" v="12" actId="1076"/>
        <pc:sldMkLst>
          <pc:docMk/>
          <pc:sldMk cId="2899551309" sldId="323"/>
        </pc:sldMkLst>
        <pc:picChg chg="add mod">
          <ac:chgData name="Dipak Pathak" userId="S::dpathak2@gmu.edu::9e5e4304-2b05-4cd4-bfab-fd6cb6db6662" providerId="AD" clId="Web-{436BFFCE-5B92-8AB7-AB81-D98AAB38C88A}" dt="2026-02-24T21:26:50.062" v="12" actId="1076"/>
          <ac:picMkLst>
            <pc:docMk/>
            <pc:sldMk cId="2899551309" sldId="323"/>
            <ac:picMk id="15" creationId="{A8C8BA1D-CCC4-D473-FF78-F739963CA6B7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41:05.839" v="40" actId="14100"/>
        <pc:sldMkLst>
          <pc:docMk/>
          <pc:sldMk cId="2519041709" sldId="324"/>
        </pc:sldMkLst>
        <pc:spChg chg="mod">
          <ac:chgData name="Dipak Pathak" userId="S::dpathak2@gmu.edu::9e5e4304-2b05-4cd4-bfab-fd6cb6db6662" providerId="AD" clId="Web-{436BFFCE-5B92-8AB7-AB81-D98AAB38C88A}" dt="2026-02-24T21:41:05.839" v="40" actId="14100"/>
          <ac:spMkLst>
            <pc:docMk/>
            <pc:sldMk cId="2519041709" sldId="324"/>
            <ac:spMk id="3" creationId="{E2CA3405-A759-6FE8-7A17-EE79CFD0BBA5}"/>
          </ac:spMkLst>
        </pc:spChg>
        <pc:spChg chg="mod">
          <ac:chgData name="Dipak Pathak" userId="S::dpathak2@gmu.edu::9e5e4304-2b05-4cd4-bfab-fd6cb6db6662" providerId="AD" clId="Web-{436BFFCE-5B92-8AB7-AB81-D98AAB38C88A}" dt="2026-02-24T21:39:49.496" v="32"/>
          <ac:spMkLst>
            <pc:docMk/>
            <pc:sldMk cId="2519041709" sldId="324"/>
            <ac:spMk id="5" creationId="{B25321F4-B540-47EB-2C05-654B84C530FD}"/>
          </ac:spMkLst>
        </pc:spChg>
        <pc:spChg chg="mod">
          <ac:chgData name="Dipak Pathak" userId="S::dpathak2@gmu.edu::9e5e4304-2b05-4cd4-bfab-fd6cb6db6662" providerId="AD" clId="Web-{436BFFCE-5B92-8AB7-AB81-D98AAB38C88A}" dt="2026-02-24T21:39:57.420" v="33"/>
          <ac:spMkLst>
            <pc:docMk/>
            <pc:sldMk cId="2519041709" sldId="324"/>
            <ac:spMk id="6" creationId="{0E8448F1-37FB-3695-5995-B031D12F7E84}"/>
          </ac:spMkLst>
        </pc:spChg>
        <pc:spChg chg="mod">
          <ac:chgData name="Dipak Pathak" userId="S::dpathak2@gmu.edu::9e5e4304-2b05-4cd4-bfab-fd6cb6db6662" providerId="AD" clId="Web-{436BFFCE-5B92-8AB7-AB81-D98AAB38C88A}" dt="2026-02-24T21:41:05.839" v="40" actId="14100"/>
          <ac:spMkLst>
            <pc:docMk/>
            <pc:sldMk cId="2519041709" sldId="324"/>
            <ac:spMk id="7" creationId="{5DD5E2A5-3FA9-72EF-F656-7489841ED904}"/>
          </ac:spMkLst>
        </pc:spChg>
        <pc:picChg chg="add mod">
          <ac:chgData name="Dipak Pathak" userId="S::dpathak2@gmu.edu::9e5e4304-2b05-4cd4-bfab-fd6cb6db6662" providerId="AD" clId="Web-{436BFFCE-5B92-8AB7-AB81-D98AAB38C88A}" dt="2026-02-24T21:26:38.812" v="10" actId="1076"/>
          <ac:picMkLst>
            <pc:docMk/>
            <pc:sldMk cId="2519041709" sldId="324"/>
            <ac:picMk id="15" creationId="{B602937E-7144-CD2A-A407-16F1172BE6AD}"/>
          </ac:picMkLst>
        </pc:picChg>
      </pc:sldChg>
      <pc:sldChg chg="addSp delSp">
        <pc:chgData name="Dipak Pathak" userId="S::dpathak2@gmu.edu::9e5e4304-2b05-4cd4-bfab-fd6cb6db6662" providerId="AD" clId="Web-{436BFFCE-5B92-8AB7-AB81-D98AAB38C88A}" dt="2026-02-24T21:27:42.188" v="14"/>
        <pc:sldMkLst>
          <pc:docMk/>
          <pc:sldMk cId="3775235325" sldId="325"/>
        </pc:sldMkLst>
        <pc:picChg chg="add">
          <ac:chgData name="Dipak Pathak" userId="S::dpathak2@gmu.edu::9e5e4304-2b05-4cd4-bfab-fd6cb6db6662" providerId="AD" clId="Web-{436BFFCE-5B92-8AB7-AB81-D98AAB38C88A}" dt="2026-02-24T21:27:42.188" v="14"/>
          <ac:picMkLst>
            <pc:docMk/>
            <pc:sldMk cId="3775235325" sldId="325"/>
            <ac:picMk id="12" creationId="{7BFF6DFF-3E03-1BDE-081A-CC3929CD3F9D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7:54.016" v="17"/>
        <pc:sldMkLst>
          <pc:docMk/>
          <pc:sldMk cId="555109441" sldId="326"/>
        </pc:sldMkLst>
        <pc:picChg chg="add">
          <ac:chgData name="Dipak Pathak" userId="S::dpathak2@gmu.edu::9e5e4304-2b05-4cd4-bfab-fd6cb6db6662" providerId="AD" clId="Web-{436BFFCE-5B92-8AB7-AB81-D98AAB38C88A}" dt="2026-02-24T21:27:54.016" v="17"/>
          <ac:picMkLst>
            <pc:docMk/>
            <pc:sldMk cId="555109441" sldId="326"/>
            <ac:picMk id="13" creationId="{05F392DC-05C2-9D07-EF76-F2A43F191E34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7:51.751" v="16"/>
        <pc:sldMkLst>
          <pc:docMk/>
          <pc:sldMk cId="2272812985" sldId="327"/>
        </pc:sldMkLst>
        <pc:picChg chg="add">
          <ac:chgData name="Dipak Pathak" userId="S::dpathak2@gmu.edu::9e5e4304-2b05-4cd4-bfab-fd6cb6db6662" providerId="AD" clId="Web-{436BFFCE-5B92-8AB7-AB81-D98AAB38C88A}" dt="2026-02-24T21:27:51.751" v="16"/>
          <ac:picMkLst>
            <pc:docMk/>
            <pc:sldMk cId="2272812985" sldId="327"/>
            <ac:picMk id="13" creationId="{5D76C3C5-98A9-268E-247B-942300900D8A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7:57.641" v="18"/>
        <pc:sldMkLst>
          <pc:docMk/>
          <pc:sldMk cId="1673404815" sldId="328"/>
        </pc:sldMkLst>
        <pc:picChg chg="add">
          <ac:chgData name="Dipak Pathak" userId="S::dpathak2@gmu.edu::9e5e4304-2b05-4cd4-bfab-fd6cb6db6662" providerId="AD" clId="Web-{436BFFCE-5B92-8AB7-AB81-D98AAB38C88A}" dt="2026-02-24T21:27:57.641" v="18"/>
          <ac:picMkLst>
            <pc:docMk/>
            <pc:sldMk cId="1673404815" sldId="328"/>
            <ac:picMk id="14" creationId="{C0FFBF2E-4AE5-3F4E-A1C3-619FB5E5D99D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8:04.407" v="19"/>
        <pc:sldMkLst>
          <pc:docMk/>
          <pc:sldMk cId="1682999205" sldId="330"/>
        </pc:sldMkLst>
        <pc:picChg chg="add">
          <ac:chgData name="Dipak Pathak" userId="S::dpathak2@gmu.edu::9e5e4304-2b05-4cd4-bfab-fd6cb6db6662" providerId="AD" clId="Web-{436BFFCE-5B92-8AB7-AB81-D98AAB38C88A}" dt="2026-02-24T21:28:04.407" v="19"/>
          <ac:picMkLst>
            <pc:docMk/>
            <pc:sldMk cId="1682999205" sldId="330"/>
            <ac:picMk id="14" creationId="{DAF74F8F-236E-A134-D62A-CD4457EC6303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8:23.892" v="20"/>
        <pc:sldMkLst>
          <pc:docMk/>
          <pc:sldMk cId="969680013" sldId="333"/>
        </pc:sldMkLst>
        <pc:picChg chg="add">
          <ac:chgData name="Dipak Pathak" userId="S::dpathak2@gmu.edu::9e5e4304-2b05-4cd4-bfab-fd6cb6db6662" providerId="AD" clId="Web-{436BFFCE-5B92-8AB7-AB81-D98AAB38C88A}" dt="2026-02-24T21:28:23.892" v="20"/>
          <ac:picMkLst>
            <pc:docMk/>
            <pc:sldMk cId="969680013" sldId="333"/>
            <ac:picMk id="14" creationId="{A9353D15-7D4D-092D-6FB0-A7C77E90540E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8:57.423" v="21"/>
        <pc:sldMkLst>
          <pc:docMk/>
          <pc:sldMk cId="2680070935" sldId="334"/>
        </pc:sldMkLst>
        <pc:picChg chg="add">
          <ac:chgData name="Dipak Pathak" userId="S::dpathak2@gmu.edu::9e5e4304-2b05-4cd4-bfab-fd6cb6db6662" providerId="AD" clId="Web-{436BFFCE-5B92-8AB7-AB81-D98AAB38C88A}" dt="2026-02-24T21:28:57.423" v="21"/>
          <ac:picMkLst>
            <pc:docMk/>
            <pc:sldMk cId="2680070935" sldId="334"/>
            <ac:picMk id="14" creationId="{AE51F84A-3647-0B8A-F0D5-68C24192932C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9:29.220" v="24"/>
        <pc:sldMkLst>
          <pc:docMk/>
          <pc:sldMk cId="3900356506" sldId="336"/>
        </pc:sldMkLst>
        <pc:picChg chg="add">
          <ac:chgData name="Dipak Pathak" userId="S::dpathak2@gmu.edu::9e5e4304-2b05-4cd4-bfab-fd6cb6db6662" providerId="AD" clId="Web-{436BFFCE-5B92-8AB7-AB81-D98AAB38C88A}" dt="2026-02-24T21:29:29.220" v="24"/>
          <ac:picMkLst>
            <pc:docMk/>
            <pc:sldMk cId="3900356506" sldId="336"/>
            <ac:picMk id="14" creationId="{1398351F-2D37-DF4F-CD7F-C04CC36DFCF0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9:31.877" v="25"/>
        <pc:sldMkLst>
          <pc:docMk/>
          <pc:sldMk cId="1623281609" sldId="337"/>
        </pc:sldMkLst>
        <pc:picChg chg="add">
          <ac:chgData name="Dipak Pathak" userId="S::dpathak2@gmu.edu::9e5e4304-2b05-4cd4-bfab-fd6cb6db6662" providerId="AD" clId="Web-{436BFFCE-5B92-8AB7-AB81-D98AAB38C88A}" dt="2026-02-24T21:29:31.877" v="25"/>
          <ac:picMkLst>
            <pc:docMk/>
            <pc:sldMk cId="1623281609" sldId="337"/>
            <ac:picMk id="14" creationId="{F8CC8386-3265-D59C-1595-ED4764B4E8E0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9:39.220" v="27"/>
        <pc:sldMkLst>
          <pc:docMk/>
          <pc:sldMk cId="4111873594" sldId="338"/>
        </pc:sldMkLst>
        <pc:picChg chg="add">
          <ac:chgData name="Dipak Pathak" userId="S::dpathak2@gmu.edu::9e5e4304-2b05-4cd4-bfab-fd6cb6db6662" providerId="AD" clId="Web-{436BFFCE-5B92-8AB7-AB81-D98AAB38C88A}" dt="2026-02-24T21:29:39.220" v="27"/>
          <ac:picMkLst>
            <pc:docMk/>
            <pc:sldMk cId="4111873594" sldId="338"/>
            <ac:picMk id="14" creationId="{FB4D3D7B-EA19-5BCC-1C32-E1096A2F3C46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9:51.330" v="28"/>
        <pc:sldMkLst>
          <pc:docMk/>
          <pc:sldMk cId="3897124998" sldId="339"/>
        </pc:sldMkLst>
        <pc:picChg chg="add">
          <ac:chgData name="Dipak Pathak" userId="S::dpathak2@gmu.edu::9e5e4304-2b05-4cd4-bfab-fd6cb6db6662" providerId="AD" clId="Web-{436BFFCE-5B92-8AB7-AB81-D98AAB38C88A}" dt="2026-02-24T21:29:51.330" v="28"/>
          <ac:picMkLst>
            <pc:docMk/>
            <pc:sldMk cId="3897124998" sldId="339"/>
            <ac:picMk id="14" creationId="{2B1D197C-F04E-CAAD-A699-5F7DE609D09B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9:35.424" v="26"/>
        <pc:sldMkLst>
          <pc:docMk/>
          <pc:sldMk cId="2992507613" sldId="341"/>
        </pc:sldMkLst>
        <pc:picChg chg="add">
          <ac:chgData name="Dipak Pathak" userId="S::dpathak2@gmu.edu::9e5e4304-2b05-4cd4-bfab-fd6cb6db6662" providerId="AD" clId="Web-{436BFFCE-5B92-8AB7-AB81-D98AAB38C88A}" dt="2026-02-24T21:29:35.424" v="26"/>
          <ac:picMkLst>
            <pc:docMk/>
            <pc:sldMk cId="2992507613" sldId="341"/>
            <ac:picMk id="14" creationId="{BB4E5C82-A9C5-33BD-E52B-A84E933DCAC5}"/>
          </ac:picMkLst>
        </pc:picChg>
      </pc:sldChg>
      <pc:sldChg chg="addSp modSp">
        <pc:chgData name="Dipak Pathak" userId="S::dpathak2@gmu.edu::9e5e4304-2b05-4cd4-bfab-fd6cb6db6662" providerId="AD" clId="Web-{436BFFCE-5B92-8AB7-AB81-D98AAB38C88A}" dt="2026-02-24T21:29:07.580" v="23" actId="14100"/>
        <pc:sldMkLst>
          <pc:docMk/>
          <pc:sldMk cId="3462938039" sldId="342"/>
        </pc:sldMkLst>
        <pc:picChg chg="mod">
          <ac:chgData name="Dipak Pathak" userId="S::dpathak2@gmu.edu::9e5e4304-2b05-4cd4-bfab-fd6cb6db6662" providerId="AD" clId="Web-{436BFFCE-5B92-8AB7-AB81-D98AAB38C88A}" dt="2026-02-24T21:29:07.580" v="23" actId="14100"/>
          <ac:picMkLst>
            <pc:docMk/>
            <pc:sldMk cId="3462938039" sldId="342"/>
            <ac:picMk id="7" creationId="{3015A516-561C-9167-7951-603F911BAB4B}"/>
          </ac:picMkLst>
        </pc:picChg>
        <pc:picChg chg="add">
          <ac:chgData name="Dipak Pathak" userId="S::dpathak2@gmu.edu::9e5e4304-2b05-4cd4-bfab-fd6cb6db6662" providerId="AD" clId="Web-{436BFFCE-5B92-8AB7-AB81-D98AAB38C88A}" dt="2026-02-24T21:29:00.001" v="22"/>
          <ac:picMkLst>
            <pc:docMk/>
            <pc:sldMk cId="3462938039" sldId="342"/>
            <ac:picMk id="14" creationId="{FDD4D2C7-AB1E-AD10-39A9-B4FA4DDBD05B}"/>
          </ac:picMkLst>
        </pc:picChg>
      </pc:sldChg>
      <pc:sldChg chg="addSp">
        <pc:chgData name="Dipak Pathak" userId="S::dpathak2@gmu.edu::9e5e4304-2b05-4cd4-bfab-fd6cb6db6662" providerId="AD" clId="Web-{436BFFCE-5B92-8AB7-AB81-D98AAB38C88A}" dt="2026-02-24T21:27:47.454" v="15"/>
        <pc:sldMkLst>
          <pc:docMk/>
          <pc:sldMk cId="4274048019" sldId="343"/>
        </pc:sldMkLst>
        <pc:picChg chg="add">
          <ac:chgData name="Dipak Pathak" userId="S::dpathak2@gmu.edu::9e5e4304-2b05-4cd4-bfab-fd6cb6db6662" providerId="AD" clId="Web-{436BFFCE-5B92-8AB7-AB81-D98AAB38C88A}" dt="2026-02-24T21:27:47.454" v="15"/>
          <ac:picMkLst>
            <pc:docMk/>
            <pc:sldMk cId="4274048019" sldId="343"/>
            <ac:picMk id="16" creationId="{307178C6-634C-9190-A003-C49B41294894}"/>
          </ac:picMkLst>
        </pc:picChg>
      </pc:sldChg>
    </pc:docChg>
  </pc:docChgLst>
  <pc:docChgLst>
    <pc:chgData name="Dipak Pathak" userId="S::dpathak2@gmu.edu::9e5e4304-2b05-4cd4-bfab-fd6cb6db6662" providerId="AD" clId="Web-{74360B0D-9253-EC65-98E3-7D3D6CDF149F}"/>
    <pc:docChg chg="mod addSld delSld modSld sldOrd addMainMaster delMainMaster modSection">
      <pc:chgData name="Dipak Pathak" userId="S::dpathak2@gmu.edu::9e5e4304-2b05-4cd4-bfab-fd6cb6db6662" providerId="AD" clId="Web-{74360B0D-9253-EC65-98E3-7D3D6CDF149F}" dt="2026-02-24T05:27:54.184" v="117"/>
      <pc:docMkLst>
        <pc:docMk/>
      </pc:docMkLst>
      <pc:sldChg chg="addSp delSp modSp new mod ord setBg modClrScheme delDesignElem chgLayout">
        <pc:chgData name="Dipak Pathak" userId="S::dpathak2@gmu.edu::9e5e4304-2b05-4cd4-bfab-fd6cb6db6662" providerId="AD" clId="Web-{74360B0D-9253-EC65-98E3-7D3D6CDF149F}" dt="2026-02-24T05:27:03.572" v="115"/>
        <pc:sldMkLst>
          <pc:docMk/>
          <pc:sldMk cId="3688268459" sldId="315"/>
        </pc:sldMkLst>
        <pc:picChg chg="add mod ord">
          <ac:chgData name="Dipak Pathak" userId="S::dpathak2@gmu.edu::9e5e4304-2b05-4cd4-bfab-fd6cb6db6662" providerId="AD" clId="Web-{74360B0D-9253-EC65-98E3-7D3D6CDF149F}" dt="2026-02-24T05:27:03.572" v="115"/>
          <ac:picMkLst>
            <pc:docMk/>
            <pc:sldMk cId="3688268459" sldId="315"/>
            <ac:picMk id="5" creationId="{212608C9-52D2-6E5F-92AD-5945D60FE78A}"/>
          </ac:picMkLst>
        </pc:picChg>
      </pc:sldChg>
    </pc:docChg>
  </pc:docChgLst>
  <pc:docChgLst>
    <pc:chgData name="Dipak Pathak" userId="9e5e4304-2b05-4cd4-bfab-fd6cb6db6662" providerId="ADAL" clId="{0CB70707-C47C-4943-B2EC-722F5DE3387A}"/>
    <pc:docChg chg="undo custSel addSld delSld modSld modSection">
      <pc:chgData name="Dipak Pathak" userId="9e5e4304-2b05-4cd4-bfab-fd6cb6db6662" providerId="ADAL" clId="{0CB70707-C47C-4943-B2EC-722F5DE3387A}" dt="2026-03-16T04:48:40.165" v="49" actId="1076"/>
      <pc:docMkLst>
        <pc:docMk/>
      </pc:docMkLst>
      <pc:sldChg chg="del">
        <pc:chgData name="Dipak Pathak" userId="9e5e4304-2b05-4cd4-bfab-fd6cb6db6662" providerId="ADAL" clId="{0CB70707-C47C-4943-B2EC-722F5DE3387A}" dt="2026-03-16T04:43:50.194" v="32" actId="2696"/>
        <pc:sldMkLst>
          <pc:docMk/>
          <pc:sldMk cId="0" sldId="266"/>
        </pc:sldMkLst>
      </pc:sldChg>
      <pc:sldChg chg="modSp mod">
        <pc:chgData name="Dipak Pathak" userId="9e5e4304-2b05-4cd4-bfab-fd6cb6db6662" providerId="ADAL" clId="{0CB70707-C47C-4943-B2EC-722F5DE3387A}" dt="2026-03-16T04:47:16.708" v="41" actId="20577"/>
        <pc:sldMkLst>
          <pc:docMk/>
          <pc:sldMk cId="3897124998" sldId="339"/>
        </pc:sldMkLst>
        <pc:graphicFrameChg chg="mod modGraphic">
          <ac:chgData name="Dipak Pathak" userId="9e5e4304-2b05-4cd4-bfab-fd6cb6db6662" providerId="ADAL" clId="{0CB70707-C47C-4943-B2EC-722F5DE3387A}" dt="2026-03-16T04:47:16.708" v="41" actId="20577"/>
          <ac:graphicFrameMkLst>
            <pc:docMk/>
            <pc:sldMk cId="3897124998" sldId="339"/>
            <ac:graphicFrameMk id="5" creationId="{2B96C832-7082-1687-BC21-0CAE376EFB51}"/>
          </ac:graphicFrameMkLst>
        </pc:graphicFrameChg>
      </pc:sldChg>
      <pc:sldChg chg="addSp modSp add mod">
        <pc:chgData name="Dipak Pathak" userId="9e5e4304-2b05-4cd4-bfab-fd6cb6db6662" providerId="ADAL" clId="{0CB70707-C47C-4943-B2EC-722F5DE3387A}" dt="2026-03-16T04:48:40.165" v="49" actId="1076"/>
        <pc:sldMkLst>
          <pc:docMk/>
          <pc:sldMk cId="546111673" sldId="344"/>
        </pc:sldMkLst>
        <pc:spChg chg="add">
          <ac:chgData name="Dipak Pathak" userId="9e5e4304-2b05-4cd4-bfab-fd6cb6db6662" providerId="ADAL" clId="{0CB70707-C47C-4943-B2EC-722F5DE3387A}" dt="2026-03-16T04:39:26.965" v="11"/>
          <ac:spMkLst>
            <pc:docMk/>
            <pc:sldMk cId="546111673" sldId="344"/>
            <ac:spMk id="2" creationId="{E6C6F2D6-14D3-E73B-BAD6-CC6D4BD14B86}"/>
          </ac:spMkLst>
        </pc:spChg>
        <pc:spChg chg="add">
          <ac:chgData name="Dipak Pathak" userId="9e5e4304-2b05-4cd4-bfab-fd6cb6db6662" providerId="ADAL" clId="{0CB70707-C47C-4943-B2EC-722F5DE3387A}" dt="2026-03-16T04:39:42.797" v="13"/>
          <ac:spMkLst>
            <pc:docMk/>
            <pc:sldMk cId="546111673" sldId="344"/>
            <ac:spMk id="4" creationId="{2914C2EF-7E42-6F93-F425-EBEDC778A31F}"/>
          </ac:spMkLst>
        </pc:spChg>
        <pc:spChg chg="add">
          <ac:chgData name="Dipak Pathak" userId="9e5e4304-2b05-4cd4-bfab-fd6cb6db6662" providerId="ADAL" clId="{0CB70707-C47C-4943-B2EC-722F5DE3387A}" dt="2026-03-16T04:42:43.747" v="25"/>
          <ac:spMkLst>
            <pc:docMk/>
            <pc:sldMk cId="546111673" sldId="344"/>
            <ac:spMk id="5" creationId="{03868635-0CEC-AC0B-B341-4CF4FBB38A1C}"/>
          </ac:spMkLst>
        </pc:spChg>
        <pc:spChg chg="mod">
          <ac:chgData name="Dipak Pathak" userId="9e5e4304-2b05-4cd4-bfab-fd6cb6db6662" providerId="ADAL" clId="{0CB70707-C47C-4943-B2EC-722F5DE3387A}" dt="2026-03-16T04:48:40.165" v="49" actId="1076"/>
          <ac:spMkLst>
            <pc:docMk/>
            <pc:sldMk cId="546111673" sldId="344"/>
            <ac:spMk id="498" creationId="{B6F377EC-1204-D72A-2792-A0BAEC31F317}"/>
          </ac:spMkLst>
        </pc:spChg>
        <pc:spChg chg="mod">
          <ac:chgData name="Dipak Pathak" userId="9e5e4304-2b05-4cd4-bfab-fd6cb6db6662" providerId="ADAL" clId="{0CB70707-C47C-4943-B2EC-722F5DE3387A}" dt="2026-03-16T04:43:32.194" v="31" actId="14100"/>
          <ac:spMkLst>
            <pc:docMk/>
            <pc:sldMk cId="546111673" sldId="344"/>
            <ac:spMk id="501" creationId="{E1B7E289-2B89-80E6-C3B0-633309053F72}"/>
          </ac:spMkLst>
        </pc:spChg>
      </pc:sldChg>
      <pc:sldChg chg="modSp add mod">
        <pc:chgData name="Dipak Pathak" userId="9e5e4304-2b05-4cd4-bfab-fd6cb6db6662" providerId="ADAL" clId="{0CB70707-C47C-4943-B2EC-722F5DE3387A}" dt="2026-03-16T04:46:59.634" v="38" actId="108"/>
        <pc:sldMkLst>
          <pc:docMk/>
          <pc:sldMk cId="1085861237" sldId="345"/>
        </pc:sldMkLst>
        <pc:spChg chg="mod">
          <ac:chgData name="Dipak Pathak" userId="9e5e4304-2b05-4cd4-bfab-fd6cb6db6662" providerId="ADAL" clId="{0CB70707-C47C-4943-B2EC-722F5DE3387A}" dt="2026-03-16T04:46:59.634" v="38" actId="108"/>
          <ac:spMkLst>
            <pc:docMk/>
            <pc:sldMk cId="1085861237" sldId="345"/>
            <ac:spMk id="498" creationId="{C4797AC2-F25C-C30D-15F2-B326F19C04CF}"/>
          </ac:spMkLst>
        </pc:spChg>
        <pc:spChg chg="mod">
          <ac:chgData name="Dipak Pathak" userId="9e5e4304-2b05-4cd4-bfab-fd6cb6db6662" providerId="ADAL" clId="{0CB70707-C47C-4943-B2EC-722F5DE3387A}" dt="2026-03-16T04:43:59.622" v="34" actId="1076"/>
          <ac:spMkLst>
            <pc:docMk/>
            <pc:sldMk cId="1085861237" sldId="345"/>
            <ac:spMk id="501" creationId="{C27881B0-4824-6618-2BC7-5C79483D287C}"/>
          </ac:spMkLst>
        </pc:spChg>
      </pc:sldChg>
    </pc:docChg>
  </pc:docChgLst>
  <pc:docChgLst>
    <pc:chgData name="Dipak Pathak" userId="S::dpathak2@gmu.edu::9e5e4304-2b05-4cd4-bfab-fd6cb6db6662" providerId="AD" clId="Web-{1F2C8DD2-939A-85D3-7D21-4D352596C270}"/>
    <pc:docChg chg="modSld modMainMaster">
      <pc:chgData name="Dipak Pathak" userId="S::dpathak2@gmu.edu::9e5e4304-2b05-4cd4-bfab-fd6cb6db6662" providerId="AD" clId="Web-{1F2C8DD2-939A-85D3-7D21-4D352596C270}" dt="2026-02-24T23:40:27.983" v="302" actId="1076"/>
      <pc:docMkLst>
        <pc:docMk/>
      </pc:docMkLst>
      <pc:sldChg chg="modSp">
        <pc:chgData name="Dipak Pathak" userId="S::dpathak2@gmu.edu::9e5e4304-2b05-4cd4-bfab-fd6cb6db6662" providerId="AD" clId="Web-{1F2C8DD2-939A-85D3-7D21-4D352596C270}" dt="2026-02-24T23:01:13.451" v="260" actId="14100"/>
        <pc:sldMkLst>
          <pc:docMk/>
          <pc:sldMk cId="0" sldId="266"/>
        </pc:sldMkLst>
        <pc:spChg chg="mod">
          <ac:chgData name="Dipak Pathak" userId="S::dpathak2@gmu.edu::9e5e4304-2b05-4cd4-bfab-fd6cb6db6662" providerId="AD" clId="Web-{1F2C8DD2-939A-85D3-7D21-4D352596C270}" dt="2026-02-24T23:01:13.451" v="260" actId="14100"/>
          <ac:spMkLst>
            <pc:docMk/>
            <pc:sldMk cId="0" sldId="266"/>
            <ac:spMk id="498" creationId="{00000000-0000-0000-0000-000000000000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31:05.775" v="274" actId="1076"/>
        <pc:sldMkLst>
          <pc:docMk/>
          <pc:sldMk cId="3688268459" sldId="315"/>
        </pc:sldMkLst>
        <pc:spChg chg="add mod">
          <ac:chgData name="Dipak Pathak" userId="S::dpathak2@gmu.edu::9e5e4304-2b05-4cd4-bfab-fd6cb6db6662" providerId="AD" clId="Web-{1F2C8DD2-939A-85D3-7D21-4D352596C270}" dt="2026-02-24T23:31:05.775" v="274" actId="1076"/>
          <ac:spMkLst>
            <pc:docMk/>
            <pc:sldMk cId="3688268459" sldId="315"/>
            <ac:spMk id="2" creationId="{76900971-5C91-B99D-8113-FAA764C96655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31:49.416" v="279"/>
        <pc:sldMkLst>
          <pc:docMk/>
          <pc:sldMk cId="1042206613" sldId="316"/>
        </pc:sldMkLst>
        <pc:spChg chg="add mod">
          <ac:chgData name="Dipak Pathak" userId="S::dpathak2@gmu.edu::9e5e4304-2b05-4cd4-bfab-fd6cb6db6662" providerId="AD" clId="Web-{1F2C8DD2-939A-85D3-7D21-4D352596C270}" dt="2026-02-24T23:31:49.416" v="279"/>
          <ac:spMkLst>
            <pc:docMk/>
            <pc:sldMk cId="1042206613" sldId="316"/>
            <ac:spMk id="7" creationId="{826AE0F0-E6CB-C5C3-B459-8FEFCDB12ABB}"/>
          </ac:spMkLst>
        </pc:spChg>
      </pc:sldChg>
      <pc:sldChg chg="addSp delSp modSp">
        <pc:chgData name="Dipak Pathak" userId="S::dpathak2@gmu.edu::9e5e4304-2b05-4cd4-bfab-fd6cb6db6662" providerId="AD" clId="Web-{1F2C8DD2-939A-85D3-7D21-4D352596C270}" dt="2026-02-24T23:30:38.118" v="273"/>
        <pc:sldMkLst>
          <pc:docMk/>
          <pc:sldMk cId="842788691" sldId="317"/>
        </pc:sldMkLst>
        <pc:spChg chg="add mod">
          <ac:chgData name="Dipak Pathak" userId="S::dpathak2@gmu.edu::9e5e4304-2b05-4cd4-bfab-fd6cb6db6662" providerId="AD" clId="Web-{1F2C8DD2-939A-85D3-7D21-4D352596C270}" dt="2026-02-24T23:30:38.118" v="273"/>
          <ac:spMkLst>
            <pc:docMk/>
            <pc:sldMk cId="842788691" sldId="317"/>
            <ac:spMk id="3" creationId="{23259E86-00EE-0B3B-E8BC-67A3F3963E99}"/>
          </ac:spMkLst>
        </pc:spChg>
      </pc:sldChg>
      <pc:sldChg chg="addSp delSp modSp">
        <pc:chgData name="Dipak Pathak" userId="S::dpathak2@gmu.edu::9e5e4304-2b05-4cd4-bfab-fd6cb6db6662" providerId="AD" clId="Web-{1F2C8DD2-939A-85D3-7D21-4D352596C270}" dt="2026-02-24T23:29:20.695" v="264"/>
        <pc:sldMkLst>
          <pc:docMk/>
          <pc:sldMk cId="2858848538" sldId="318"/>
        </pc:sldMkLst>
        <pc:spChg chg="add mod">
          <ac:chgData name="Dipak Pathak" userId="S::dpathak2@gmu.edu::9e5e4304-2b05-4cd4-bfab-fd6cb6db6662" providerId="AD" clId="Web-{1F2C8DD2-939A-85D3-7D21-4D352596C270}" dt="2026-02-24T23:29:20.695" v="264"/>
          <ac:spMkLst>
            <pc:docMk/>
            <pc:sldMk cId="2858848538" sldId="318"/>
            <ac:spMk id="4" creationId="{09D5F72A-FDF7-9AC4-AA0E-962CB63CF4E0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38:53.309" v="286" actId="1076"/>
        <pc:sldMkLst>
          <pc:docMk/>
          <pc:sldMk cId="1320726633" sldId="319"/>
        </pc:sldMkLst>
        <pc:spChg chg="add mod">
          <ac:chgData name="Dipak Pathak" userId="S::dpathak2@gmu.edu::9e5e4304-2b05-4cd4-bfab-fd6cb6db6662" providerId="AD" clId="Web-{1F2C8DD2-939A-85D3-7D21-4D352596C270}" dt="2026-02-24T23:38:53.309" v="286" actId="1076"/>
          <ac:spMkLst>
            <pc:docMk/>
            <pc:sldMk cId="1320726633" sldId="319"/>
            <ac:spMk id="3" creationId="{15BC8319-5B53-5A24-66EF-3D53E1D18325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39:32.701" v="293" actId="1076"/>
        <pc:sldMkLst>
          <pc:docMk/>
          <pc:sldMk cId="3280635778" sldId="320"/>
        </pc:sldMkLst>
        <pc:spChg chg="add mod">
          <ac:chgData name="Dipak Pathak" userId="S::dpathak2@gmu.edu::9e5e4304-2b05-4cd4-bfab-fd6cb6db6662" providerId="AD" clId="Web-{1F2C8DD2-939A-85D3-7D21-4D352596C270}" dt="2026-02-24T23:39:32.701" v="293" actId="1076"/>
          <ac:spMkLst>
            <pc:docMk/>
            <pc:sldMk cId="3280635778" sldId="320"/>
            <ac:spMk id="3" creationId="{39DD9036-B0D8-1E6F-665B-9887102D29D1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40:04.655" v="297" actId="1076"/>
        <pc:sldMkLst>
          <pc:docMk/>
          <pc:sldMk cId="2807968236" sldId="321"/>
        </pc:sldMkLst>
        <pc:spChg chg="add mod">
          <ac:chgData name="Dipak Pathak" userId="S::dpathak2@gmu.edu::9e5e4304-2b05-4cd4-bfab-fd6cb6db6662" providerId="AD" clId="Web-{1F2C8DD2-939A-85D3-7D21-4D352596C270}" dt="2026-02-24T23:40:04.655" v="297" actId="1076"/>
          <ac:spMkLst>
            <pc:docMk/>
            <pc:sldMk cId="2807968236" sldId="321"/>
            <ac:spMk id="3" creationId="{DC586BC0-ABF4-B9DE-B34D-62B849F003FC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29:20.695" v="264"/>
        <pc:sldMkLst>
          <pc:docMk/>
          <pc:sldMk cId="2899551309" sldId="323"/>
        </pc:sldMkLst>
        <pc:spChg chg="add mod">
          <ac:chgData name="Dipak Pathak" userId="S::dpathak2@gmu.edu::9e5e4304-2b05-4cd4-bfab-fd6cb6db6662" providerId="AD" clId="Web-{1F2C8DD2-939A-85D3-7D21-4D352596C270}" dt="2026-02-24T23:29:20.695" v="264"/>
          <ac:spMkLst>
            <pc:docMk/>
            <pc:sldMk cId="2899551309" sldId="323"/>
            <ac:spMk id="5" creationId="{1FDBCC7B-F1E8-D702-63B5-0D74494997EC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40:27.983" v="302" actId="1076"/>
        <pc:sldMkLst>
          <pc:docMk/>
          <pc:sldMk cId="2519041709" sldId="324"/>
        </pc:sldMkLst>
        <pc:spChg chg="mod">
          <ac:chgData name="Dipak Pathak" userId="S::dpathak2@gmu.edu::9e5e4304-2b05-4cd4-bfab-fd6cb6db6662" providerId="AD" clId="Web-{1F2C8DD2-939A-85D3-7D21-4D352596C270}" dt="2026-02-24T22:49:56.058" v="32" actId="20577"/>
          <ac:spMkLst>
            <pc:docMk/>
            <pc:sldMk cId="2519041709" sldId="324"/>
            <ac:spMk id="3" creationId="{E2CA3405-A759-6FE8-7A17-EE79CFD0BBA5}"/>
          </ac:spMkLst>
        </pc:spChg>
        <pc:spChg chg="mod">
          <ac:chgData name="Dipak Pathak" userId="S::dpathak2@gmu.edu::9e5e4304-2b05-4cd4-bfab-fd6cb6db6662" providerId="AD" clId="Web-{1F2C8DD2-939A-85D3-7D21-4D352596C270}" dt="2026-02-24T22:49:57.465" v="36" actId="20577"/>
          <ac:spMkLst>
            <pc:docMk/>
            <pc:sldMk cId="2519041709" sldId="324"/>
            <ac:spMk id="7" creationId="{5DD5E2A5-3FA9-72EF-F656-7489841ED904}"/>
          </ac:spMkLst>
        </pc:spChg>
        <pc:spChg chg="add mod">
          <ac:chgData name="Dipak Pathak" userId="S::dpathak2@gmu.edu::9e5e4304-2b05-4cd4-bfab-fd6cb6db6662" providerId="AD" clId="Web-{1F2C8DD2-939A-85D3-7D21-4D352596C270}" dt="2026-02-24T23:40:27.983" v="302" actId="1076"/>
          <ac:spMkLst>
            <pc:docMk/>
            <pc:sldMk cId="2519041709" sldId="324"/>
            <ac:spMk id="8" creationId="{A2AF6B7E-2B39-A3EF-B46F-BFC94FE82F12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29:20.695" v="264"/>
        <pc:sldMkLst>
          <pc:docMk/>
          <pc:sldMk cId="555109441" sldId="326"/>
        </pc:sldMkLst>
        <pc:spChg chg="add mod">
          <ac:chgData name="Dipak Pathak" userId="S::dpathak2@gmu.edu::9e5e4304-2b05-4cd4-bfab-fd6cb6db6662" providerId="AD" clId="Web-{1F2C8DD2-939A-85D3-7D21-4D352596C270}" dt="2026-02-24T23:29:20.695" v="264"/>
          <ac:spMkLst>
            <pc:docMk/>
            <pc:sldMk cId="555109441" sldId="326"/>
            <ac:spMk id="2" creationId="{C56896C9-D253-67F5-47AC-02E89E508C00}"/>
          </ac:spMkLst>
        </pc:spChg>
      </pc:sldChg>
      <pc:sldChg chg="addSp modSp">
        <pc:chgData name="Dipak Pathak" userId="S::dpathak2@gmu.edu::9e5e4304-2b05-4cd4-bfab-fd6cb6db6662" providerId="AD" clId="Web-{1F2C8DD2-939A-85D3-7D21-4D352596C270}" dt="2026-02-24T23:29:20.695" v="264"/>
        <pc:sldMkLst>
          <pc:docMk/>
          <pc:sldMk cId="2272812985" sldId="327"/>
        </pc:sldMkLst>
        <pc:spChg chg="add mod">
          <ac:chgData name="Dipak Pathak" userId="S::dpathak2@gmu.edu::9e5e4304-2b05-4cd4-bfab-fd6cb6db6662" providerId="AD" clId="Web-{1F2C8DD2-939A-85D3-7D21-4D352596C270}" dt="2026-02-24T23:29:20.695" v="264"/>
          <ac:spMkLst>
            <pc:docMk/>
            <pc:sldMk cId="2272812985" sldId="327"/>
            <ac:spMk id="2" creationId="{3E27C71E-9684-3DA8-9F53-8D09A2284912}"/>
          </ac:spMkLst>
        </pc:spChg>
      </pc:sldChg>
      <pc:sldChg chg="modSp">
        <pc:chgData name="Dipak Pathak" userId="S::dpathak2@gmu.edu::9e5e4304-2b05-4cd4-bfab-fd6cb6db6662" providerId="AD" clId="Web-{1F2C8DD2-939A-85D3-7D21-4D352596C270}" dt="2026-02-24T22:50:55.871" v="70"/>
        <pc:sldMkLst>
          <pc:docMk/>
          <pc:sldMk cId="1682999205" sldId="330"/>
        </pc:sldMkLst>
        <pc:graphicFrameChg chg="mod modGraphic">
          <ac:chgData name="Dipak Pathak" userId="S::dpathak2@gmu.edu::9e5e4304-2b05-4cd4-bfab-fd6cb6db6662" providerId="AD" clId="Web-{1F2C8DD2-939A-85D3-7D21-4D352596C270}" dt="2026-02-24T22:50:55.871" v="70"/>
          <ac:graphicFrameMkLst>
            <pc:docMk/>
            <pc:sldMk cId="1682999205" sldId="330"/>
            <ac:graphicFrameMk id="7" creationId="{EAB6590D-A70F-BB8F-DD6E-1F03067DC838}"/>
          </ac:graphicFrameMkLst>
        </pc:graphicFrameChg>
      </pc:sldChg>
      <pc:sldChg chg="modSp">
        <pc:chgData name="Dipak Pathak" userId="S::dpathak2@gmu.edu::9e5e4304-2b05-4cd4-bfab-fd6cb6db6662" providerId="AD" clId="Web-{1F2C8DD2-939A-85D3-7D21-4D352596C270}" dt="2026-02-24T22:54:47.171" v="129"/>
        <pc:sldMkLst>
          <pc:docMk/>
          <pc:sldMk cId="969680013" sldId="333"/>
        </pc:sldMkLst>
        <pc:graphicFrameChg chg="mod modGraphic">
          <ac:chgData name="Dipak Pathak" userId="S::dpathak2@gmu.edu::9e5e4304-2b05-4cd4-bfab-fd6cb6db6662" providerId="AD" clId="Web-{1F2C8DD2-939A-85D3-7D21-4D352596C270}" dt="2026-02-24T22:54:47.171" v="129"/>
          <ac:graphicFrameMkLst>
            <pc:docMk/>
            <pc:sldMk cId="969680013" sldId="333"/>
            <ac:graphicFrameMk id="7" creationId="{3F695E2D-45B9-67A1-6770-66FCF4F8C767}"/>
          </ac:graphicFrameMkLst>
        </pc:graphicFrameChg>
      </pc:sldChg>
      <pc:sldChg chg="modSp">
        <pc:chgData name="Dipak Pathak" userId="S::dpathak2@gmu.edu::9e5e4304-2b05-4cd4-bfab-fd6cb6db6662" providerId="AD" clId="Web-{1F2C8DD2-939A-85D3-7D21-4D352596C270}" dt="2026-02-24T22:55:34.677" v="161"/>
        <pc:sldMkLst>
          <pc:docMk/>
          <pc:sldMk cId="2680070935" sldId="334"/>
        </pc:sldMkLst>
        <pc:graphicFrameChg chg="mod modGraphic">
          <ac:chgData name="Dipak Pathak" userId="S::dpathak2@gmu.edu::9e5e4304-2b05-4cd4-bfab-fd6cb6db6662" providerId="AD" clId="Web-{1F2C8DD2-939A-85D3-7D21-4D352596C270}" dt="2026-02-24T22:55:34.677" v="161"/>
          <ac:graphicFrameMkLst>
            <pc:docMk/>
            <pc:sldMk cId="2680070935" sldId="334"/>
            <ac:graphicFrameMk id="7" creationId="{6E04F5DD-AA63-5528-956C-8DCD87CFEDB0}"/>
          </ac:graphicFrameMkLst>
        </pc:graphicFrameChg>
      </pc:sldChg>
      <pc:sldChg chg="modSp">
        <pc:chgData name="Dipak Pathak" userId="S::dpathak2@gmu.edu::9e5e4304-2b05-4cd4-bfab-fd6cb6db6662" providerId="AD" clId="Web-{1F2C8DD2-939A-85D3-7D21-4D352596C270}" dt="2026-02-24T22:56:59.595" v="209"/>
        <pc:sldMkLst>
          <pc:docMk/>
          <pc:sldMk cId="3900356506" sldId="336"/>
        </pc:sldMkLst>
        <pc:graphicFrameChg chg="mod modGraphic">
          <ac:chgData name="Dipak Pathak" userId="S::dpathak2@gmu.edu::9e5e4304-2b05-4cd4-bfab-fd6cb6db6662" providerId="AD" clId="Web-{1F2C8DD2-939A-85D3-7D21-4D352596C270}" dt="2026-02-24T22:56:59.595" v="209"/>
          <ac:graphicFrameMkLst>
            <pc:docMk/>
            <pc:sldMk cId="3900356506" sldId="336"/>
            <ac:graphicFrameMk id="7" creationId="{325D4C60-6414-D45D-2810-27DA0FBD60E3}"/>
          </ac:graphicFrameMkLst>
        </pc:graphicFrameChg>
      </pc:sldChg>
      <pc:sldChg chg="modSp">
        <pc:chgData name="Dipak Pathak" userId="S::dpathak2@gmu.edu::9e5e4304-2b05-4cd4-bfab-fd6cb6db6662" providerId="AD" clId="Web-{1F2C8DD2-939A-85D3-7D21-4D352596C270}" dt="2026-02-24T22:58:08.944" v="235"/>
        <pc:sldMkLst>
          <pc:docMk/>
          <pc:sldMk cId="1623281609" sldId="337"/>
        </pc:sldMkLst>
        <pc:graphicFrameChg chg="mod modGraphic">
          <ac:chgData name="Dipak Pathak" userId="S::dpathak2@gmu.edu::9e5e4304-2b05-4cd4-bfab-fd6cb6db6662" providerId="AD" clId="Web-{1F2C8DD2-939A-85D3-7D21-4D352596C270}" dt="2026-02-24T22:58:08.944" v="235"/>
          <ac:graphicFrameMkLst>
            <pc:docMk/>
            <pc:sldMk cId="1623281609" sldId="337"/>
            <ac:graphicFrameMk id="7" creationId="{2E9C321D-05FD-83FD-F64F-C607BA9E6300}"/>
          </ac:graphicFrameMkLst>
        </pc:graphicFrameChg>
      </pc:sldChg>
      <pc:sldChg chg="modSp">
        <pc:chgData name="Dipak Pathak" userId="S::dpathak2@gmu.edu::9e5e4304-2b05-4cd4-bfab-fd6cb6db6662" providerId="AD" clId="Web-{1F2C8DD2-939A-85D3-7D21-4D352596C270}" dt="2026-02-24T22:58:37.133" v="253"/>
        <pc:sldMkLst>
          <pc:docMk/>
          <pc:sldMk cId="4111873594" sldId="338"/>
        </pc:sldMkLst>
        <pc:graphicFrameChg chg="mod modGraphic">
          <ac:chgData name="Dipak Pathak" userId="S::dpathak2@gmu.edu::9e5e4304-2b05-4cd4-bfab-fd6cb6db6662" providerId="AD" clId="Web-{1F2C8DD2-939A-85D3-7D21-4D352596C270}" dt="2026-02-24T22:58:37.133" v="253"/>
          <ac:graphicFrameMkLst>
            <pc:docMk/>
            <pc:sldMk cId="4111873594" sldId="338"/>
            <ac:graphicFrameMk id="7" creationId="{3857FB71-15CD-70B9-DB18-E9963669BA22}"/>
          </ac:graphicFrameMkLst>
        </pc:graphicFrameChg>
      </pc:sldChg>
      <pc:sldMasterChg chg="mod modSldLayout">
        <pc:chgData name="Dipak Pathak" userId="S::dpathak2@gmu.edu::9e5e4304-2b05-4cd4-bfab-fd6cb6db6662" providerId="AD" clId="Web-{1F2C8DD2-939A-85D3-7D21-4D352596C270}" dt="2026-02-24T23:30:34.743" v="272"/>
        <pc:sldMasterMkLst>
          <pc:docMk/>
          <pc:sldMasterMk cId="1910094891" sldId="2147483656"/>
        </pc:sldMasterMkLst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105046585" sldId="2147483657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932513561" sldId="2147483658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793017452" sldId="2147483659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573357878" sldId="2147483661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3131900552" sldId="2147483822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3819274696" sldId="2147483823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3827619925" sldId="2147483824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3930965252" sldId="2147483825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3700573300" sldId="2147483826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2748083812" sldId="2147483827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1910094891" sldId="2147483656"/>
            <pc:sldLayoutMk cId="3888197528" sldId="2147483828"/>
          </pc:sldLayoutMkLst>
        </pc:sldLayoutChg>
      </pc:sldMasterChg>
      <pc:sldMasterChg chg="mod modSldLayout">
        <pc:chgData name="Dipak Pathak" userId="S::dpathak2@gmu.edu::9e5e4304-2b05-4cd4-bfab-fd6cb6db6662" providerId="AD" clId="Web-{1F2C8DD2-939A-85D3-7D21-4D352596C270}" dt="2026-02-24T23:30:34.743" v="272"/>
        <pc:sldMasterMkLst>
          <pc:docMk/>
          <pc:sldMasterMk cId="0" sldId="2147483709"/>
        </pc:sldMasterMkLst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0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2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3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4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5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6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7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8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69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70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0" sldId="2147483709"/>
            <pc:sldLayoutMk cId="0" sldId="2147483671"/>
          </pc:sldLayoutMkLst>
        </pc:sldLayoutChg>
      </pc:sldMasterChg>
      <pc:sldMasterChg chg="mod modSldLayout">
        <pc:chgData name="Dipak Pathak" userId="S::dpathak2@gmu.edu::9e5e4304-2b05-4cd4-bfab-fd6cb6db6662" providerId="AD" clId="Web-{1F2C8DD2-939A-85D3-7D21-4D352596C270}" dt="2026-02-24T23:30:34.743" v="272"/>
        <pc:sldMasterMkLst>
          <pc:docMk/>
          <pc:sldMasterMk cId="3580204744" sldId="2147483809"/>
        </pc:sldMasterMkLst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1327877675" sldId="2147483810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2813594654" sldId="2147483811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4062357846" sldId="2147483812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871727513" sldId="2147483813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2301918802" sldId="2147483814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2342808089" sldId="2147483815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3270503062" sldId="2147483816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1353452484" sldId="2147483817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2841401843" sldId="2147483818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575482127" sldId="2147483819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1024327472" sldId="2147483820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2749603185" sldId="2147483821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3580204744" sldId="2147483809"/>
            <pc:sldLayoutMk cId="295971650" sldId="2147483833"/>
          </pc:sldLayoutMkLst>
        </pc:sldLayoutChg>
      </pc:sldMasterChg>
      <pc:sldMasterChg chg="mod modSldLayout">
        <pc:chgData name="Dipak Pathak" userId="S::dpathak2@gmu.edu::9e5e4304-2b05-4cd4-bfab-fd6cb6db6662" providerId="AD" clId="Web-{1F2C8DD2-939A-85D3-7D21-4D352596C270}" dt="2026-02-24T23:30:34.743" v="272"/>
        <pc:sldMasterMkLst>
          <pc:docMk/>
          <pc:sldMasterMk cId="4253593932" sldId="2147483829"/>
        </pc:sldMasterMkLst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912363194" sldId="2147483672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1508904080" sldId="2147483673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2817572183" sldId="2147483674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4207191953" sldId="2147483675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3166379334" sldId="2147483676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1794219652" sldId="2147483677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1146657545" sldId="2147483678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2993601395" sldId="2147483679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3893569913" sldId="2147483830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3125757711" sldId="2147483831"/>
          </pc:sldLayoutMkLst>
        </pc:sldLayoutChg>
        <pc:sldLayoutChg chg="mod">
          <pc:chgData name="Dipak Pathak" userId="S::dpathak2@gmu.edu::9e5e4304-2b05-4cd4-bfab-fd6cb6db6662" providerId="AD" clId="Web-{1F2C8DD2-939A-85D3-7D21-4D352596C270}" dt="2026-02-24T23:30:34.743" v="272"/>
          <pc:sldLayoutMkLst>
            <pc:docMk/>
            <pc:sldMasterMk cId="4253593932" sldId="2147483829"/>
            <pc:sldLayoutMk cId="1753973307" sldId="2147483832"/>
          </pc:sldLayoutMkLst>
        </pc:sldLayoutChg>
      </pc:sldMasterChg>
    </pc:docChg>
  </pc:docChgLst>
  <pc:docChgLst>
    <pc:chgData name="Dipak Pathak" userId="S::dpathak2@gmu.edu::9e5e4304-2b05-4cd4-bfab-fd6cb6db6662" providerId="AD" clId="Web-{99193D04-C753-4C7E-E816-9B5B2F1808EC}"/>
    <pc:docChg chg="modSld">
      <pc:chgData name="Dipak Pathak" userId="S::dpathak2@gmu.edu::9e5e4304-2b05-4cd4-bfab-fd6cb6db6662" providerId="AD" clId="Web-{99193D04-C753-4C7E-E816-9B5B2F1808EC}" dt="2026-02-24T22:21:52.524" v="53"/>
      <pc:docMkLst>
        <pc:docMk/>
      </pc:docMkLst>
      <pc:sldChg chg="modSp">
        <pc:chgData name="Dipak Pathak" userId="S::dpathak2@gmu.edu::9e5e4304-2b05-4cd4-bfab-fd6cb6db6662" providerId="AD" clId="Web-{99193D04-C753-4C7E-E816-9B5B2F1808EC}" dt="2026-02-24T22:21:52.524" v="53"/>
        <pc:sldMkLst>
          <pc:docMk/>
          <pc:sldMk cId="3897124998" sldId="339"/>
        </pc:sldMkLst>
        <pc:graphicFrameChg chg="mod modGraphic">
          <ac:chgData name="Dipak Pathak" userId="S::dpathak2@gmu.edu::9e5e4304-2b05-4cd4-bfab-fd6cb6db6662" providerId="AD" clId="Web-{99193D04-C753-4C7E-E816-9B5B2F1808EC}" dt="2026-02-24T22:21:52.524" v="53"/>
          <ac:graphicFrameMkLst>
            <pc:docMk/>
            <pc:sldMk cId="3897124998" sldId="339"/>
            <ac:graphicFrameMk id="7" creationId="{D4468D7A-A9AF-6D9B-DDA6-13FDFC79C068}"/>
          </ac:graphicFrameMkLst>
        </pc:graphicFrameChg>
      </pc:sldChg>
    </pc:docChg>
  </pc:docChgLst>
  <pc:docChgLst>
    <pc:chgData name="Dipak Pathak" userId="S::dpathak2@gmu.edu::9e5e4304-2b05-4cd4-bfab-fd6cb6db6662" providerId="AD" clId="Web-{7C2DC9E1-EAAD-0720-6F52-3D497ECAC0DD}"/>
    <pc:docChg chg="modSld">
      <pc:chgData name="Dipak Pathak" userId="S::dpathak2@gmu.edu::9e5e4304-2b05-4cd4-bfab-fd6cb6db6662" providerId="AD" clId="Web-{7C2DC9E1-EAAD-0720-6F52-3D497ECAC0DD}" dt="2026-03-16T04:50:21.594" v="16" actId="20577"/>
      <pc:docMkLst>
        <pc:docMk/>
      </pc:docMkLst>
      <pc:sldChg chg="modSp">
        <pc:chgData name="Dipak Pathak" userId="S::dpathak2@gmu.edu::9e5e4304-2b05-4cd4-bfab-fd6cb6db6662" providerId="AD" clId="Web-{7C2DC9E1-EAAD-0720-6F52-3D497ECAC0DD}" dt="2026-03-16T04:50:21.594" v="16" actId="20577"/>
        <pc:sldMkLst>
          <pc:docMk/>
          <pc:sldMk cId="546111673" sldId="344"/>
        </pc:sldMkLst>
        <pc:spChg chg="mod">
          <ac:chgData name="Dipak Pathak" userId="S::dpathak2@gmu.edu::9e5e4304-2b05-4cd4-bfab-fd6cb6db6662" providerId="AD" clId="Web-{7C2DC9E1-EAAD-0720-6F52-3D497ECAC0DD}" dt="2026-03-16T04:50:21.594" v="16" actId="20577"/>
          <ac:spMkLst>
            <pc:docMk/>
            <pc:sldMk cId="546111673" sldId="344"/>
            <ac:spMk id="498" creationId="{B6F377EC-1204-D72A-2792-A0BAEC31F317}"/>
          </ac:spMkLst>
        </pc:spChg>
      </pc:sldChg>
    </pc:docChg>
  </pc:docChgLst>
  <pc:docChgLst>
    <pc:chgData name="Dipak Pathak" userId="S::dpathak2@gmu.edu::9e5e4304-2b05-4cd4-bfab-fd6cb6db6662" providerId="AD" clId="Web-{08E51E07-05B6-6033-066F-A441716DF375}"/>
    <pc:docChg chg="modSld">
      <pc:chgData name="Dipak Pathak" userId="S::dpathak2@gmu.edu::9e5e4304-2b05-4cd4-bfab-fd6cb6db6662" providerId="AD" clId="Web-{08E51E07-05B6-6033-066F-A441716DF375}" dt="2026-02-24T22:03:08.118" v="4" actId="20577"/>
      <pc:docMkLst>
        <pc:docMk/>
      </pc:docMkLst>
      <pc:sldChg chg="modSp">
        <pc:chgData name="Dipak Pathak" userId="S::dpathak2@gmu.edu::9e5e4304-2b05-4cd4-bfab-fd6cb6db6662" providerId="AD" clId="Web-{08E51E07-05B6-6033-066F-A441716DF375}" dt="2026-02-24T22:03:08.118" v="4" actId="20577"/>
        <pc:sldMkLst>
          <pc:docMk/>
          <pc:sldMk cId="2519041709" sldId="324"/>
        </pc:sldMkLst>
        <pc:spChg chg="mod">
          <ac:chgData name="Dipak Pathak" userId="S::dpathak2@gmu.edu::9e5e4304-2b05-4cd4-bfab-fd6cb6db6662" providerId="AD" clId="Web-{08E51E07-05B6-6033-066F-A441716DF375}" dt="2026-02-24T22:03:08.118" v="4" actId="20577"/>
          <ac:spMkLst>
            <pc:docMk/>
            <pc:sldMk cId="2519041709" sldId="324"/>
            <ac:spMk id="5" creationId="{B25321F4-B540-47EB-2C05-654B84C530FD}"/>
          </ac:spMkLst>
        </pc:spChg>
      </pc:sldChg>
    </pc:docChg>
  </pc:docChgLst>
  <pc:docChgLst>
    <pc:chgData name="Dipak Pathak" userId="S::dpathak2@gmu.edu::9e5e4304-2b05-4cd4-bfab-fd6cb6db6662" providerId="AD" clId="Web-{991F80A1-3424-B444-830B-8F12D2260F92}"/>
    <pc:docChg chg="addSld modSld modSection">
      <pc:chgData name="Dipak Pathak" userId="S::dpathak2@gmu.edu::9e5e4304-2b05-4cd4-bfab-fd6cb6db6662" providerId="AD" clId="Web-{991F80A1-3424-B444-830B-8F12D2260F92}" dt="2026-02-24T18:22:41.685" v="35"/>
      <pc:docMkLst>
        <pc:docMk/>
      </pc:docMkLst>
      <pc:sldChg chg="addSp delSp modSp">
        <pc:chgData name="Dipak Pathak" userId="S::dpathak2@gmu.edu::9e5e4304-2b05-4cd4-bfab-fd6cb6db6662" providerId="AD" clId="Web-{991F80A1-3424-B444-830B-8F12D2260F92}" dt="2026-02-24T18:18:33.994" v="33" actId="1076"/>
        <pc:sldMkLst>
          <pc:docMk/>
          <pc:sldMk cId="2858848538" sldId="318"/>
        </pc:sldMkLst>
        <pc:spChg chg="add del">
          <ac:chgData name="Dipak Pathak" userId="S::dpathak2@gmu.edu::9e5e4304-2b05-4cd4-bfab-fd6cb6db6662" providerId="AD" clId="Web-{991F80A1-3424-B444-830B-8F12D2260F92}" dt="2026-02-24T18:16:36.850" v="8"/>
          <ac:spMkLst>
            <pc:docMk/>
            <pc:sldMk cId="2858848538" sldId="318"/>
            <ac:spMk id="3" creationId="{F58443CC-A39D-ACFC-2032-1B9C923652B0}"/>
          </ac:spMkLst>
        </pc:spChg>
        <pc:spChg chg="mod">
          <ac:chgData name="Dipak Pathak" userId="S::dpathak2@gmu.edu::9e5e4304-2b05-4cd4-bfab-fd6cb6db6662" providerId="AD" clId="Web-{991F80A1-3424-B444-830B-8F12D2260F92}" dt="2026-02-24T18:18:33.994" v="33" actId="1076"/>
          <ac:spMkLst>
            <pc:docMk/>
            <pc:sldMk cId="2858848538" sldId="318"/>
            <ac:spMk id="292" creationId="{00000000-0000-0000-0000-000000000000}"/>
          </ac:spMkLst>
        </pc:spChg>
      </pc:sldChg>
      <pc:sldChg chg="new">
        <pc:chgData name="Dipak Pathak" userId="S::dpathak2@gmu.edu::9e5e4304-2b05-4cd4-bfab-fd6cb6db6662" providerId="AD" clId="Web-{991F80A1-3424-B444-830B-8F12D2260F92}" dt="2026-02-24T18:22:36.045" v="34"/>
        <pc:sldMkLst>
          <pc:docMk/>
          <pc:sldMk cId="2992507613" sldId="341"/>
        </pc:sldMkLst>
      </pc:sldChg>
      <pc:sldChg chg="new">
        <pc:chgData name="Dipak Pathak" userId="S::dpathak2@gmu.edu::9e5e4304-2b05-4cd4-bfab-fd6cb6db6662" providerId="AD" clId="Web-{991F80A1-3424-B444-830B-8F12D2260F92}" dt="2026-02-24T18:22:41.685" v="35"/>
        <pc:sldMkLst>
          <pc:docMk/>
          <pc:sldMk cId="3462938039" sldId="342"/>
        </pc:sldMkLst>
      </pc:sldChg>
    </pc:docChg>
  </pc:docChgLst>
  <pc:docChgLst>
    <pc:chgData name="Jasleen Kaur" userId="S::jkaur36@gmu.edu::09164315-f055-4a6b-95eb-ac65989210a0" providerId="AD" clId="Web-{B64F0426-7863-EF10-B990-4934411895A1}"/>
    <pc:docChg chg="addSld delSld modSld modSection">
      <pc:chgData name="Jasleen Kaur" userId="S::jkaur36@gmu.edu::09164315-f055-4a6b-95eb-ac65989210a0" providerId="AD" clId="Web-{B64F0426-7863-EF10-B990-4934411895A1}" dt="2026-03-17T20:48:29.443" v="106" actId="1076"/>
      <pc:docMkLst>
        <pc:docMk/>
      </pc:docMkLst>
      <pc:sldChg chg="modSp">
        <pc:chgData name="Jasleen Kaur" userId="S::jkaur36@gmu.edu::09164315-f055-4a6b-95eb-ac65989210a0" providerId="AD" clId="Web-{B64F0426-7863-EF10-B990-4934411895A1}" dt="2026-03-17T20:36:58.585" v="14" actId="1076"/>
        <pc:sldMkLst>
          <pc:docMk/>
          <pc:sldMk cId="842788691" sldId="317"/>
        </pc:sldMkLst>
        <pc:picChg chg="mod">
          <ac:chgData name="Jasleen Kaur" userId="S::jkaur36@gmu.edu::09164315-f055-4a6b-95eb-ac65989210a0" providerId="AD" clId="Web-{B64F0426-7863-EF10-B990-4934411895A1}" dt="2026-03-17T20:36:58.585" v="14" actId="1076"/>
          <ac:picMkLst>
            <pc:docMk/>
            <pc:sldMk cId="842788691" sldId="317"/>
            <ac:picMk id="19" creationId="{00315E87-36C5-7163-A5A2-85D2D82EB799}"/>
          </ac:picMkLst>
        </pc:picChg>
      </pc:sldChg>
      <pc:sldChg chg="modSp">
        <pc:chgData name="Jasleen Kaur" userId="S::jkaur36@gmu.edu::09164315-f055-4a6b-95eb-ac65989210a0" providerId="AD" clId="Web-{B64F0426-7863-EF10-B990-4934411895A1}" dt="2026-03-17T20:37:07.649" v="15" actId="14100"/>
        <pc:sldMkLst>
          <pc:docMk/>
          <pc:sldMk cId="1320726633" sldId="319"/>
        </pc:sldMkLst>
        <pc:picChg chg="mod">
          <ac:chgData name="Jasleen Kaur" userId="S::jkaur36@gmu.edu::09164315-f055-4a6b-95eb-ac65989210a0" providerId="AD" clId="Web-{B64F0426-7863-EF10-B990-4934411895A1}" dt="2026-03-17T20:37:07.649" v="15" actId="14100"/>
          <ac:picMkLst>
            <pc:docMk/>
            <pc:sldMk cId="1320726633" sldId="319"/>
            <ac:picMk id="24" creationId="{BAE4695F-9A64-6985-243C-6DFA45C15E6C}"/>
          </ac:picMkLst>
        </pc:picChg>
      </pc:sldChg>
      <pc:sldChg chg="modSp">
        <pc:chgData name="Jasleen Kaur" userId="S::jkaur36@gmu.edu::09164315-f055-4a6b-95eb-ac65989210a0" providerId="AD" clId="Web-{B64F0426-7863-EF10-B990-4934411895A1}" dt="2026-03-17T20:37:13.149" v="16" actId="14100"/>
        <pc:sldMkLst>
          <pc:docMk/>
          <pc:sldMk cId="3280635778" sldId="320"/>
        </pc:sldMkLst>
        <pc:picChg chg="mod">
          <ac:chgData name="Jasleen Kaur" userId="S::jkaur36@gmu.edu::09164315-f055-4a6b-95eb-ac65989210a0" providerId="AD" clId="Web-{B64F0426-7863-EF10-B990-4934411895A1}" dt="2026-03-17T20:37:13.149" v="16" actId="14100"/>
          <ac:picMkLst>
            <pc:docMk/>
            <pc:sldMk cId="3280635778" sldId="320"/>
            <ac:picMk id="21" creationId="{4E93D603-D293-AD12-92FC-EEFDE99BF864}"/>
          </ac:picMkLst>
        </pc:picChg>
      </pc:sldChg>
      <pc:sldChg chg="modSp">
        <pc:chgData name="Jasleen Kaur" userId="S::jkaur36@gmu.edu::09164315-f055-4a6b-95eb-ac65989210a0" providerId="AD" clId="Web-{B64F0426-7863-EF10-B990-4934411895A1}" dt="2026-03-17T20:37:17.900" v="17" actId="14100"/>
        <pc:sldMkLst>
          <pc:docMk/>
          <pc:sldMk cId="2807968236" sldId="321"/>
        </pc:sldMkLst>
        <pc:picChg chg="mod">
          <ac:chgData name="Jasleen Kaur" userId="S::jkaur36@gmu.edu::09164315-f055-4a6b-95eb-ac65989210a0" providerId="AD" clId="Web-{B64F0426-7863-EF10-B990-4934411895A1}" dt="2026-03-17T20:37:17.900" v="17" actId="14100"/>
          <ac:picMkLst>
            <pc:docMk/>
            <pc:sldMk cId="2807968236" sldId="321"/>
            <ac:picMk id="19" creationId="{F77B29DE-95D2-B728-D3DC-8C0D0D54D24D}"/>
          </ac:picMkLst>
        </pc:picChg>
      </pc:sldChg>
      <pc:sldChg chg="addSp delSp modSp">
        <pc:chgData name="Jasleen Kaur" userId="S::jkaur36@gmu.edu::09164315-f055-4a6b-95eb-ac65989210a0" providerId="AD" clId="Web-{B64F0426-7863-EF10-B990-4934411895A1}" dt="2026-03-17T20:38:21.546" v="31" actId="14100"/>
        <pc:sldMkLst>
          <pc:docMk/>
          <pc:sldMk cId="2899551309" sldId="323"/>
        </pc:sldMkLst>
        <pc:spChg chg="del mod">
          <ac:chgData name="Jasleen Kaur" userId="S::jkaur36@gmu.edu::09164315-f055-4a6b-95eb-ac65989210a0" providerId="AD" clId="Web-{B64F0426-7863-EF10-B990-4934411895A1}" dt="2026-03-17T20:37:45.386" v="22"/>
          <ac:spMkLst>
            <pc:docMk/>
            <pc:sldMk cId="2899551309" sldId="323"/>
            <ac:spMk id="5" creationId="{1FDBCC7B-F1E8-D702-63B5-0D74494997EC}"/>
          </ac:spMkLst>
        </pc:spChg>
        <pc:spChg chg="add mod">
          <ac:chgData name="Jasleen Kaur" userId="S::jkaur36@gmu.edu::09164315-f055-4a6b-95eb-ac65989210a0" providerId="AD" clId="Web-{B64F0426-7863-EF10-B990-4934411895A1}" dt="2026-03-17T20:38:21.546" v="31" actId="14100"/>
          <ac:spMkLst>
            <pc:docMk/>
            <pc:sldMk cId="2899551309" sldId="323"/>
            <ac:spMk id="23" creationId="{B8DB560C-27D6-3C0B-081F-DF2382232F2D}"/>
          </ac:spMkLst>
        </pc:spChg>
        <pc:picChg chg="mod">
          <ac:chgData name="Jasleen Kaur" userId="S::jkaur36@gmu.edu::09164315-f055-4a6b-95eb-ac65989210a0" providerId="AD" clId="Web-{B64F0426-7863-EF10-B990-4934411895A1}" dt="2026-03-17T20:37:42.027" v="21" actId="14100"/>
          <ac:picMkLst>
            <pc:docMk/>
            <pc:sldMk cId="2899551309" sldId="323"/>
            <ac:picMk id="15" creationId="{A8C8BA1D-CCC4-D473-FF78-F739963CA6B7}"/>
          </ac:picMkLst>
        </pc:picChg>
      </pc:sldChg>
      <pc:sldChg chg="modSp">
        <pc:chgData name="Jasleen Kaur" userId="S::jkaur36@gmu.edu::09164315-f055-4a6b-95eb-ac65989210a0" providerId="AD" clId="Web-{B64F0426-7863-EF10-B990-4934411895A1}" dt="2026-03-17T20:37:25.900" v="18" actId="14100"/>
        <pc:sldMkLst>
          <pc:docMk/>
          <pc:sldMk cId="2519041709" sldId="324"/>
        </pc:sldMkLst>
        <pc:picChg chg="mod">
          <ac:chgData name="Jasleen Kaur" userId="S::jkaur36@gmu.edu::09164315-f055-4a6b-95eb-ac65989210a0" providerId="AD" clId="Web-{B64F0426-7863-EF10-B990-4934411895A1}" dt="2026-03-17T20:37:25.900" v="18" actId="14100"/>
          <ac:picMkLst>
            <pc:docMk/>
            <pc:sldMk cId="2519041709" sldId="324"/>
            <ac:picMk id="15" creationId="{B602937E-7144-CD2A-A407-16F1172BE6AD}"/>
          </ac:picMkLst>
        </pc:picChg>
      </pc:sldChg>
      <pc:sldChg chg="addSp delSp modSp add del">
        <pc:chgData name="Jasleen Kaur" userId="S::jkaur36@gmu.edu::09164315-f055-4a6b-95eb-ac65989210a0" providerId="AD" clId="Web-{B64F0426-7863-EF10-B990-4934411895A1}" dt="2026-03-17T20:45:54.456" v="45" actId="1076"/>
        <pc:sldMkLst>
          <pc:docMk/>
          <pc:sldMk cId="3775235325" sldId="325"/>
        </pc:sldMkLst>
        <pc:spChg chg="add mod">
          <ac:chgData name="Jasleen Kaur" userId="S::jkaur36@gmu.edu::09164315-f055-4a6b-95eb-ac65989210a0" providerId="AD" clId="Web-{B64F0426-7863-EF10-B990-4934411895A1}" dt="2026-03-17T20:45:54.456" v="45" actId="1076"/>
          <ac:spMkLst>
            <pc:docMk/>
            <pc:sldMk cId="3775235325" sldId="325"/>
            <ac:spMk id="44" creationId="{76516DC8-026B-65DC-35C5-F1786D03799C}"/>
          </ac:spMkLst>
        </pc:spChg>
        <pc:picChg chg="add del mod modCrop">
          <ac:chgData name="Jasleen Kaur" userId="S::jkaur36@gmu.edu::09164315-f055-4a6b-95eb-ac65989210a0" providerId="AD" clId="Web-{B64F0426-7863-EF10-B990-4934411895A1}" dt="2026-03-17T20:38:55.470" v="40" actId="14100"/>
          <ac:picMkLst>
            <pc:docMk/>
            <pc:sldMk cId="3775235325" sldId="325"/>
            <ac:picMk id="12" creationId="{7BFF6DFF-3E03-1BDE-081A-CC3929CD3F9D}"/>
          </ac:picMkLst>
        </pc:picChg>
      </pc:sldChg>
      <pc:sldChg chg="addSp modSp">
        <pc:chgData name="Jasleen Kaur" userId="S::jkaur36@gmu.edu::09164315-f055-4a6b-95eb-ac65989210a0" providerId="AD" clId="Web-{B64F0426-7863-EF10-B990-4934411895A1}" dt="2026-03-17T20:48:08.615" v="97" actId="1076"/>
        <pc:sldMkLst>
          <pc:docMk/>
          <pc:sldMk cId="555109441" sldId="326"/>
        </pc:sldMkLst>
        <pc:spChg chg="add mod">
          <ac:chgData name="Jasleen Kaur" userId="S::jkaur36@gmu.edu::09164315-f055-4a6b-95eb-ac65989210a0" providerId="AD" clId="Web-{B64F0426-7863-EF10-B990-4934411895A1}" dt="2026-03-17T20:48:08.615" v="97" actId="1076"/>
          <ac:spMkLst>
            <pc:docMk/>
            <pc:sldMk cId="555109441" sldId="326"/>
            <ac:spMk id="26" creationId="{97347B64-1434-136E-99FF-4E636A8FE23F}"/>
          </ac:spMkLst>
        </pc:spChg>
        <pc:picChg chg="mod">
          <ac:chgData name="Jasleen Kaur" userId="S::jkaur36@gmu.edu::09164315-f055-4a6b-95eb-ac65989210a0" providerId="AD" clId="Web-{B64F0426-7863-EF10-B990-4934411895A1}" dt="2026-03-17T20:47:50.411" v="84" actId="1076"/>
          <ac:picMkLst>
            <pc:docMk/>
            <pc:sldMk cId="555109441" sldId="326"/>
            <ac:picMk id="6" creationId="{3B84F6A7-19B3-4E21-12E6-3AA8F8822407}"/>
          </ac:picMkLst>
        </pc:picChg>
        <pc:picChg chg="mod">
          <ac:chgData name="Jasleen Kaur" userId="S::jkaur36@gmu.edu::09164315-f055-4a6b-95eb-ac65989210a0" providerId="AD" clId="Web-{B64F0426-7863-EF10-B990-4934411895A1}" dt="2026-03-17T20:47:54.349" v="85" actId="14100"/>
          <ac:picMkLst>
            <pc:docMk/>
            <pc:sldMk cId="555109441" sldId="326"/>
            <ac:picMk id="13" creationId="{05F392DC-05C2-9D07-EF76-F2A43F191E34}"/>
          </ac:picMkLst>
        </pc:picChg>
      </pc:sldChg>
      <pc:sldChg chg="addSp modSp">
        <pc:chgData name="Jasleen Kaur" userId="S::jkaur36@gmu.edu::09164315-f055-4a6b-95eb-ac65989210a0" providerId="AD" clId="Web-{B64F0426-7863-EF10-B990-4934411895A1}" dt="2026-03-17T20:47:44.755" v="83" actId="1076"/>
        <pc:sldMkLst>
          <pc:docMk/>
          <pc:sldMk cId="2272812985" sldId="327"/>
        </pc:sldMkLst>
        <pc:spChg chg="add mod">
          <ac:chgData name="Jasleen Kaur" userId="S::jkaur36@gmu.edu::09164315-f055-4a6b-95eb-ac65989210a0" providerId="AD" clId="Web-{B64F0426-7863-EF10-B990-4934411895A1}" dt="2026-03-17T20:47:42.208" v="82" actId="1076"/>
          <ac:spMkLst>
            <pc:docMk/>
            <pc:sldMk cId="2272812985" sldId="327"/>
            <ac:spMk id="26" creationId="{23900BD2-E72F-382C-1293-8FB459E1765E}"/>
          </ac:spMkLst>
        </pc:spChg>
        <pc:picChg chg="mod">
          <ac:chgData name="Jasleen Kaur" userId="S::jkaur36@gmu.edu::09164315-f055-4a6b-95eb-ac65989210a0" providerId="AD" clId="Web-{B64F0426-7863-EF10-B990-4934411895A1}" dt="2026-03-17T20:47:44.755" v="83" actId="1076"/>
          <ac:picMkLst>
            <pc:docMk/>
            <pc:sldMk cId="2272812985" sldId="327"/>
            <ac:picMk id="7" creationId="{51F60FDC-7323-DB78-4310-45B441867F29}"/>
          </ac:picMkLst>
        </pc:picChg>
        <pc:picChg chg="mod">
          <ac:chgData name="Jasleen Kaur" userId="S::jkaur36@gmu.edu::09164315-f055-4a6b-95eb-ac65989210a0" providerId="AD" clId="Web-{B64F0426-7863-EF10-B990-4934411895A1}" dt="2026-03-17T20:47:19.348" v="72" actId="14100"/>
          <ac:picMkLst>
            <pc:docMk/>
            <pc:sldMk cId="2272812985" sldId="327"/>
            <ac:picMk id="13" creationId="{5D76C3C5-98A9-268E-247B-942300900D8A}"/>
          </ac:picMkLst>
        </pc:picChg>
      </pc:sldChg>
      <pc:sldChg chg="addSp modSp">
        <pc:chgData name="Jasleen Kaur" userId="S::jkaur36@gmu.edu::09164315-f055-4a6b-95eb-ac65989210a0" providerId="AD" clId="Web-{B64F0426-7863-EF10-B990-4934411895A1}" dt="2026-03-17T20:48:29.443" v="106" actId="1076"/>
        <pc:sldMkLst>
          <pc:docMk/>
          <pc:sldMk cId="1673404815" sldId="328"/>
        </pc:sldMkLst>
        <pc:spChg chg="add mod">
          <ac:chgData name="Jasleen Kaur" userId="S::jkaur36@gmu.edu::09164315-f055-4a6b-95eb-ac65989210a0" providerId="AD" clId="Web-{B64F0426-7863-EF10-B990-4934411895A1}" dt="2026-03-17T20:48:29.443" v="106" actId="1076"/>
          <ac:spMkLst>
            <pc:docMk/>
            <pc:sldMk cId="1673404815" sldId="328"/>
            <ac:spMk id="26" creationId="{D75FF9F8-03A8-1A84-8131-CECDA949170A}"/>
          </ac:spMkLst>
        </pc:spChg>
        <pc:picChg chg="mod">
          <ac:chgData name="Jasleen Kaur" userId="S::jkaur36@gmu.edu::09164315-f055-4a6b-95eb-ac65989210a0" providerId="AD" clId="Web-{B64F0426-7863-EF10-B990-4934411895A1}" dt="2026-03-17T20:48:13.381" v="98" actId="1076"/>
          <ac:picMkLst>
            <pc:docMk/>
            <pc:sldMk cId="1673404815" sldId="328"/>
            <ac:picMk id="10" creationId="{6493D436-3ED7-58FC-8331-1ED0E9C53199}"/>
          </ac:picMkLst>
        </pc:picChg>
        <pc:picChg chg="mod">
          <ac:chgData name="Jasleen Kaur" userId="S::jkaur36@gmu.edu::09164315-f055-4a6b-95eb-ac65989210a0" providerId="AD" clId="Web-{B64F0426-7863-EF10-B990-4934411895A1}" dt="2026-03-17T20:48:17.021" v="99" actId="14100"/>
          <ac:picMkLst>
            <pc:docMk/>
            <pc:sldMk cId="1673404815" sldId="328"/>
            <ac:picMk id="14" creationId="{C0FFBF2E-4AE5-3F4E-A1C3-619FB5E5D99D}"/>
          </ac:picMkLst>
        </pc:picChg>
      </pc:sldChg>
      <pc:sldChg chg="modSp">
        <pc:chgData name="Jasleen Kaur" userId="S::jkaur36@gmu.edu::09164315-f055-4a6b-95eb-ac65989210a0" providerId="AD" clId="Web-{B64F0426-7863-EF10-B990-4934411895A1}" dt="2026-03-17T20:35:16.276" v="4" actId="1076"/>
        <pc:sldMkLst>
          <pc:docMk/>
          <pc:sldMk cId="3900356506" sldId="336"/>
        </pc:sldMkLst>
        <pc:spChg chg="mod">
          <ac:chgData name="Jasleen Kaur" userId="S::jkaur36@gmu.edu::09164315-f055-4a6b-95eb-ac65989210a0" providerId="AD" clId="Web-{B64F0426-7863-EF10-B990-4934411895A1}" dt="2026-03-17T20:34:46.697" v="1" actId="1076"/>
          <ac:spMkLst>
            <pc:docMk/>
            <pc:sldMk cId="3900356506" sldId="336"/>
            <ac:spMk id="6" creationId="{ABE18DC8-57E3-E46D-CA06-2F964C3B187D}"/>
          </ac:spMkLst>
        </pc:spChg>
        <pc:picChg chg="mod">
          <ac:chgData name="Jasleen Kaur" userId="S::jkaur36@gmu.edu::09164315-f055-4a6b-95eb-ac65989210a0" providerId="AD" clId="Web-{B64F0426-7863-EF10-B990-4934411895A1}" dt="2026-03-17T20:35:16.276" v="4" actId="1076"/>
          <ac:picMkLst>
            <pc:docMk/>
            <pc:sldMk cId="3900356506" sldId="336"/>
            <ac:picMk id="14" creationId="{1398351F-2D37-DF4F-CD7F-C04CC36DFCF0}"/>
          </ac:picMkLst>
        </pc:picChg>
      </pc:sldChg>
      <pc:sldChg chg="addSp delSp modSp">
        <pc:chgData name="Jasleen Kaur" userId="S::jkaur36@gmu.edu::09164315-f055-4a6b-95eb-ac65989210a0" providerId="AD" clId="Web-{B64F0426-7863-EF10-B990-4934411895A1}" dt="2026-03-17T20:36:31.067" v="10"/>
        <pc:sldMkLst>
          <pc:docMk/>
          <pc:sldMk cId="1623281609" sldId="337"/>
        </pc:sldMkLst>
        <pc:spChg chg="mod">
          <ac:chgData name="Jasleen Kaur" userId="S::jkaur36@gmu.edu::09164315-f055-4a6b-95eb-ac65989210a0" providerId="AD" clId="Web-{B64F0426-7863-EF10-B990-4934411895A1}" dt="2026-03-17T20:35:39.827" v="8" actId="1076"/>
          <ac:spMkLst>
            <pc:docMk/>
            <pc:sldMk cId="1623281609" sldId="337"/>
            <ac:spMk id="6" creationId="{DE0EFC18-D75C-8350-074F-99658F66CECE}"/>
          </ac:spMkLst>
        </pc:spChg>
        <pc:spChg chg="add del mod">
          <ac:chgData name="Jasleen Kaur" userId="S::jkaur36@gmu.edu::09164315-f055-4a6b-95eb-ac65989210a0" providerId="AD" clId="Web-{B64F0426-7863-EF10-B990-4934411895A1}" dt="2026-03-17T20:36:31.067" v="10"/>
          <ac:spMkLst>
            <pc:docMk/>
            <pc:sldMk cId="1623281609" sldId="337"/>
            <ac:spMk id="20" creationId="{23073AC4-D48A-26EA-7BB1-837E2CB9FF72}"/>
          </ac:spMkLst>
        </pc:spChg>
        <pc:picChg chg="mod">
          <ac:chgData name="Jasleen Kaur" userId="S::jkaur36@gmu.edu::09164315-f055-4a6b-95eb-ac65989210a0" providerId="AD" clId="Web-{B64F0426-7863-EF10-B990-4934411895A1}" dt="2026-03-17T20:35:37.029" v="7" actId="1076"/>
          <ac:picMkLst>
            <pc:docMk/>
            <pc:sldMk cId="1623281609" sldId="337"/>
            <ac:picMk id="14" creationId="{F8CC8386-3265-D59C-1595-ED4764B4E8E0}"/>
          </ac:picMkLst>
        </pc:picChg>
      </pc:sldChg>
      <pc:sldChg chg="addSp modSp">
        <pc:chgData name="Jasleen Kaur" userId="S::jkaur36@gmu.edu::09164315-f055-4a6b-95eb-ac65989210a0" providerId="AD" clId="Web-{B64F0426-7863-EF10-B990-4934411895A1}" dt="2026-03-17T20:47:06.035" v="70" actId="1076"/>
        <pc:sldMkLst>
          <pc:docMk/>
          <pc:sldMk cId="4274048019" sldId="343"/>
        </pc:sldMkLst>
        <pc:spChg chg="add mod">
          <ac:chgData name="Jasleen Kaur" userId="S::jkaur36@gmu.edu::09164315-f055-4a6b-95eb-ac65989210a0" providerId="AD" clId="Web-{B64F0426-7863-EF10-B990-4934411895A1}" dt="2026-03-17T20:47:03.004" v="69" actId="1076"/>
          <ac:spMkLst>
            <pc:docMk/>
            <pc:sldMk cId="4274048019" sldId="343"/>
            <ac:spMk id="40" creationId="{2994294E-E9DA-14F1-7C36-B8173742D96F}"/>
          </ac:spMkLst>
        </pc:spChg>
        <pc:picChg chg="mod">
          <ac:chgData name="Jasleen Kaur" userId="S::jkaur36@gmu.edu::09164315-f055-4a6b-95eb-ac65989210a0" providerId="AD" clId="Web-{B64F0426-7863-EF10-B990-4934411895A1}" dt="2026-03-17T20:46:16.378" v="49" actId="1076"/>
          <ac:picMkLst>
            <pc:docMk/>
            <pc:sldMk cId="4274048019" sldId="343"/>
            <ac:picMk id="7" creationId="{2EBAF795-B767-60DB-0EDF-234F445794E9}"/>
          </ac:picMkLst>
        </pc:picChg>
        <pc:picChg chg="mod">
          <ac:chgData name="Jasleen Kaur" userId="S::jkaur36@gmu.edu::09164315-f055-4a6b-95eb-ac65989210a0" providerId="AD" clId="Web-{B64F0426-7863-EF10-B990-4934411895A1}" dt="2026-03-17T20:46:27.988" v="54" actId="1076"/>
          <ac:picMkLst>
            <pc:docMk/>
            <pc:sldMk cId="4274048019" sldId="343"/>
            <ac:picMk id="8" creationId="{BFA51A8E-D166-358C-F28F-3B8F3432D876}"/>
          </ac:picMkLst>
        </pc:picChg>
        <pc:picChg chg="mod">
          <ac:chgData name="Jasleen Kaur" userId="S::jkaur36@gmu.edu::09164315-f055-4a6b-95eb-ac65989210a0" providerId="AD" clId="Web-{B64F0426-7863-EF10-B990-4934411895A1}" dt="2026-03-17T20:46:13.300" v="48" actId="1076"/>
          <ac:picMkLst>
            <pc:docMk/>
            <pc:sldMk cId="4274048019" sldId="343"/>
            <ac:picMk id="9" creationId="{96423222-256D-1215-6F54-21D16BA98B0B}"/>
          </ac:picMkLst>
        </pc:picChg>
        <pc:picChg chg="mod">
          <ac:chgData name="Jasleen Kaur" userId="S::jkaur36@gmu.edu::09164315-f055-4a6b-95eb-ac65989210a0" providerId="AD" clId="Web-{B64F0426-7863-EF10-B990-4934411895A1}" dt="2026-03-17T20:47:06.035" v="70" actId="1076"/>
          <ac:picMkLst>
            <pc:docMk/>
            <pc:sldMk cId="4274048019" sldId="343"/>
            <ac:picMk id="16" creationId="{307178C6-634C-9190-A003-C49B41294894}"/>
          </ac:picMkLst>
        </pc:picChg>
      </pc:sldChg>
    </pc:docChg>
  </pc:docChgLst>
  <pc:docChgLst>
    <pc:chgData name="Dipak Pathak" userId="S::dpathak2@gmu.edu::9e5e4304-2b05-4cd4-bfab-fd6cb6db6662" providerId="AD" clId="Web-{7F3C9906-F5EC-07CA-A4E1-5A1E0E34CF32}"/>
    <pc:docChg chg="addSld modSld modSection">
      <pc:chgData name="Dipak Pathak" userId="S::dpathak2@gmu.edu::9e5e4304-2b05-4cd4-bfab-fd6cb6db6662" providerId="AD" clId="Web-{7F3C9906-F5EC-07CA-A4E1-5A1E0E34CF32}" dt="2026-02-24T20:46:20.480" v="214" actId="14100"/>
      <pc:docMkLst>
        <pc:docMk/>
      </pc:docMkLst>
      <pc:sldChg chg="modSp">
        <pc:chgData name="Dipak Pathak" userId="S::dpathak2@gmu.edu::9e5e4304-2b05-4cd4-bfab-fd6cb6db6662" providerId="AD" clId="Web-{7F3C9906-F5EC-07CA-A4E1-5A1E0E34CF32}" dt="2026-02-24T20:31:45.256" v="199" actId="20577"/>
        <pc:sldMkLst>
          <pc:docMk/>
          <pc:sldMk cId="0" sldId="266"/>
        </pc:sldMkLst>
        <pc:spChg chg="mod">
          <ac:chgData name="Dipak Pathak" userId="S::dpathak2@gmu.edu::9e5e4304-2b05-4cd4-bfab-fd6cb6db6662" providerId="AD" clId="Web-{7F3C9906-F5EC-07CA-A4E1-5A1E0E34CF32}" dt="2026-02-24T20:31:45.256" v="199" actId="20577"/>
          <ac:spMkLst>
            <pc:docMk/>
            <pc:sldMk cId="0" sldId="266"/>
            <ac:spMk id="498" creationId="{00000000-0000-0000-0000-000000000000}"/>
          </ac:spMkLst>
        </pc:spChg>
      </pc:sldChg>
      <pc:sldChg chg="addSp modSp">
        <pc:chgData name="Dipak Pathak" userId="S::dpathak2@gmu.edu::9e5e4304-2b05-4cd4-bfab-fd6cb6db6662" providerId="AD" clId="Web-{7F3C9906-F5EC-07CA-A4E1-5A1E0E34CF32}" dt="2026-02-24T20:46:20.480" v="214" actId="14100"/>
        <pc:sldMkLst>
          <pc:docMk/>
          <pc:sldMk cId="1042206613" sldId="316"/>
        </pc:sldMkLst>
        <pc:picChg chg="add mod">
          <ac:chgData name="Dipak Pathak" userId="S::dpathak2@gmu.edu::9e5e4304-2b05-4cd4-bfab-fd6cb6db6662" providerId="AD" clId="Web-{7F3C9906-F5EC-07CA-A4E1-5A1E0E34CF32}" dt="2026-02-24T20:46:20.480" v="214" actId="14100"/>
          <ac:picMkLst>
            <pc:docMk/>
            <pc:sldMk cId="1042206613" sldId="316"/>
            <ac:picMk id="17" creationId="{2ABB8E81-EABC-E57C-C401-BAA9315DDFB9}"/>
          </ac:picMkLst>
        </pc:picChg>
      </pc:sldChg>
      <pc:sldChg chg="addSp delSp modSp">
        <pc:chgData name="Dipak Pathak" userId="S::dpathak2@gmu.edu::9e5e4304-2b05-4cd4-bfab-fd6cb6db6662" providerId="AD" clId="Web-{7F3C9906-F5EC-07CA-A4E1-5A1E0E34CF32}" dt="2026-02-24T20:23:44.039" v="128" actId="14100"/>
        <pc:sldMkLst>
          <pc:docMk/>
          <pc:sldMk cId="842788691" sldId="317"/>
        </pc:sldMkLst>
        <pc:graphicFrameChg chg="add del mod modGraphic">
          <ac:chgData name="Dipak Pathak" userId="S::dpathak2@gmu.edu::9e5e4304-2b05-4cd4-bfab-fd6cb6db6662" providerId="AD" clId="Web-{7F3C9906-F5EC-07CA-A4E1-5A1E0E34CF32}" dt="2026-02-24T20:23:44.039" v="128" actId="14100"/>
          <ac:graphicFrameMkLst>
            <pc:docMk/>
            <pc:sldMk cId="842788691" sldId="317"/>
            <ac:graphicFrameMk id="38" creationId="{031C48FE-09EC-8760-DA52-E506FD1961C6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3:55.399" v="129"/>
        <pc:sldMkLst>
          <pc:docMk/>
          <pc:sldMk cId="1320726633" sldId="319"/>
        </pc:sldMkLst>
        <pc:graphicFrameChg chg="add">
          <ac:chgData name="Dipak Pathak" userId="S::dpathak2@gmu.edu::9e5e4304-2b05-4cd4-bfab-fd6cb6db6662" providerId="AD" clId="Web-{7F3C9906-F5EC-07CA-A4E1-5A1E0E34CF32}" dt="2026-02-24T20:23:55.399" v="129"/>
          <ac:graphicFrameMkLst>
            <pc:docMk/>
            <pc:sldMk cId="1320726633" sldId="319"/>
            <ac:graphicFrameMk id="45" creationId="{4A3B9896-45EF-8455-A6D2-DFAF22447CD6}"/>
          </ac:graphicFrameMkLst>
        </pc:graphicFrameChg>
      </pc:sldChg>
      <pc:sldChg chg="addSp modSp">
        <pc:chgData name="Dipak Pathak" userId="S::dpathak2@gmu.edu::9e5e4304-2b05-4cd4-bfab-fd6cb6db6662" providerId="AD" clId="Web-{7F3C9906-F5EC-07CA-A4E1-5A1E0E34CF32}" dt="2026-02-24T20:39:50.440" v="211" actId="20577"/>
        <pc:sldMkLst>
          <pc:docMk/>
          <pc:sldMk cId="3280635778" sldId="320"/>
        </pc:sldMkLst>
        <pc:graphicFrameChg chg="modGraphic">
          <ac:chgData name="Dipak Pathak" userId="S::dpathak2@gmu.edu::9e5e4304-2b05-4cd4-bfab-fd6cb6db6662" providerId="AD" clId="Web-{7F3C9906-F5EC-07CA-A4E1-5A1E0E34CF32}" dt="2026-02-24T20:39:50.440" v="211" actId="20577"/>
          <ac:graphicFrameMkLst>
            <pc:docMk/>
            <pc:sldMk cId="3280635778" sldId="320"/>
            <ac:graphicFrameMk id="7" creationId="{B9DFCD50-3F6B-4EF9-1E39-FD37B48BF489}"/>
          </ac:graphicFrameMkLst>
        </pc:graphicFrameChg>
        <pc:graphicFrameChg chg="add">
          <ac:chgData name="Dipak Pathak" userId="S::dpathak2@gmu.edu::9e5e4304-2b05-4cd4-bfab-fd6cb6db6662" providerId="AD" clId="Web-{7F3C9906-F5EC-07CA-A4E1-5A1E0E34CF32}" dt="2026-02-24T20:24:03.430" v="130"/>
          <ac:graphicFrameMkLst>
            <pc:docMk/>
            <pc:sldMk cId="3280635778" sldId="320"/>
            <ac:graphicFrameMk id="36" creationId="{FC36AD4A-EED7-37EB-C041-E7C20D1ACF58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4:17.602" v="131"/>
        <pc:sldMkLst>
          <pc:docMk/>
          <pc:sldMk cId="2807968236" sldId="321"/>
        </pc:sldMkLst>
        <pc:graphicFrameChg chg="add">
          <ac:chgData name="Dipak Pathak" userId="S::dpathak2@gmu.edu::9e5e4304-2b05-4cd4-bfab-fd6cb6db6662" providerId="AD" clId="Web-{7F3C9906-F5EC-07CA-A4E1-5A1E0E34CF32}" dt="2026-02-24T20:24:17.602" v="131"/>
          <ac:graphicFrameMkLst>
            <pc:docMk/>
            <pc:sldMk cId="2807968236" sldId="321"/>
            <ac:graphicFrameMk id="38" creationId="{40A39D7B-1D09-5CA7-DDFE-6035E67F8E10}"/>
          </ac:graphicFrameMkLst>
        </pc:graphicFrameChg>
      </pc:sldChg>
      <pc:sldChg chg="addSp modSp">
        <pc:chgData name="Dipak Pathak" userId="S::dpathak2@gmu.edu::9e5e4304-2b05-4cd4-bfab-fd6cb6db6662" providerId="AD" clId="Web-{7F3C9906-F5EC-07CA-A4E1-5A1E0E34CF32}" dt="2026-02-24T20:25:28.138" v="154"/>
        <pc:sldMkLst>
          <pc:docMk/>
          <pc:sldMk cId="2899551309" sldId="323"/>
        </pc:sldMkLst>
        <pc:spChg chg="mod">
          <ac:chgData name="Dipak Pathak" userId="S::dpathak2@gmu.edu::9e5e4304-2b05-4cd4-bfab-fd6cb6db6662" providerId="AD" clId="Web-{7F3C9906-F5EC-07CA-A4E1-5A1E0E34CF32}" dt="2026-02-24T19:57:22.686" v="1" actId="14100"/>
          <ac:spMkLst>
            <pc:docMk/>
            <pc:sldMk cId="2899551309" sldId="323"/>
            <ac:spMk id="3" creationId="{F4FB3D12-B9A5-E92B-CB72-1C7B96F7C8AB}"/>
          </ac:spMkLst>
        </pc:spChg>
        <pc:spChg chg="mod">
          <ac:chgData name="Dipak Pathak" userId="S::dpathak2@gmu.edu::9e5e4304-2b05-4cd4-bfab-fd6cb6db6662" providerId="AD" clId="Web-{7F3C9906-F5EC-07CA-A4E1-5A1E0E34CF32}" dt="2026-02-24T19:57:18.842" v="0" actId="14100"/>
          <ac:spMkLst>
            <pc:docMk/>
            <pc:sldMk cId="2899551309" sldId="323"/>
            <ac:spMk id="8" creationId="{6C064F41-41E7-0886-0D56-C6A6970F6A62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5:28.138" v="154"/>
          <ac:graphicFrameMkLst>
            <pc:docMk/>
            <pc:sldMk cId="2899551309" sldId="323"/>
            <ac:graphicFrameMk id="7" creationId="{440BDC99-8789-5DC3-C670-A74F0692CF8A}"/>
          </ac:graphicFrameMkLst>
        </pc:graphicFrameChg>
      </pc:sldChg>
      <pc:sldChg chg="addSp modSp">
        <pc:chgData name="Dipak Pathak" userId="S::dpathak2@gmu.edu::9e5e4304-2b05-4cd4-bfab-fd6cb6db6662" providerId="AD" clId="Web-{7F3C9906-F5EC-07CA-A4E1-5A1E0E34CF32}" dt="2026-02-24T20:24:50.665" v="153" actId="20577"/>
        <pc:sldMkLst>
          <pc:docMk/>
          <pc:sldMk cId="2519041709" sldId="324"/>
        </pc:sldMkLst>
        <pc:graphicFrameChg chg="add modGraphic">
          <ac:chgData name="Dipak Pathak" userId="S::dpathak2@gmu.edu::9e5e4304-2b05-4cd4-bfab-fd6cb6db6662" providerId="AD" clId="Web-{7F3C9906-F5EC-07CA-A4E1-5A1E0E34CF32}" dt="2026-02-24T20:24:50.665" v="153" actId="20577"/>
          <ac:graphicFrameMkLst>
            <pc:docMk/>
            <pc:sldMk cId="2519041709" sldId="324"/>
            <ac:graphicFrameMk id="9" creationId="{317D7A4D-64F1-EBC1-E3D4-C009D9680C4D}"/>
          </ac:graphicFrameMkLst>
        </pc:graphicFrameChg>
      </pc:sldChg>
      <pc:sldChg chg="addSp delSp modSp">
        <pc:chgData name="Dipak Pathak" userId="S::dpathak2@gmu.edu::9e5e4304-2b05-4cd4-bfab-fd6cb6db6662" providerId="AD" clId="Web-{7F3C9906-F5EC-07CA-A4E1-5A1E0E34CF32}" dt="2026-02-24T20:25:32.170" v="155"/>
        <pc:sldMkLst>
          <pc:docMk/>
          <pc:sldMk cId="3775235325" sldId="325"/>
        </pc:sldMkLst>
        <pc:spChg chg="mod">
          <ac:chgData name="Dipak Pathak" userId="S::dpathak2@gmu.edu::9e5e4304-2b05-4cd4-bfab-fd6cb6db6662" providerId="AD" clId="Web-{7F3C9906-F5EC-07CA-A4E1-5A1E0E34CF32}" dt="2026-02-24T20:00:50.552" v="11" actId="20577"/>
          <ac:spMkLst>
            <pc:docMk/>
            <pc:sldMk cId="3775235325" sldId="325"/>
            <ac:spMk id="2" creationId="{03B558E1-087F-FFDE-DEC3-7F1D66617B42}"/>
          </ac:spMkLst>
        </pc:spChg>
        <pc:spChg chg="mod ord">
          <ac:chgData name="Dipak Pathak" userId="S::dpathak2@gmu.edu::9e5e4304-2b05-4cd4-bfab-fd6cb6db6662" providerId="AD" clId="Web-{7F3C9906-F5EC-07CA-A4E1-5A1E0E34CF32}" dt="2026-02-24T19:58:09.922" v="6"/>
          <ac:spMkLst>
            <pc:docMk/>
            <pc:sldMk cId="3775235325" sldId="325"/>
            <ac:spMk id="4" creationId="{122F3D32-300C-A1C8-DB8A-17FD7305C914}"/>
          </ac:spMkLst>
        </pc:spChg>
        <pc:spChg chg="add mod">
          <ac:chgData name="Dipak Pathak" userId="S::dpathak2@gmu.edu::9e5e4304-2b05-4cd4-bfab-fd6cb6db6662" providerId="AD" clId="Web-{7F3C9906-F5EC-07CA-A4E1-5A1E0E34CF32}" dt="2026-02-24T19:59:15.253" v="9"/>
          <ac:spMkLst>
            <pc:docMk/>
            <pc:sldMk cId="3775235325" sldId="325"/>
            <ac:spMk id="15" creationId="{61C1E6F0-6E1B-A6E2-197D-DCA6A0C69427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5:32.170" v="155"/>
          <ac:graphicFrameMkLst>
            <pc:docMk/>
            <pc:sldMk cId="3775235325" sldId="325"/>
            <ac:graphicFrameMk id="14" creationId="{DE352126-B8D7-8A8A-10CC-D37525464944}"/>
          </ac:graphicFrameMkLst>
        </pc:graphicFrameChg>
        <pc:picChg chg="add mod ord">
          <ac:chgData name="Dipak Pathak" userId="S::dpathak2@gmu.edu::9e5e4304-2b05-4cd4-bfab-fd6cb6db6662" providerId="AD" clId="Web-{7F3C9906-F5EC-07CA-A4E1-5A1E0E34CF32}" dt="2026-02-24T19:59:19.721" v="10" actId="14100"/>
          <ac:picMkLst>
            <pc:docMk/>
            <pc:sldMk cId="3775235325" sldId="325"/>
            <ac:picMk id="11" creationId="{D5AF4C52-1B9B-697A-8F2A-781A6F3A450A}"/>
          </ac:picMkLst>
        </pc:picChg>
      </pc:sldChg>
      <pc:sldChg chg="addSp modSp">
        <pc:chgData name="Dipak Pathak" userId="S::dpathak2@gmu.edu::9e5e4304-2b05-4cd4-bfab-fd6cb6db6662" providerId="AD" clId="Web-{7F3C9906-F5EC-07CA-A4E1-5A1E0E34CF32}" dt="2026-02-24T20:25:47.297" v="158"/>
        <pc:sldMkLst>
          <pc:docMk/>
          <pc:sldMk cId="555109441" sldId="326"/>
        </pc:sldMkLst>
        <pc:spChg chg="add mod">
          <ac:chgData name="Dipak Pathak" userId="S::dpathak2@gmu.edu::9e5e4304-2b05-4cd4-bfab-fd6cb6db6662" providerId="AD" clId="Web-{7F3C9906-F5EC-07CA-A4E1-5A1E0E34CF32}" dt="2026-02-24T20:02:02.241" v="20" actId="1076"/>
          <ac:spMkLst>
            <pc:docMk/>
            <pc:sldMk cId="555109441" sldId="326"/>
            <ac:spMk id="3" creationId="{F8AE615B-EFE2-9810-C7F4-968AA3D09F51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5:47.297" v="158"/>
          <ac:graphicFrameMkLst>
            <pc:docMk/>
            <pc:sldMk cId="555109441" sldId="326"/>
            <ac:graphicFrameMk id="7" creationId="{00C7E2BA-E841-349C-49A0-8C0C3CBCEB70}"/>
          </ac:graphicFrameMkLst>
        </pc:graphicFrameChg>
      </pc:sldChg>
      <pc:sldChg chg="addSp modSp">
        <pc:chgData name="Dipak Pathak" userId="S::dpathak2@gmu.edu::9e5e4304-2b05-4cd4-bfab-fd6cb6db6662" providerId="AD" clId="Web-{7F3C9906-F5EC-07CA-A4E1-5A1E0E34CF32}" dt="2026-02-24T20:25:41.624" v="157"/>
        <pc:sldMkLst>
          <pc:docMk/>
          <pc:sldMk cId="2272812985" sldId="327"/>
        </pc:sldMkLst>
        <pc:spChg chg="add mod">
          <ac:chgData name="Dipak Pathak" userId="S::dpathak2@gmu.edu::9e5e4304-2b05-4cd4-bfab-fd6cb6db6662" providerId="AD" clId="Web-{7F3C9906-F5EC-07CA-A4E1-5A1E0E34CF32}" dt="2026-02-24T20:01:48.085" v="17" actId="14100"/>
          <ac:spMkLst>
            <pc:docMk/>
            <pc:sldMk cId="2272812985" sldId="327"/>
            <ac:spMk id="3" creationId="{8EC78076-713E-AC52-6D82-0D1B55A56046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5:41.624" v="157"/>
          <ac:graphicFrameMkLst>
            <pc:docMk/>
            <pc:sldMk cId="2272812985" sldId="327"/>
            <ac:graphicFrameMk id="6" creationId="{441A120C-D35B-0C85-DB47-72230CBB8EE1}"/>
          </ac:graphicFrameMkLst>
        </pc:graphicFrameChg>
        <pc:picChg chg="mod">
          <ac:chgData name="Dipak Pathak" userId="S::dpathak2@gmu.edu::9e5e4304-2b05-4cd4-bfab-fd6cb6db6662" providerId="AD" clId="Web-{7F3C9906-F5EC-07CA-A4E1-5A1E0E34CF32}" dt="2026-02-24T20:01:26.459" v="15" actId="1076"/>
          <ac:picMkLst>
            <pc:docMk/>
            <pc:sldMk cId="2272812985" sldId="327"/>
            <ac:picMk id="7" creationId="{51F60FDC-7323-DB78-4310-45B441867F29}"/>
          </ac:picMkLst>
        </pc:picChg>
      </pc:sldChg>
      <pc:sldChg chg="addSp modSp">
        <pc:chgData name="Dipak Pathak" userId="S::dpathak2@gmu.edu::9e5e4304-2b05-4cd4-bfab-fd6cb6db6662" providerId="AD" clId="Web-{7F3C9906-F5EC-07CA-A4E1-5A1E0E34CF32}" dt="2026-02-24T20:26:23.206" v="163" actId="20577"/>
        <pc:sldMkLst>
          <pc:docMk/>
          <pc:sldMk cId="1673404815" sldId="328"/>
        </pc:sldMkLst>
        <pc:spChg chg="mod">
          <ac:chgData name="Dipak Pathak" userId="S::dpathak2@gmu.edu::9e5e4304-2b05-4cd4-bfab-fd6cb6db6662" providerId="AD" clId="Web-{7F3C9906-F5EC-07CA-A4E1-5A1E0E34CF32}" dt="2026-02-24T20:26:23.206" v="163" actId="20577"/>
          <ac:spMkLst>
            <pc:docMk/>
            <pc:sldMk cId="1673404815" sldId="328"/>
            <ac:spMk id="2" creationId="{8CA073B6-F4EC-2A30-A8FA-DFCB4EBD1E1E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5:55.344" v="159"/>
          <ac:graphicFrameMkLst>
            <pc:docMk/>
            <pc:sldMk cId="1673404815" sldId="328"/>
            <ac:graphicFrameMk id="5" creationId="{C877D6F9-C366-1818-B8B2-361C35716258}"/>
          </ac:graphicFrameMkLst>
        </pc:graphicFrameChg>
        <pc:picChg chg="mod">
          <ac:chgData name="Dipak Pathak" userId="S::dpathak2@gmu.edu::9e5e4304-2b05-4cd4-bfab-fd6cb6db6662" providerId="AD" clId="Web-{7F3C9906-F5EC-07CA-A4E1-5A1E0E34CF32}" dt="2026-02-24T20:26:02.798" v="161" actId="14100"/>
          <ac:picMkLst>
            <pc:docMk/>
            <pc:sldMk cId="1673404815" sldId="328"/>
            <ac:picMk id="10" creationId="{6493D436-3ED7-58FC-8331-1ED0E9C53199}"/>
          </ac:picMkLst>
        </pc:picChg>
      </pc:sldChg>
      <pc:sldChg chg="addSp">
        <pc:chgData name="Dipak Pathak" userId="S::dpathak2@gmu.edu::9e5e4304-2b05-4cd4-bfab-fd6cb6db6662" providerId="AD" clId="Web-{7F3C9906-F5EC-07CA-A4E1-5A1E0E34CF32}" dt="2026-02-24T20:26:31.691" v="164"/>
        <pc:sldMkLst>
          <pc:docMk/>
          <pc:sldMk cId="1682999205" sldId="330"/>
        </pc:sldMkLst>
        <pc:graphicFrameChg chg="add">
          <ac:chgData name="Dipak Pathak" userId="S::dpathak2@gmu.edu::9e5e4304-2b05-4cd4-bfab-fd6cb6db6662" providerId="AD" clId="Web-{7F3C9906-F5EC-07CA-A4E1-5A1E0E34CF32}" dt="2026-02-24T20:26:31.691" v="164"/>
          <ac:graphicFrameMkLst>
            <pc:docMk/>
            <pc:sldMk cId="1682999205" sldId="330"/>
            <ac:graphicFrameMk id="5" creationId="{0F87CC17-1C91-69B8-FE18-596953E95737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6:35.864" v="165"/>
        <pc:sldMkLst>
          <pc:docMk/>
          <pc:sldMk cId="969680013" sldId="333"/>
        </pc:sldMkLst>
        <pc:graphicFrameChg chg="add">
          <ac:chgData name="Dipak Pathak" userId="S::dpathak2@gmu.edu::9e5e4304-2b05-4cd4-bfab-fd6cb6db6662" providerId="AD" clId="Web-{7F3C9906-F5EC-07CA-A4E1-5A1E0E34CF32}" dt="2026-02-24T20:26:35.864" v="165"/>
          <ac:graphicFrameMkLst>
            <pc:docMk/>
            <pc:sldMk cId="969680013" sldId="333"/>
            <ac:graphicFrameMk id="5" creationId="{D6678E9F-47DB-57AE-3E1D-78B364DB9ABD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6:41.333" v="166"/>
        <pc:sldMkLst>
          <pc:docMk/>
          <pc:sldMk cId="2680070935" sldId="334"/>
        </pc:sldMkLst>
        <pc:graphicFrameChg chg="add">
          <ac:chgData name="Dipak Pathak" userId="S::dpathak2@gmu.edu::9e5e4304-2b05-4cd4-bfab-fd6cb6db6662" providerId="AD" clId="Web-{7F3C9906-F5EC-07CA-A4E1-5A1E0E34CF32}" dt="2026-02-24T20:26:41.333" v="166"/>
          <ac:graphicFrameMkLst>
            <pc:docMk/>
            <pc:sldMk cId="2680070935" sldId="334"/>
            <ac:graphicFrameMk id="5" creationId="{7DF9A1EF-5E36-FE9D-1727-93B75C6CFE89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6:52.615" v="168"/>
        <pc:sldMkLst>
          <pc:docMk/>
          <pc:sldMk cId="3900356506" sldId="336"/>
        </pc:sldMkLst>
        <pc:graphicFrameChg chg="add">
          <ac:chgData name="Dipak Pathak" userId="S::dpathak2@gmu.edu::9e5e4304-2b05-4cd4-bfab-fd6cb6db6662" providerId="AD" clId="Web-{7F3C9906-F5EC-07CA-A4E1-5A1E0E34CF32}" dt="2026-02-24T20:26:52.615" v="168"/>
          <ac:graphicFrameMkLst>
            <pc:docMk/>
            <pc:sldMk cId="3900356506" sldId="336"/>
            <ac:graphicFrameMk id="5" creationId="{DF5A336D-75A5-FAAE-4004-A7C6A81D5F0F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6:57.412" v="169"/>
        <pc:sldMkLst>
          <pc:docMk/>
          <pc:sldMk cId="1623281609" sldId="337"/>
        </pc:sldMkLst>
        <pc:graphicFrameChg chg="add">
          <ac:chgData name="Dipak Pathak" userId="S::dpathak2@gmu.edu::9e5e4304-2b05-4cd4-bfab-fd6cb6db6662" providerId="AD" clId="Web-{7F3C9906-F5EC-07CA-A4E1-5A1E0E34CF32}" dt="2026-02-24T20:26:57.412" v="169"/>
          <ac:graphicFrameMkLst>
            <pc:docMk/>
            <pc:sldMk cId="1623281609" sldId="337"/>
            <ac:graphicFrameMk id="5" creationId="{9B9C14B6-2AF7-B0EB-FA4F-3A13EF563C1A}"/>
          </ac:graphicFrameMkLst>
        </pc:graphicFrameChg>
      </pc:sldChg>
      <pc:sldChg chg="addSp modSp">
        <pc:chgData name="Dipak Pathak" userId="S::dpathak2@gmu.edu::9e5e4304-2b05-4cd4-bfab-fd6cb6db6662" providerId="AD" clId="Web-{7F3C9906-F5EC-07CA-A4E1-5A1E0E34CF32}" dt="2026-02-24T20:32:29.445" v="204" actId="1076"/>
        <pc:sldMkLst>
          <pc:docMk/>
          <pc:sldMk cId="4111873594" sldId="338"/>
        </pc:sldMkLst>
        <pc:spChg chg="mod">
          <ac:chgData name="Dipak Pathak" userId="S::dpathak2@gmu.edu::9e5e4304-2b05-4cd4-bfab-fd6cb6db6662" providerId="AD" clId="Web-{7F3C9906-F5EC-07CA-A4E1-5A1E0E34CF32}" dt="2026-02-24T20:32:29.445" v="204" actId="1076"/>
          <ac:spMkLst>
            <pc:docMk/>
            <pc:sldMk cId="4111873594" sldId="338"/>
            <ac:spMk id="2" creationId="{2565A112-4D21-D99A-6379-0FC318064ED2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7:03.585" v="171"/>
          <ac:graphicFrameMkLst>
            <pc:docMk/>
            <pc:sldMk cId="4111873594" sldId="338"/>
            <ac:graphicFrameMk id="5" creationId="{F7B230B2-431C-2746-943D-5A8669A47E91}"/>
          </ac:graphicFrameMkLst>
        </pc:graphicFrameChg>
      </pc:sldChg>
      <pc:sldChg chg="addSp modSp">
        <pc:chgData name="Dipak Pathak" userId="S::dpathak2@gmu.edu::9e5e4304-2b05-4cd4-bfab-fd6cb6db6662" providerId="AD" clId="Web-{7F3C9906-F5EC-07CA-A4E1-5A1E0E34CF32}" dt="2026-02-24T20:32:11.179" v="202" actId="1076"/>
        <pc:sldMkLst>
          <pc:docMk/>
          <pc:sldMk cId="3897124998" sldId="339"/>
        </pc:sldMkLst>
        <pc:spChg chg="mod">
          <ac:chgData name="Dipak Pathak" userId="S::dpathak2@gmu.edu::9e5e4304-2b05-4cd4-bfab-fd6cb6db6662" providerId="AD" clId="Web-{7F3C9906-F5EC-07CA-A4E1-5A1E0E34CF32}" dt="2026-02-24T20:32:11.179" v="202" actId="1076"/>
          <ac:spMkLst>
            <pc:docMk/>
            <pc:sldMk cId="3897124998" sldId="339"/>
            <ac:spMk id="2" creationId="{B338154C-EC1B-DFF7-AEE5-02C4D28C7414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7:07.101" v="172"/>
          <ac:graphicFrameMkLst>
            <pc:docMk/>
            <pc:sldMk cId="3897124998" sldId="339"/>
            <ac:graphicFrameMk id="5" creationId="{2B96C832-7082-1687-BC21-0CAE376EFB51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7:00.600" v="170"/>
        <pc:sldMkLst>
          <pc:docMk/>
          <pc:sldMk cId="2992507613" sldId="341"/>
        </pc:sldMkLst>
        <pc:graphicFrameChg chg="add">
          <ac:chgData name="Dipak Pathak" userId="S::dpathak2@gmu.edu::9e5e4304-2b05-4cd4-bfab-fd6cb6db6662" providerId="AD" clId="Web-{7F3C9906-F5EC-07CA-A4E1-5A1E0E34CF32}" dt="2026-02-24T20:27:00.600" v="170"/>
          <ac:graphicFrameMkLst>
            <pc:docMk/>
            <pc:sldMk cId="2992507613" sldId="341"/>
            <ac:graphicFrameMk id="5" creationId="{5B97590F-18E3-4EE2-A1E7-417CEBB8A6D6}"/>
          </ac:graphicFrameMkLst>
        </pc:graphicFrameChg>
      </pc:sldChg>
      <pc:sldChg chg="addSp">
        <pc:chgData name="Dipak Pathak" userId="S::dpathak2@gmu.edu::9e5e4304-2b05-4cd4-bfab-fd6cb6db6662" providerId="AD" clId="Web-{7F3C9906-F5EC-07CA-A4E1-5A1E0E34CF32}" dt="2026-02-24T20:26:47.693" v="167"/>
        <pc:sldMkLst>
          <pc:docMk/>
          <pc:sldMk cId="3462938039" sldId="342"/>
        </pc:sldMkLst>
        <pc:graphicFrameChg chg="add">
          <ac:chgData name="Dipak Pathak" userId="S::dpathak2@gmu.edu::9e5e4304-2b05-4cd4-bfab-fd6cb6db6662" providerId="AD" clId="Web-{7F3C9906-F5EC-07CA-A4E1-5A1E0E34CF32}" dt="2026-02-24T20:26:47.693" v="167"/>
          <ac:graphicFrameMkLst>
            <pc:docMk/>
            <pc:sldMk cId="3462938039" sldId="342"/>
            <ac:graphicFrameMk id="5" creationId="{DA7DC221-7CFF-1734-545C-19F5DF8E969B}"/>
          </ac:graphicFrameMkLst>
        </pc:graphicFrameChg>
      </pc:sldChg>
      <pc:sldChg chg="addSp delSp modSp new mod modClrScheme chgLayout">
        <pc:chgData name="Dipak Pathak" userId="S::dpathak2@gmu.edu::9e5e4304-2b05-4cd4-bfab-fd6cb6db6662" providerId="AD" clId="Web-{7F3C9906-F5EC-07CA-A4E1-5A1E0E34CF32}" dt="2026-02-24T20:25:36.686" v="156"/>
        <pc:sldMkLst>
          <pc:docMk/>
          <pc:sldMk cId="4274048019" sldId="343"/>
        </pc:sldMkLst>
        <pc:spChg chg="add del mod">
          <ac:chgData name="Dipak Pathak" userId="S::dpathak2@gmu.edu::9e5e4304-2b05-4cd4-bfab-fd6cb6db6662" providerId="AD" clId="Web-{7F3C9906-F5EC-07CA-A4E1-5A1E0E34CF32}" dt="2026-02-24T20:07:58.921" v="48" actId="20577"/>
          <ac:spMkLst>
            <pc:docMk/>
            <pc:sldMk cId="4274048019" sldId="343"/>
            <ac:spMk id="2" creationId="{BA8A46F8-56CC-1734-9EA7-62EE0C85D538}"/>
          </ac:spMkLst>
        </pc:spChg>
        <pc:spChg chg="mod modVis">
          <ac:chgData name="Dipak Pathak" userId="S::dpathak2@gmu.edu::9e5e4304-2b05-4cd4-bfab-fd6cb6db6662" providerId="AD" clId="Web-{7F3C9906-F5EC-07CA-A4E1-5A1E0E34CF32}" dt="2026-02-24T20:05:48.605" v="36"/>
          <ac:spMkLst>
            <pc:docMk/>
            <pc:sldMk cId="4274048019" sldId="343"/>
            <ac:spMk id="4" creationId="{E7FB920F-2BA8-BD1D-7571-8533B0B50104}"/>
          </ac:spMkLst>
        </pc:spChg>
        <pc:spChg chg="mod modVis">
          <ac:chgData name="Dipak Pathak" userId="S::dpathak2@gmu.edu::9e5e4304-2b05-4cd4-bfab-fd6cb6db6662" providerId="AD" clId="Web-{7F3C9906-F5EC-07CA-A4E1-5A1E0E34CF32}" dt="2026-02-24T20:05:48.605" v="36"/>
          <ac:spMkLst>
            <pc:docMk/>
            <pc:sldMk cId="4274048019" sldId="343"/>
            <ac:spMk id="6" creationId="{B391A841-E0ED-D296-2676-1883B977457B}"/>
          </ac:spMkLst>
        </pc:spChg>
        <pc:graphicFrameChg chg="add">
          <ac:chgData name="Dipak Pathak" userId="S::dpathak2@gmu.edu::9e5e4304-2b05-4cd4-bfab-fd6cb6db6662" providerId="AD" clId="Web-{7F3C9906-F5EC-07CA-A4E1-5A1E0E34CF32}" dt="2026-02-24T20:25:36.686" v="156"/>
          <ac:graphicFrameMkLst>
            <pc:docMk/>
            <pc:sldMk cId="4274048019" sldId="343"/>
            <ac:graphicFrameMk id="11" creationId="{23A022A5-AD4E-7A4B-FB86-5E5379B7C88D}"/>
          </ac:graphicFrameMkLst>
        </pc:graphicFrameChg>
        <pc:picChg chg="add mod ord">
          <ac:chgData name="Dipak Pathak" userId="S::dpathak2@gmu.edu::9e5e4304-2b05-4cd4-bfab-fd6cb6db6662" providerId="AD" clId="Web-{7F3C9906-F5EC-07CA-A4E1-5A1E0E34CF32}" dt="2026-02-24T20:05:48.605" v="36"/>
          <ac:picMkLst>
            <pc:docMk/>
            <pc:sldMk cId="4274048019" sldId="343"/>
            <ac:picMk id="7" creationId="{2EBAF795-B767-60DB-0EDF-234F445794E9}"/>
          </ac:picMkLst>
        </pc:picChg>
        <pc:picChg chg="add mod ord">
          <ac:chgData name="Dipak Pathak" userId="S::dpathak2@gmu.edu::9e5e4304-2b05-4cd4-bfab-fd6cb6db6662" providerId="AD" clId="Web-{7F3C9906-F5EC-07CA-A4E1-5A1E0E34CF32}" dt="2026-02-24T20:07:32.606" v="44" actId="14100"/>
          <ac:picMkLst>
            <pc:docMk/>
            <pc:sldMk cId="4274048019" sldId="343"/>
            <ac:picMk id="8" creationId="{BFA51A8E-D166-358C-F28F-3B8F3432D876}"/>
          </ac:picMkLst>
        </pc:picChg>
        <pc:picChg chg="add mod">
          <ac:chgData name="Dipak Pathak" userId="S::dpathak2@gmu.edu::9e5e4304-2b05-4cd4-bfab-fd6cb6db6662" providerId="AD" clId="Web-{7F3C9906-F5EC-07CA-A4E1-5A1E0E34CF32}" dt="2026-02-24T20:07:42.107" v="46" actId="14100"/>
          <ac:picMkLst>
            <pc:docMk/>
            <pc:sldMk cId="4274048019" sldId="343"/>
            <ac:picMk id="9" creationId="{96423222-256D-1215-6F54-21D16BA98B0B}"/>
          </ac:picMkLst>
        </pc:pic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B2C273-FF78-4372-8B01-5CEF242CCE5F}" type="doc">
      <dgm:prSet loTypeId="urn:microsoft.com/office/officeart/2005/8/layout/vList2" loCatId="list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369A2AF-956C-45C5-9333-61318D94BE1B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5400" b="1">
              <a:solidFill>
                <a:srgbClr val="FFFFFF"/>
              </a:solidFill>
              <a:ea typeface="+mn-ea"/>
              <a:cs typeface="+mn-cs"/>
            </a:rPr>
            <a:t>Designing Our Testing</a:t>
          </a:r>
        </a:p>
      </dgm:t>
    </dgm:pt>
    <dgm:pt modelId="{DE1BAFA7-C9F2-4BC6-A593-9CE51EEAA00D}" type="parTrans" cxnId="{128225C7-9EDC-46B6-827E-C08EEF6AE886}">
      <dgm:prSet/>
      <dgm:spPr/>
      <dgm:t>
        <a:bodyPr/>
        <a:lstStyle/>
        <a:p>
          <a:endParaRPr lang="en-US"/>
        </a:p>
      </dgm:t>
    </dgm:pt>
    <dgm:pt modelId="{4B3F9F45-BA38-49DE-967D-A8F4193440D3}" type="sibTrans" cxnId="{128225C7-9EDC-46B6-827E-C08EEF6AE886}">
      <dgm:prSet/>
      <dgm:spPr/>
      <dgm:t>
        <a:bodyPr/>
        <a:lstStyle/>
        <a:p>
          <a:endParaRPr lang="en-US"/>
        </a:p>
      </dgm:t>
    </dgm:pt>
    <dgm:pt modelId="{FE830A9E-0F21-432F-A1CB-54C2EF5CDFFB}">
      <dgm:prSet custT="1"/>
      <dgm:spPr/>
      <dgm:t>
        <a:bodyPr/>
        <a:lstStyle/>
        <a:p>
          <a:pPr algn="l">
            <a:lnSpc>
              <a:spcPct val="90000"/>
            </a:lnSpc>
          </a:pPr>
          <a:r>
            <a:rPr lang="en-US" sz="5400" b="1">
              <a:solidFill>
                <a:srgbClr val="FFFFFF"/>
              </a:solidFill>
              <a:ea typeface="+mn-ea"/>
              <a:cs typeface="+mn-cs"/>
            </a:rPr>
            <a:t>Uses Cases</a:t>
          </a:r>
        </a:p>
      </dgm:t>
    </dgm:pt>
    <dgm:pt modelId="{31CC0E0D-3F6E-42D5-ABB3-1FD0122CD805}" type="parTrans" cxnId="{1648CBD1-53E3-4C40-B6F5-4719FE1C957A}">
      <dgm:prSet/>
      <dgm:spPr/>
      <dgm:t>
        <a:bodyPr/>
        <a:lstStyle/>
        <a:p>
          <a:endParaRPr lang="en-US"/>
        </a:p>
      </dgm:t>
    </dgm:pt>
    <dgm:pt modelId="{223899AF-9347-423C-AF49-872E9E2D42D3}" type="sibTrans" cxnId="{1648CBD1-53E3-4C40-B6F5-4719FE1C957A}">
      <dgm:prSet/>
      <dgm:spPr/>
      <dgm:t>
        <a:bodyPr/>
        <a:lstStyle/>
        <a:p>
          <a:endParaRPr lang="en-US"/>
        </a:p>
      </dgm:t>
    </dgm:pt>
    <dgm:pt modelId="{31B3A4A9-45DA-4320-95B7-9B7ABAD039AA}" type="pres">
      <dgm:prSet presAssocID="{01B2C273-FF78-4372-8B01-5CEF242CCE5F}" presName="linear" presStyleCnt="0">
        <dgm:presLayoutVars>
          <dgm:animLvl val="lvl"/>
          <dgm:resizeHandles val="exact"/>
        </dgm:presLayoutVars>
      </dgm:prSet>
      <dgm:spPr/>
    </dgm:pt>
    <dgm:pt modelId="{F4953207-19B2-4ADB-B102-0767515613A2}" type="pres">
      <dgm:prSet presAssocID="{3369A2AF-956C-45C5-9333-61318D94BE1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EDC742-8F8F-47D5-B0BB-DB0ECC4EB355}" type="pres">
      <dgm:prSet presAssocID="{4B3F9F45-BA38-49DE-967D-A8F4193440D3}" presName="spacer" presStyleCnt="0"/>
      <dgm:spPr/>
    </dgm:pt>
    <dgm:pt modelId="{8B442D41-E480-4C25-8571-92F98A5AFF8B}" type="pres">
      <dgm:prSet presAssocID="{FE830A9E-0F21-432F-A1CB-54C2EF5CDFFB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247A443-DB37-4D48-A4BA-00E9593A1DCB}" type="presOf" srcId="{FE830A9E-0F21-432F-A1CB-54C2EF5CDFFB}" destId="{8B442D41-E480-4C25-8571-92F98A5AFF8B}" srcOrd="0" destOrd="0" presId="urn:microsoft.com/office/officeart/2005/8/layout/vList2"/>
    <dgm:cxn modelId="{128225C7-9EDC-46B6-827E-C08EEF6AE886}" srcId="{01B2C273-FF78-4372-8B01-5CEF242CCE5F}" destId="{3369A2AF-956C-45C5-9333-61318D94BE1B}" srcOrd="0" destOrd="0" parTransId="{DE1BAFA7-C9F2-4BC6-A593-9CE51EEAA00D}" sibTransId="{4B3F9F45-BA38-49DE-967D-A8F4193440D3}"/>
    <dgm:cxn modelId="{1648CBD1-53E3-4C40-B6F5-4719FE1C957A}" srcId="{01B2C273-FF78-4372-8B01-5CEF242CCE5F}" destId="{FE830A9E-0F21-432F-A1CB-54C2EF5CDFFB}" srcOrd="1" destOrd="0" parTransId="{31CC0E0D-3F6E-42D5-ABB3-1FD0122CD805}" sibTransId="{223899AF-9347-423C-AF49-872E9E2D42D3}"/>
    <dgm:cxn modelId="{1778FFD4-0303-43F7-A49D-CF1EAAA1E241}" type="presOf" srcId="{3369A2AF-956C-45C5-9333-61318D94BE1B}" destId="{F4953207-19B2-4ADB-B102-0767515613A2}" srcOrd="0" destOrd="0" presId="urn:microsoft.com/office/officeart/2005/8/layout/vList2"/>
    <dgm:cxn modelId="{789F10E2-A742-4BCB-8D1F-25C91A935144}" type="presOf" srcId="{01B2C273-FF78-4372-8B01-5CEF242CCE5F}" destId="{31B3A4A9-45DA-4320-95B7-9B7ABAD039AA}" srcOrd="0" destOrd="0" presId="urn:microsoft.com/office/officeart/2005/8/layout/vList2"/>
    <dgm:cxn modelId="{73642557-3647-4E73-BE69-A7AE1613AF82}" type="presParOf" srcId="{31B3A4A9-45DA-4320-95B7-9B7ABAD039AA}" destId="{F4953207-19B2-4ADB-B102-0767515613A2}" srcOrd="0" destOrd="0" presId="urn:microsoft.com/office/officeart/2005/8/layout/vList2"/>
    <dgm:cxn modelId="{10184824-8D70-4A3C-8B28-D1217C86D7AC}" type="presParOf" srcId="{31B3A4A9-45DA-4320-95B7-9B7ABAD039AA}" destId="{22EDC742-8F8F-47D5-B0BB-DB0ECC4EB355}" srcOrd="1" destOrd="0" presId="urn:microsoft.com/office/officeart/2005/8/layout/vList2"/>
    <dgm:cxn modelId="{DF7FD899-4800-4078-9D67-B532E2E32402}" type="presParOf" srcId="{31B3A4A9-45DA-4320-95B7-9B7ABAD039AA}" destId="{8B442D41-E480-4C25-8571-92F98A5AFF8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80A9AE-888A-4140-9D71-4C2C878B9919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002EF59C-78EA-4004-95B1-F8959B19BD9D}">
      <dgm:prSet/>
      <dgm:spPr/>
      <dgm:t>
        <a:bodyPr/>
        <a:lstStyle/>
        <a:p>
          <a:pPr>
            <a:defRPr cap="all"/>
          </a:pPr>
          <a:r>
            <a:rPr lang="en-US"/>
            <a:t>Web Booking Application</a:t>
          </a:r>
        </a:p>
      </dgm:t>
    </dgm:pt>
    <dgm:pt modelId="{29162622-FE27-42CD-8929-C280EFDC38A2}" type="parTrans" cxnId="{4463AC9D-25D9-486A-9495-47E6C3298FF0}">
      <dgm:prSet/>
      <dgm:spPr/>
      <dgm:t>
        <a:bodyPr/>
        <a:lstStyle/>
        <a:p>
          <a:endParaRPr lang="en-US"/>
        </a:p>
      </dgm:t>
    </dgm:pt>
    <dgm:pt modelId="{8C01002F-4A9E-4999-ABE4-36AE828A9D8D}" type="sibTrans" cxnId="{4463AC9D-25D9-486A-9495-47E6C3298FF0}">
      <dgm:prSet/>
      <dgm:spPr/>
      <dgm:t>
        <a:bodyPr/>
        <a:lstStyle/>
        <a:p>
          <a:endParaRPr lang="en-US"/>
        </a:p>
      </dgm:t>
    </dgm:pt>
    <dgm:pt modelId="{4ABC8D61-176D-45BD-9E4C-B1E83518FABC}">
      <dgm:prSet/>
      <dgm:spPr/>
      <dgm:t>
        <a:bodyPr/>
        <a:lstStyle/>
        <a:p>
          <a:pPr>
            <a:defRPr cap="all"/>
          </a:pPr>
          <a:r>
            <a:rPr lang="en-US"/>
            <a:t>Dailpad AI Integration</a:t>
          </a:r>
        </a:p>
      </dgm:t>
    </dgm:pt>
    <dgm:pt modelId="{D01CCF6D-4F03-41F2-811A-C248148E1BF0}" type="parTrans" cxnId="{99E0D1EE-4749-4AF8-824E-4D0B2BDBA4A1}">
      <dgm:prSet/>
      <dgm:spPr/>
      <dgm:t>
        <a:bodyPr/>
        <a:lstStyle/>
        <a:p>
          <a:endParaRPr lang="en-US"/>
        </a:p>
      </dgm:t>
    </dgm:pt>
    <dgm:pt modelId="{6A454A07-F61A-48E6-9579-F532F7B6C8D4}" type="sibTrans" cxnId="{99E0D1EE-4749-4AF8-824E-4D0B2BDBA4A1}">
      <dgm:prSet/>
      <dgm:spPr/>
      <dgm:t>
        <a:bodyPr/>
        <a:lstStyle/>
        <a:p>
          <a:endParaRPr lang="en-US"/>
        </a:p>
      </dgm:t>
    </dgm:pt>
    <dgm:pt modelId="{666B7AF9-74FB-4933-A5D3-A143C455B8E9}">
      <dgm:prSet/>
      <dgm:spPr/>
      <dgm:t>
        <a:bodyPr/>
        <a:lstStyle/>
        <a:p>
          <a:pPr>
            <a:defRPr cap="all"/>
          </a:pPr>
          <a:r>
            <a:rPr lang="en-US"/>
            <a:t>Bitrix CRM Configuration</a:t>
          </a:r>
        </a:p>
      </dgm:t>
    </dgm:pt>
    <dgm:pt modelId="{0D34CD54-796B-406E-B3FA-4B91E3ECEFA9}" type="parTrans" cxnId="{876243E8-EDDF-4EB0-9DA2-D03B0EC62778}">
      <dgm:prSet/>
      <dgm:spPr/>
      <dgm:t>
        <a:bodyPr/>
        <a:lstStyle/>
        <a:p>
          <a:endParaRPr lang="en-US"/>
        </a:p>
      </dgm:t>
    </dgm:pt>
    <dgm:pt modelId="{F14EA093-8323-4008-86E0-B7800FA027AB}" type="sibTrans" cxnId="{876243E8-EDDF-4EB0-9DA2-D03B0EC62778}">
      <dgm:prSet/>
      <dgm:spPr/>
      <dgm:t>
        <a:bodyPr/>
        <a:lstStyle/>
        <a:p>
          <a:endParaRPr lang="en-US"/>
        </a:p>
      </dgm:t>
    </dgm:pt>
    <dgm:pt modelId="{63BFBF83-B7AE-45DC-BB58-D3589F5900AB}">
      <dgm:prSet/>
      <dgm:spPr/>
      <dgm:t>
        <a:bodyPr/>
        <a:lstStyle/>
        <a:p>
          <a:pPr>
            <a:defRPr cap="all"/>
          </a:pPr>
          <a:r>
            <a:rPr lang="en-US"/>
            <a:t>Security &amp; Data Integrity</a:t>
          </a:r>
        </a:p>
      </dgm:t>
    </dgm:pt>
    <dgm:pt modelId="{1CCA7E69-EB67-48B4-A2F0-AD9B08EF1105}" type="parTrans" cxnId="{9613ADB1-D206-4D72-A48E-75F4BCA8E012}">
      <dgm:prSet/>
      <dgm:spPr/>
      <dgm:t>
        <a:bodyPr/>
        <a:lstStyle/>
        <a:p>
          <a:endParaRPr lang="en-US"/>
        </a:p>
      </dgm:t>
    </dgm:pt>
    <dgm:pt modelId="{1CE3A894-DAC1-43A2-B2BC-019EC8E0F8FA}" type="sibTrans" cxnId="{9613ADB1-D206-4D72-A48E-75F4BCA8E012}">
      <dgm:prSet/>
      <dgm:spPr/>
      <dgm:t>
        <a:bodyPr/>
        <a:lstStyle/>
        <a:p>
          <a:endParaRPr lang="en-US"/>
        </a:p>
      </dgm:t>
    </dgm:pt>
    <dgm:pt modelId="{B2846F24-13DD-4AC1-9C23-78056804A6F8}" type="pres">
      <dgm:prSet presAssocID="{A380A9AE-888A-4140-9D71-4C2C878B9919}" presName="outerComposite" presStyleCnt="0">
        <dgm:presLayoutVars>
          <dgm:chMax val="5"/>
          <dgm:dir/>
          <dgm:resizeHandles val="exact"/>
        </dgm:presLayoutVars>
      </dgm:prSet>
      <dgm:spPr/>
    </dgm:pt>
    <dgm:pt modelId="{C63C3908-DCD0-4178-987E-B8C1EB9B552A}" type="pres">
      <dgm:prSet presAssocID="{A380A9AE-888A-4140-9D71-4C2C878B9919}" presName="dummyMaxCanvas" presStyleCnt="0">
        <dgm:presLayoutVars/>
      </dgm:prSet>
      <dgm:spPr/>
    </dgm:pt>
    <dgm:pt modelId="{CAFC2B8C-8BFF-473B-A85D-6E673EA8BD52}" type="pres">
      <dgm:prSet presAssocID="{A380A9AE-888A-4140-9D71-4C2C878B9919}" presName="FourNodes_1" presStyleLbl="node1" presStyleIdx="0" presStyleCnt="4">
        <dgm:presLayoutVars>
          <dgm:bulletEnabled val="1"/>
        </dgm:presLayoutVars>
      </dgm:prSet>
      <dgm:spPr/>
    </dgm:pt>
    <dgm:pt modelId="{BA569C8C-47A3-49E9-8A4F-15679B16DAE5}" type="pres">
      <dgm:prSet presAssocID="{A380A9AE-888A-4140-9D71-4C2C878B9919}" presName="FourNodes_2" presStyleLbl="node1" presStyleIdx="1" presStyleCnt="4">
        <dgm:presLayoutVars>
          <dgm:bulletEnabled val="1"/>
        </dgm:presLayoutVars>
      </dgm:prSet>
      <dgm:spPr/>
    </dgm:pt>
    <dgm:pt modelId="{B188BE7D-16F2-4811-8751-788AC00AA879}" type="pres">
      <dgm:prSet presAssocID="{A380A9AE-888A-4140-9D71-4C2C878B9919}" presName="FourNodes_3" presStyleLbl="node1" presStyleIdx="2" presStyleCnt="4">
        <dgm:presLayoutVars>
          <dgm:bulletEnabled val="1"/>
        </dgm:presLayoutVars>
      </dgm:prSet>
      <dgm:spPr/>
    </dgm:pt>
    <dgm:pt modelId="{EBA3EABC-C0E3-4BD2-BCCB-4E03A199BC95}" type="pres">
      <dgm:prSet presAssocID="{A380A9AE-888A-4140-9D71-4C2C878B9919}" presName="FourNodes_4" presStyleLbl="node1" presStyleIdx="3" presStyleCnt="4">
        <dgm:presLayoutVars>
          <dgm:bulletEnabled val="1"/>
        </dgm:presLayoutVars>
      </dgm:prSet>
      <dgm:spPr/>
    </dgm:pt>
    <dgm:pt modelId="{F603888B-B631-4E3D-B043-05ED98B0EA47}" type="pres">
      <dgm:prSet presAssocID="{A380A9AE-888A-4140-9D71-4C2C878B9919}" presName="FourConn_1-2" presStyleLbl="fgAccFollowNode1" presStyleIdx="0" presStyleCnt="3">
        <dgm:presLayoutVars>
          <dgm:bulletEnabled val="1"/>
        </dgm:presLayoutVars>
      </dgm:prSet>
      <dgm:spPr/>
    </dgm:pt>
    <dgm:pt modelId="{5C6A46AD-0714-4F07-876B-04E3FEF20EAA}" type="pres">
      <dgm:prSet presAssocID="{A380A9AE-888A-4140-9D71-4C2C878B9919}" presName="FourConn_2-3" presStyleLbl="fgAccFollowNode1" presStyleIdx="1" presStyleCnt="3">
        <dgm:presLayoutVars>
          <dgm:bulletEnabled val="1"/>
        </dgm:presLayoutVars>
      </dgm:prSet>
      <dgm:spPr/>
    </dgm:pt>
    <dgm:pt modelId="{2393D66B-B82B-4992-A44C-D28F9CF03B60}" type="pres">
      <dgm:prSet presAssocID="{A380A9AE-888A-4140-9D71-4C2C878B9919}" presName="FourConn_3-4" presStyleLbl="fgAccFollowNode1" presStyleIdx="2" presStyleCnt="3">
        <dgm:presLayoutVars>
          <dgm:bulletEnabled val="1"/>
        </dgm:presLayoutVars>
      </dgm:prSet>
      <dgm:spPr/>
    </dgm:pt>
    <dgm:pt modelId="{2C625617-2FB3-4245-8621-9B6DA56CA2E3}" type="pres">
      <dgm:prSet presAssocID="{A380A9AE-888A-4140-9D71-4C2C878B9919}" presName="FourNodes_1_text" presStyleLbl="node1" presStyleIdx="3" presStyleCnt="4">
        <dgm:presLayoutVars>
          <dgm:bulletEnabled val="1"/>
        </dgm:presLayoutVars>
      </dgm:prSet>
      <dgm:spPr/>
    </dgm:pt>
    <dgm:pt modelId="{28A8BE5E-21F5-4B0A-AB28-261096C2E927}" type="pres">
      <dgm:prSet presAssocID="{A380A9AE-888A-4140-9D71-4C2C878B9919}" presName="FourNodes_2_text" presStyleLbl="node1" presStyleIdx="3" presStyleCnt="4">
        <dgm:presLayoutVars>
          <dgm:bulletEnabled val="1"/>
        </dgm:presLayoutVars>
      </dgm:prSet>
      <dgm:spPr/>
    </dgm:pt>
    <dgm:pt modelId="{0365EF4A-A06B-4EA8-B73E-EB6D2414BBD3}" type="pres">
      <dgm:prSet presAssocID="{A380A9AE-888A-4140-9D71-4C2C878B9919}" presName="FourNodes_3_text" presStyleLbl="node1" presStyleIdx="3" presStyleCnt="4">
        <dgm:presLayoutVars>
          <dgm:bulletEnabled val="1"/>
        </dgm:presLayoutVars>
      </dgm:prSet>
      <dgm:spPr/>
    </dgm:pt>
    <dgm:pt modelId="{27DC6D51-967F-4EDA-B4CA-3AD3E0E72D52}" type="pres">
      <dgm:prSet presAssocID="{A380A9AE-888A-4140-9D71-4C2C878B991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7FC2116-D453-4B0D-8ABE-69C9A557FE9E}" type="presOf" srcId="{4ABC8D61-176D-45BD-9E4C-B1E83518FABC}" destId="{28A8BE5E-21F5-4B0A-AB28-261096C2E927}" srcOrd="1" destOrd="0" presId="urn:microsoft.com/office/officeart/2005/8/layout/vProcess5"/>
    <dgm:cxn modelId="{0CB9FC1F-102A-4E5B-AA7A-D8138E41875A}" type="presOf" srcId="{666B7AF9-74FB-4933-A5D3-A143C455B8E9}" destId="{0365EF4A-A06B-4EA8-B73E-EB6D2414BBD3}" srcOrd="1" destOrd="0" presId="urn:microsoft.com/office/officeart/2005/8/layout/vProcess5"/>
    <dgm:cxn modelId="{1D272731-572B-4E85-A624-5DF27D93868C}" type="presOf" srcId="{F14EA093-8323-4008-86E0-B7800FA027AB}" destId="{2393D66B-B82B-4992-A44C-D28F9CF03B60}" srcOrd="0" destOrd="0" presId="urn:microsoft.com/office/officeart/2005/8/layout/vProcess5"/>
    <dgm:cxn modelId="{C426725D-5604-482B-A5AE-42AAE7EB30E4}" type="presOf" srcId="{8C01002F-4A9E-4999-ABE4-36AE828A9D8D}" destId="{F603888B-B631-4E3D-B043-05ED98B0EA47}" srcOrd="0" destOrd="0" presId="urn:microsoft.com/office/officeart/2005/8/layout/vProcess5"/>
    <dgm:cxn modelId="{38E23164-2ED1-4FD2-9F6E-078C5CEF805E}" type="presOf" srcId="{63BFBF83-B7AE-45DC-BB58-D3589F5900AB}" destId="{27DC6D51-967F-4EDA-B4CA-3AD3E0E72D52}" srcOrd="1" destOrd="0" presId="urn:microsoft.com/office/officeart/2005/8/layout/vProcess5"/>
    <dgm:cxn modelId="{12C43C66-7205-43E9-A799-F3A9FAA61ED1}" type="presOf" srcId="{4ABC8D61-176D-45BD-9E4C-B1E83518FABC}" destId="{BA569C8C-47A3-49E9-8A4F-15679B16DAE5}" srcOrd="0" destOrd="0" presId="urn:microsoft.com/office/officeart/2005/8/layout/vProcess5"/>
    <dgm:cxn modelId="{6996AE93-B069-4B5C-919A-40EC2B189EA7}" type="presOf" srcId="{002EF59C-78EA-4004-95B1-F8959B19BD9D}" destId="{2C625617-2FB3-4245-8621-9B6DA56CA2E3}" srcOrd="1" destOrd="0" presId="urn:microsoft.com/office/officeart/2005/8/layout/vProcess5"/>
    <dgm:cxn modelId="{EFC2B999-9017-484C-AEED-763368C99822}" type="presOf" srcId="{63BFBF83-B7AE-45DC-BB58-D3589F5900AB}" destId="{EBA3EABC-C0E3-4BD2-BCCB-4E03A199BC95}" srcOrd="0" destOrd="0" presId="urn:microsoft.com/office/officeart/2005/8/layout/vProcess5"/>
    <dgm:cxn modelId="{4463AC9D-25D9-486A-9495-47E6C3298FF0}" srcId="{A380A9AE-888A-4140-9D71-4C2C878B9919}" destId="{002EF59C-78EA-4004-95B1-F8959B19BD9D}" srcOrd="0" destOrd="0" parTransId="{29162622-FE27-42CD-8929-C280EFDC38A2}" sibTransId="{8C01002F-4A9E-4999-ABE4-36AE828A9D8D}"/>
    <dgm:cxn modelId="{9613ADB1-D206-4D72-A48E-75F4BCA8E012}" srcId="{A380A9AE-888A-4140-9D71-4C2C878B9919}" destId="{63BFBF83-B7AE-45DC-BB58-D3589F5900AB}" srcOrd="3" destOrd="0" parTransId="{1CCA7E69-EB67-48B4-A2F0-AD9B08EF1105}" sibTransId="{1CE3A894-DAC1-43A2-B2BC-019EC8E0F8FA}"/>
    <dgm:cxn modelId="{7E17CCDB-18D5-457A-AD86-B2B5F5BB76F5}" type="presOf" srcId="{A380A9AE-888A-4140-9D71-4C2C878B9919}" destId="{B2846F24-13DD-4AC1-9C23-78056804A6F8}" srcOrd="0" destOrd="0" presId="urn:microsoft.com/office/officeart/2005/8/layout/vProcess5"/>
    <dgm:cxn modelId="{876243E8-EDDF-4EB0-9DA2-D03B0EC62778}" srcId="{A380A9AE-888A-4140-9D71-4C2C878B9919}" destId="{666B7AF9-74FB-4933-A5D3-A143C455B8E9}" srcOrd="2" destOrd="0" parTransId="{0D34CD54-796B-406E-B3FA-4B91E3ECEFA9}" sibTransId="{F14EA093-8323-4008-86E0-B7800FA027AB}"/>
    <dgm:cxn modelId="{41F845ED-D866-4D10-99F9-5E8FB852A8EF}" type="presOf" srcId="{6A454A07-F61A-48E6-9579-F532F7B6C8D4}" destId="{5C6A46AD-0714-4F07-876B-04E3FEF20EAA}" srcOrd="0" destOrd="0" presId="urn:microsoft.com/office/officeart/2005/8/layout/vProcess5"/>
    <dgm:cxn modelId="{99E0D1EE-4749-4AF8-824E-4D0B2BDBA4A1}" srcId="{A380A9AE-888A-4140-9D71-4C2C878B9919}" destId="{4ABC8D61-176D-45BD-9E4C-B1E83518FABC}" srcOrd="1" destOrd="0" parTransId="{D01CCF6D-4F03-41F2-811A-C248148E1BF0}" sibTransId="{6A454A07-F61A-48E6-9579-F532F7B6C8D4}"/>
    <dgm:cxn modelId="{FAFAF0EE-FB11-4526-8C01-2AB7F475FD63}" type="presOf" srcId="{666B7AF9-74FB-4933-A5D3-A143C455B8E9}" destId="{B188BE7D-16F2-4811-8751-788AC00AA879}" srcOrd="0" destOrd="0" presId="urn:microsoft.com/office/officeart/2005/8/layout/vProcess5"/>
    <dgm:cxn modelId="{ABBCC5F6-5EA7-4B3C-8BB5-4D74D2A7E6E3}" type="presOf" srcId="{002EF59C-78EA-4004-95B1-F8959B19BD9D}" destId="{CAFC2B8C-8BFF-473B-A85D-6E673EA8BD52}" srcOrd="0" destOrd="0" presId="urn:microsoft.com/office/officeart/2005/8/layout/vProcess5"/>
    <dgm:cxn modelId="{C813B192-E301-4E98-8AFA-673A39501C5F}" type="presParOf" srcId="{B2846F24-13DD-4AC1-9C23-78056804A6F8}" destId="{C63C3908-DCD0-4178-987E-B8C1EB9B552A}" srcOrd="0" destOrd="0" presId="urn:microsoft.com/office/officeart/2005/8/layout/vProcess5"/>
    <dgm:cxn modelId="{172CE741-BD0D-4970-920E-197A3F5D8A12}" type="presParOf" srcId="{B2846F24-13DD-4AC1-9C23-78056804A6F8}" destId="{CAFC2B8C-8BFF-473B-A85D-6E673EA8BD52}" srcOrd="1" destOrd="0" presId="urn:microsoft.com/office/officeart/2005/8/layout/vProcess5"/>
    <dgm:cxn modelId="{F679E090-0D6C-4508-8D8C-E93B1E1D91E2}" type="presParOf" srcId="{B2846F24-13DD-4AC1-9C23-78056804A6F8}" destId="{BA569C8C-47A3-49E9-8A4F-15679B16DAE5}" srcOrd="2" destOrd="0" presId="urn:microsoft.com/office/officeart/2005/8/layout/vProcess5"/>
    <dgm:cxn modelId="{8E98E736-CF67-48B5-84D8-633E743181A4}" type="presParOf" srcId="{B2846F24-13DD-4AC1-9C23-78056804A6F8}" destId="{B188BE7D-16F2-4811-8751-788AC00AA879}" srcOrd="3" destOrd="0" presId="urn:microsoft.com/office/officeart/2005/8/layout/vProcess5"/>
    <dgm:cxn modelId="{05A78BD0-FBEB-40B1-B879-97F1DAD16F75}" type="presParOf" srcId="{B2846F24-13DD-4AC1-9C23-78056804A6F8}" destId="{EBA3EABC-C0E3-4BD2-BCCB-4E03A199BC95}" srcOrd="4" destOrd="0" presId="urn:microsoft.com/office/officeart/2005/8/layout/vProcess5"/>
    <dgm:cxn modelId="{FFC06318-184D-44E6-976A-E82091CE5373}" type="presParOf" srcId="{B2846F24-13DD-4AC1-9C23-78056804A6F8}" destId="{F603888B-B631-4E3D-B043-05ED98B0EA47}" srcOrd="5" destOrd="0" presId="urn:microsoft.com/office/officeart/2005/8/layout/vProcess5"/>
    <dgm:cxn modelId="{5677F6F5-966C-41B4-89C8-19186E3550ED}" type="presParOf" srcId="{B2846F24-13DD-4AC1-9C23-78056804A6F8}" destId="{5C6A46AD-0714-4F07-876B-04E3FEF20EAA}" srcOrd="6" destOrd="0" presId="urn:microsoft.com/office/officeart/2005/8/layout/vProcess5"/>
    <dgm:cxn modelId="{424D8776-580C-4E9D-B008-E269D90BAC23}" type="presParOf" srcId="{B2846F24-13DD-4AC1-9C23-78056804A6F8}" destId="{2393D66B-B82B-4992-A44C-D28F9CF03B60}" srcOrd="7" destOrd="0" presId="urn:microsoft.com/office/officeart/2005/8/layout/vProcess5"/>
    <dgm:cxn modelId="{EFC374E5-A579-466F-A9E2-B400CB823CC0}" type="presParOf" srcId="{B2846F24-13DD-4AC1-9C23-78056804A6F8}" destId="{2C625617-2FB3-4245-8621-9B6DA56CA2E3}" srcOrd="8" destOrd="0" presId="urn:microsoft.com/office/officeart/2005/8/layout/vProcess5"/>
    <dgm:cxn modelId="{02B94D92-981E-4DC2-BAED-AB1317570841}" type="presParOf" srcId="{B2846F24-13DD-4AC1-9C23-78056804A6F8}" destId="{28A8BE5E-21F5-4B0A-AB28-261096C2E927}" srcOrd="9" destOrd="0" presId="urn:microsoft.com/office/officeart/2005/8/layout/vProcess5"/>
    <dgm:cxn modelId="{C5A0531B-4A8C-4E44-821D-DD953AD78443}" type="presParOf" srcId="{B2846F24-13DD-4AC1-9C23-78056804A6F8}" destId="{0365EF4A-A06B-4EA8-B73E-EB6D2414BBD3}" srcOrd="10" destOrd="0" presId="urn:microsoft.com/office/officeart/2005/8/layout/vProcess5"/>
    <dgm:cxn modelId="{EF2177AD-C269-43D8-9DB9-F20F8FC6EE4A}" type="presParOf" srcId="{B2846F24-13DD-4AC1-9C23-78056804A6F8}" destId="{27DC6D51-967F-4EDA-B4CA-3AD3E0E72D5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Cases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refrence</a:t>
          </a:r>
          <a:endParaRPr lang="en-US" sz="1600" b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C8794D-3121-4FB6-ADD1-FC6D89461D07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3039BFDC-1216-42CB-954E-D8D1B7211389}">
      <dgm:prSet/>
      <dgm:spPr/>
      <dgm:t>
        <a:bodyPr/>
        <a:lstStyle/>
        <a:p>
          <a:pPr>
            <a:defRPr cap="all"/>
          </a:pPr>
          <a:r>
            <a:rPr lang="en-US" b="1"/>
            <a:t>Booking Management</a:t>
          </a:r>
          <a:endParaRPr lang="en-US"/>
        </a:p>
      </dgm:t>
    </dgm:pt>
    <dgm:pt modelId="{CE45A109-287F-412F-AD04-58114C93C940}" type="parTrans" cxnId="{326FCF3F-10AC-4F41-9D18-4FC3FE060040}">
      <dgm:prSet/>
      <dgm:spPr/>
      <dgm:t>
        <a:bodyPr/>
        <a:lstStyle/>
        <a:p>
          <a:endParaRPr lang="en-US"/>
        </a:p>
      </dgm:t>
    </dgm:pt>
    <dgm:pt modelId="{991556C8-0176-47CA-92E5-CFB9975D8995}" type="sibTrans" cxnId="{326FCF3F-10AC-4F41-9D18-4FC3FE060040}">
      <dgm:prSet/>
      <dgm:spPr/>
      <dgm:t>
        <a:bodyPr/>
        <a:lstStyle/>
        <a:p>
          <a:endParaRPr lang="en-US"/>
        </a:p>
      </dgm:t>
    </dgm:pt>
    <dgm:pt modelId="{99F0DB49-3B3B-4F48-A234-51354E7C1B7C}">
      <dgm:prSet/>
      <dgm:spPr/>
      <dgm:t>
        <a:bodyPr/>
        <a:lstStyle/>
        <a:p>
          <a:pPr>
            <a:defRPr cap="all"/>
          </a:pPr>
          <a:r>
            <a:rPr lang="en-US" b="1"/>
            <a:t>Payment Processing</a:t>
          </a:r>
          <a:endParaRPr lang="en-US"/>
        </a:p>
      </dgm:t>
    </dgm:pt>
    <dgm:pt modelId="{985948D0-1204-476C-8664-1BB244A6F374}" type="parTrans" cxnId="{1DC87C89-4E07-4B3C-9316-31A650052F04}">
      <dgm:prSet/>
      <dgm:spPr/>
      <dgm:t>
        <a:bodyPr/>
        <a:lstStyle/>
        <a:p>
          <a:endParaRPr lang="en-US"/>
        </a:p>
      </dgm:t>
    </dgm:pt>
    <dgm:pt modelId="{F95A4781-6C48-42D4-9EF5-45FB34580371}" type="sibTrans" cxnId="{1DC87C89-4E07-4B3C-9316-31A650052F04}">
      <dgm:prSet/>
      <dgm:spPr/>
      <dgm:t>
        <a:bodyPr/>
        <a:lstStyle/>
        <a:p>
          <a:endParaRPr lang="en-US"/>
        </a:p>
      </dgm:t>
    </dgm:pt>
    <dgm:pt modelId="{CFAA7047-C8F4-4A0C-BE64-8EA8991B1098}">
      <dgm:prSet/>
      <dgm:spPr/>
      <dgm:t>
        <a:bodyPr/>
        <a:lstStyle/>
        <a:p>
          <a:pPr>
            <a:defRPr cap="all"/>
          </a:pPr>
          <a:r>
            <a:rPr lang="en-US" b="1"/>
            <a:t>AI Support Workflows</a:t>
          </a:r>
          <a:endParaRPr lang="en-US"/>
        </a:p>
      </dgm:t>
    </dgm:pt>
    <dgm:pt modelId="{82C01B47-2DEB-4084-8BA8-55C4BCBC56C2}" type="parTrans" cxnId="{EF60E3D7-A857-4ED9-AE07-CFF667A765FB}">
      <dgm:prSet/>
      <dgm:spPr/>
      <dgm:t>
        <a:bodyPr/>
        <a:lstStyle/>
        <a:p>
          <a:endParaRPr lang="en-US"/>
        </a:p>
      </dgm:t>
    </dgm:pt>
    <dgm:pt modelId="{37A28CC5-D695-46D5-8FD5-3D0BAE39A4EC}" type="sibTrans" cxnId="{EF60E3D7-A857-4ED9-AE07-CFF667A765FB}">
      <dgm:prSet/>
      <dgm:spPr/>
      <dgm:t>
        <a:bodyPr/>
        <a:lstStyle/>
        <a:p>
          <a:endParaRPr lang="en-US"/>
        </a:p>
      </dgm:t>
    </dgm:pt>
    <dgm:pt modelId="{EAFB1B44-217C-4435-8AAC-6F4865FF8DCC}">
      <dgm:prSet/>
      <dgm:spPr/>
      <dgm:t>
        <a:bodyPr/>
        <a:lstStyle/>
        <a:p>
          <a:pPr>
            <a:defRPr cap="all"/>
          </a:pPr>
          <a:r>
            <a:rPr lang="en-US" b="1"/>
            <a:t>CRM Data Sync</a:t>
          </a:r>
          <a:endParaRPr lang="en-US"/>
        </a:p>
      </dgm:t>
    </dgm:pt>
    <dgm:pt modelId="{4E327AFB-3342-422D-911B-D5D5D6165237}" type="parTrans" cxnId="{0CE5FBD8-BD22-4130-89F4-FD5A83835D54}">
      <dgm:prSet/>
      <dgm:spPr/>
      <dgm:t>
        <a:bodyPr/>
        <a:lstStyle/>
        <a:p>
          <a:endParaRPr lang="en-US"/>
        </a:p>
      </dgm:t>
    </dgm:pt>
    <dgm:pt modelId="{CD112022-E77D-43B3-93A8-3D90CEDC629B}" type="sibTrans" cxnId="{0CE5FBD8-BD22-4130-89F4-FD5A83835D54}">
      <dgm:prSet/>
      <dgm:spPr/>
      <dgm:t>
        <a:bodyPr/>
        <a:lstStyle/>
        <a:p>
          <a:endParaRPr lang="en-US"/>
        </a:p>
      </dgm:t>
    </dgm:pt>
    <dgm:pt modelId="{BA337D71-BC60-4CAB-AEE2-D2BAAB1FBEAA}" type="pres">
      <dgm:prSet presAssocID="{E9C8794D-3121-4FB6-ADD1-FC6D89461D07}" presName="root" presStyleCnt="0">
        <dgm:presLayoutVars>
          <dgm:dir/>
          <dgm:resizeHandles val="exact"/>
        </dgm:presLayoutVars>
      </dgm:prSet>
      <dgm:spPr/>
    </dgm:pt>
    <dgm:pt modelId="{4F1120BE-66B7-4E9A-8796-D7A899F6D8F8}" type="pres">
      <dgm:prSet presAssocID="{3039BFDC-1216-42CB-954E-D8D1B7211389}" presName="compNode" presStyleCnt="0"/>
      <dgm:spPr/>
    </dgm:pt>
    <dgm:pt modelId="{B4C80F7F-E2FE-46BD-8BF4-E180735645DF}" type="pres">
      <dgm:prSet presAssocID="{3039BFDC-1216-42CB-954E-D8D1B7211389}" presName="iconBgRect" presStyleLbl="bgShp" presStyleIdx="0" presStyleCnt="4"/>
      <dgm:spPr/>
    </dgm:pt>
    <dgm:pt modelId="{A3C0DAE7-E295-447F-AA50-57B6B636B64D}" type="pres">
      <dgm:prSet presAssocID="{3039BFDC-1216-42CB-954E-D8D1B721138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B59A2B39-95A5-47DB-9DCC-FECC2A627DF2}" type="pres">
      <dgm:prSet presAssocID="{3039BFDC-1216-42CB-954E-D8D1B7211389}" presName="spaceRect" presStyleCnt="0"/>
      <dgm:spPr/>
    </dgm:pt>
    <dgm:pt modelId="{F3E617BC-D77B-4008-A917-533D19E88E94}" type="pres">
      <dgm:prSet presAssocID="{3039BFDC-1216-42CB-954E-D8D1B7211389}" presName="textRect" presStyleLbl="revTx" presStyleIdx="0" presStyleCnt="4">
        <dgm:presLayoutVars>
          <dgm:chMax val="1"/>
          <dgm:chPref val="1"/>
        </dgm:presLayoutVars>
      </dgm:prSet>
      <dgm:spPr/>
    </dgm:pt>
    <dgm:pt modelId="{5035195E-6512-42B2-A4A2-09C3F8CF026D}" type="pres">
      <dgm:prSet presAssocID="{991556C8-0176-47CA-92E5-CFB9975D8995}" presName="sibTrans" presStyleCnt="0"/>
      <dgm:spPr/>
    </dgm:pt>
    <dgm:pt modelId="{7919D7F4-A10C-446D-9747-7AAEB427613D}" type="pres">
      <dgm:prSet presAssocID="{99F0DB49-3B3B-4F48-A234-51354E7C1B7C}" presName="compNode" presStyleCnt="0"/>
      <dgm:spPr/>
    </dgm:pt>
    <dgm:pt modelId="{C21687B0-FFCE-48CF-B508-467F1E0C10FA}" type="pres">
      <dgm:prSet presAssocID="{99F0DB49-3B3B-4F48-A234-51354E7C1B7C}" presName="iconBgRect" presStyleLbl="bgShp" presStyleIdx="1" presStyleCnt="4"/>
      <dgm:spPr/>
    </dgm:pt>
    <dgm:pt modelId="{9C5CAFA8-7AA2-405D-AFF1-2320AE1286B0}" type="pres">
      <dgm:prSet presAssocID="{99F0DB49-3B3B-4F48-A234-51354E7C1B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0352E10-0C3C-4178-805C-609788C2FEA5}" type="pres">
      <dgm:prSet presAssocID="{99F0DB49-3B3B-4F48-A234-51354E7C1B7C}" presName="spaceRect" presStyleCnt="0"/>
      <dgm:spPr/>
    </dgm:pt>
    <dgm:pt modelId="{64A57C06-F045-4C04-9BAC-D2C30B41DBD5}" type="pres">
      <dgm:prSet presAssocID="{99F0DB49-3B3B-4F48-A234-51354E7C1B7C}" presName="textRect" presStyleLbl="revTx" presStyleIdx="1" presStyleCnt="4">
        <dgm:presLayoutVars>
          <dgm:chMax val="1"/>
          <dgm:chPref val="1"/>
        </dgm:presLayoutVars>
      </dgm:prSet>
      <dgm:spPr/>
    </dgm:pt>
    <dgm:pt modelId="{37A5E6FD-0892-4851-9C6A-5BC19347144C}" type="pres">
      <dgm:prSet presAssocID="{F95A4781-6C48-42D4-9EF5-45FB34580371}" presName="sibTrans" presStyleCnt="0"/>
      <dgm:spPr/>
    </dgm:pt>
    <dgm:pt modelId="{63683D47-CC2B-4537-B0F5-8EC31E7C2CF2}" type="pres">
      <dgm:prSet presAssocID="{CFAA7047-C8F4-4A0C-BE64-8EA8991B1098}" presName="compNode" presStyleCnt="0"/>
      <dgm:spPr/>
    </dgm:pt>
    <dgm:pt modelId="{168668F3-39AA-4F9B-9C50-18B0CE43E9D9}" type="pres">
      <dgm:prSet presAssocID="{CFAA7047-C8F4-4A0C-BE64-8EA8991B1098}" presName="iconBgRect" presStyleLbl="bgShp" presStyleIdx="2" presStyleCnt="4"/>
      <dgm:spPr/>
    </dgm:pt>
    <dgm:pt modelId="{97F327DE-CBC0-4C3F-BE11-85917E9DDC78}" type="pres">
      <dgm:prSet presAssocID="{CFAA7047-C8F4-4A0C-BE64-8EA8991B109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A8D98C26-787F-447B-BCAA-74524D643532}" type="pres">
      <dgm:prSet presAssocID="{CFAA7047-C8F4-4A0C-BE64-8EA8991B1098}" presName="spaceRect" presStyleCnt="0"/>
      <dgm:spPr/>
    </dgm:pt>
    <dgm:pt modelId="{9FB97FAB-8641-4AED-8C45-4CBDA76B6F8C}" type="pres">
      <dgm:prSet presAssocID="{CFAA7047-C8F4-4A0C-BE64-8EA8991B1098}" presName="textRect" presStyleLbl="revTx" presStyleIdx="2" presStyleCnt="4">
        <dgm:presLayoutVars>
          <dgm:chMax val="1"/>
          <dgm:chPref val="1"/>
        </dgm:presLayoutVars>
      </dgm:prSet>
      <dgm:spPr/>
    </dgm:pt>
    <dgm:pt modelId="{74B8AD90-AA2C-4FA1-8A8B-F55C977DD2B8}" type="pres">
      <dgm:prSet presAssocID="{37A28CC5-D695-46D5-8FD5-3D0BAE39A4EC}" presName="sibTrans" presStyleCnt="0"/>
      <dgm:spPr/>
    </dgm:pt>
    <dgm:pt modelId="{2B941EAC-DBDF-4CDC-8ABE-4D78C9A56BC0}" type="pres">
      <dgm:prSet presAssocID="{EAFB1B44-217C-4435-8AAC-6F4865FF8DCC}" presName="compNode" presStyleCnt="0"/>
      <dgm:spPr/>
    </dgm:pt>
    <dgm:pt modelId="{560AFB1D-52A9-4ED5-A3B4-BBDE454E7837}" type="pres">
      <dgm:prSet presAssocID="{EAFB1B44-217C-4435-8AAC-6F4865FF8DCC}" presName="iconBgRect" presStyleLbl="bgShp" presStyleIdx="3" presStyleCnt="4"/>
      <dgm:spPr/>
    </dgm:pt>
    <dgm:pt modelId="{836B4F49-B67B-4813-913F-9EB92FD97A19}" type="pres">
      <dgm:prSet presAssocID="{EAFB1B44-217C-4435-8AAC-6F4865FF8D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2889A7EF-AEB1-45F3-AA6B-483917B4CB0B}" type="pres">
      <dgm:prSet presAssocID="{EAFB1B44-217C-4435-8AAC-6F4865FF8DCC}" presName="spaceRect" presStyleCnt="0"/>
      <dgm:spPr/>
    </dgm:pt>
    <dgm:pt modelId="{57B6F244-617F-40C5-9CD2-E899BA790FE8}" type="pres">
      <dgm:prSet presAssocID="{EAFB1B44-217C-4435-8AAC-6F4865FF8D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AB7D423-455E-46EC-87A7-C19387A76064}" type="presOf" srcId="{E9C8794D-3121-4FB6-ADD1-FC6D89461D07}" destId="{BA337D71-BC60-4CAB-AEE2-D2BAAB1FBEAA}" srcOrd="0" destOrd="0" presId="urn:microsoft.com/office/officeart/2018/5/layout/IconCircleLabelList"/>
    <dgm:cxn modelId="{81A84134-14C5-4FFA-889D-37D40CC334CA}" type="presOf" srcId="{3039BFDC-1216-42CB-954E-D8D1B7211389}" destId="{F3E617BC-D77B-4008-A917-533D19E88E94}" srcOrd="0" destOrd="0" presId="urn:microsoft.com/office/officeart/2018/5/layout/IconCircleLabelList"/>
    <dgm:cxn modelId="{326FCF3F-10AC-4F41-9D18-4FC3FE060040}" srcId="{E9C8794D-3121-4FB6-ADD1-FC6D89461D07}" destId="{3039BFDC-1216-42CB-954E-D8D1B7211389}" srcOrd="0" destOrd="0" parTransId="{CE45A109-287F-412F-AD04-58114C93C940}" sibTransId="{991556C8-0176-47CA-92E5-CFB9975D8995}"/>
    <dgm:cxn modelId="{65477C89-EEB3-4AD1-9788-F2824DF6C5DB}" type="presOf" srcId="{EAFB1B44-217C-4435-8AAC-6F4865FF8DCC}" destId="{57B6F244-617F-40C5-9CD2-E899BA790FE8}" srcOrd="0" destOrd="0" presId="urn:microsoft.com/office/officeart/2018/5/layout/IconCircleLabelList"/>
    <dgm:cxn modelId="{1DC87C89-4E07-4B3C-9316-31A650052F04}" srcId="{E9C8794D-3121-4FB6-ADD1-FC6D89461D07}" destId="{99F0DB49-3B3B-4F48-A234-51354E7C1B7C}" srcOrd="1" destOrd="0" parTransId="{985948D0-1204-476C-8664-1BB244A6F374}" sibTransId="{F95A4781-6C48-42D4-9EF5-45FB34580371}"/>
    <dgm:cxn modelId="{ACB7249B-890B-4D35-94BB-1CF9D740082D}" type="presOf" srcId="{CFAA7047-C8F4-4A0C-BE64-8EA8991B1098}" destId="{9FB97FAB-8641-4AED-8C45-4CBDA76B6F8C}" srcOrd="0" destOrd="0" presId="urn:microsoft.com/office/officeart/2018/5/layout/IconCircleLabelList"/>
    <dgm:cxn modelId="{EF60E3D7-A857-4ED9-AE07-CFF667A765FB}" srcId="{E9C8794D-3121-4FB6-ADD1-FC6D89461D07}" destId="{CFAA7047-C8F4-4A0C-BE64-8EA8991B1098}" srcOrd="2" destOrd="0" parTransId="{82C01B47-2DEB-4084-8BA8-55C4BCBC56C2}" sibTransId="{37A28CC5-D695-46D5-8FD5-3D0BAE39A4EC}"/>
    <dgm:cxn modelId="{0CE5FBD8-BD22-4130-89F4-FD5A83835D54}" srcId="{E9C8794D-3121-4FB6-ADD1-FC6D89461D07}" destId="{EAFB1B44-217C-4435-8AAC-6F4865FF8DCC}" srcOrd="3" destOrd="0" parTransId="{4E327AFB-3342-422D-911B-D5D5D6165237}" sibTransId="{CD112022-E77D-43B3-93A8-3D90CEDC629B}"/>
    <dgm:cxn modelId="{41054FEA-F82C-4478-A2DB-AD2E35224CCF}" type="presOf" srcId="{99F0DB49-3B3B-4F48-A234-51354E7C1B7C}" destId="{64A57C06-F045-4C04-9BAC-D2C30B41DBD5}" srcOrd="0" destOrd="0" presId="urn:microsoft.com/office/officeart/2018/5/layout/IconCircleLabelList"/>
    <dgm:cxn modelId="{DC2CDEB5-7C5B-401B-920D-3F73FE50D389}" type="presParOf" srcId="{BA337D71-BC60-4CAB-AEE2-D2BAAB1FBEAA}" destId="{4F1120BE-66B7-4E9A-8796-D7A899F6D8F8}" srcOrd="0" destOrd="0" presId="urn:microsoft.com/office/officeart/2018/5/layout/IconCircleLabelList"/>
    <dgm:cxn modelId="{5464BB64-3306-4BA5-8F96-D7A56FAD6B88}" type="presParOf" srcId="{4F1120BE-66B7-4E9A-8796-D7A899F6D8F8}" destId="{B4C80F7F-E2FE-46BD-8BF4-E180735645DF}" srcOrd="0" destOrd="0" presId="urn:microsoft.com/office/officeart/2018/5/layout/IconCircleLabelList"/>
    <dgm:cxn modelId="{3250250A-3FA2-4A3A-AEF6-80448BE9C35F}" type="presParOf" srcId="{4F1120BE-66B7-4E9A-8796-D7A899F6D8F8}" destId="{A3C0DAE7-E295-447F-AA50-57B6B636B64D}" srcOrd="1" destOrd="0" presId="urn:microsoft.com/office/officeart/2018/5/layout/IconCircleLabelList"/>
    <dgm:cxn modelId="{4FDB00AF-84E2-46DD-9860-46192913CB9C}" type="presParOf" srcId="{4F1120BE-66B7-4E9A-8796-D7A899F6D8F8}" destId="{B59A2B39-95A5-47DB-9DCC-FECC2A627DF2}" srcOrd="2" destOrd="0" presId="urn:microsoft.com/office/officeart/2018/5/layout/IconCircleLabelList"/>
    <dgm:cxn modelId="{0ADA865F-08C9-4AD5-8F8D-77442A4820A7}" type="presParOf" srcId="{4F1120BE-66B7-4E9A-8796-D7A899F6D8F8}" destId="{F3E617BC-D77B-4008-A917-533D19E88E94}" srcOrd="3" destOrd="0" presId="urn:microsoft.com/office/officeart/2018/5/layout/IconCircleLabelList"/>
    <dgm:cxn modelId="{982E8DE3-3604-4ABB-9DDD-408C10AFDAA7}" type="presParOf" srcId="{BA337D71-BC60-4CAB-AEE2-D2BAAB1FBEAA}" destId="{5035195E-6512-42B2-A4A2-09C3F8CF026D}" srcOrd="1" destOrd="0" presId="urn:microsoft.com/office/officeart/2018/5/layout/IconCircleLabelList"/>
    <dgm:cxn modelId="{9429FE18-5016-41C4-8329-290E1A99006A}" type="presParOf" srcId="{BA337D71-BC60-4CAB-AEE2-D2BAAB1FBEAA}" destId="{7919D7F4-A10C-446D-9747-7AAEB427613D}" srcOrd="2" destOrd="0" presId="urn:microsoft.com/office/officeart/2018/5/layout/IconCircleLabelList"/>
    <dgm:cxn modelId="{E3814D0E-2FEF-4447-B812-7C8C0DA5F2B1}" type="presParOf" srcId="{7919D7F4-A10C-446D-9747-7AAEB427613D}" destId="{C21687B0-FFCE-48CF-B508-467F1E0C10FA}" srcOrd="0" destOrd="0" presId="urn:microsoft.com/office/officeart/2018/5/layout/IconCircleLabelList"/>
    <dgm:cxn modelId="{B181BB38-48FA-4B74-8D70-A3DF31E4DE9C}" type="presParOf" srcId="{7919D7F4-A10C-446D-9747-7AAEB427613D}" destId="{9C5CAFA8-7AA2-405D-AFF1-2320AE1286B0}" srcOrd="1" destOrd="0" presId="urn:microsoft.com/office/officeart/2018/5/layout/IconCircleLabelList"/>
    <dgm:cxn modelId="{CD8436C2-ABB9-4198-AC11-C67F727267C9}" type="presParOf" srcId="{7919D7F4-A10C-446D-9747-7AAEB427613D}" destId="{D0352E10-0C3C-4178-805C-609788C2FEA5}" srcOrd="2" destOrd="0" presId="urn:microsoft.com/office/officeart/2018/5/layout/IconCircleLabelList"/>
    <dgm:cxn modelId="{D2860DC7-523A-4317-87D9-1CAC1E23A7B3}" type="presParOf" srcId="{7919D7F4-A10C-446D-9747-7AAEB427613D}" destId="{64A57C06-F045-4C04-9BAC-D2C30B41DBD5}" srcOrd="3" destOrd="0" presId="urn:microsoft.com/office/officeart/2018/5/layout/IconCircleLabelList"/>
    <dgm:cxn modelId="{DE375EBB-DA89-4B57-BF3A-AF8DB70A14DF}" type="presParOf" srcId="{BA337D71-BC60-4CAB-AEE2-D2BAAB1FBEAA}" destId="{37A5E6FD-0892-4851-9C6A-5BC19347144C}" srcOrd="3" destOrd="0" presId="urn:microsoft.com/office/officeart/2018/5/layout/IconCircleLabelList"/>
    <dgm:cxn modelId="{F54F6D3C-C3C2-41C4-9A63-CCAD1B502208}" type="presParOf" srcId="{BA337D71-BC60-4CAB-AEE2-D2BAAB1FBEAA}" destId="{63683D47-CC2B-4537-B0F5-8EC31E7C2CF2}" srcOrd="4" destOrd="0" presId="urn:microsoft.com/office/officeart/2018/5/layout/IconCircleLabelList"/>
    <dgm:cxn modelId="{45FC1FE7-4CD3-44BF-86BB-A811820F8400}" type="presParOf" srcId="{63683D47-CC2B-4537-B0F5-8EC31E7C2CF2}" destId="{168668F3-39AA-4F9B-9C50-18B0CE43E9D9}" srcOrd="0" destOrd="0" presId="urn:microsoft.com/office/officeart/2018/5/layout/IconCircleLabelList"/>
    <dgm:cxn modelId="{78746D07-344C-4B2B-BE39-DB8582DEF8E7}" type="presParOf" srcId="{63683D47-CC2B-4537-B0F5-8EC31E7C2CF2}" destId="{97F327DE-CBC0-4C3F-BE11-85917E9DDC78}" srcOrd="1" destOrd="0" presId="urn:microsoft.com/office/officeart/2018/5/layout/IconCircleLabelList"/>
    <dgm:cxn modelId="{676CFA79-D025-4B49-8379-F5B2AE4EF721}" type="presParOf" srcId="{63683D47-CC2B-4537-B0F5-8EC31E7C2CF2}" destId="{A8D98C26-787F-447B-BCAA-74524D643532}" srcOrd="2" destOrd="0" presId="urn:microsoft.com/office/officeart/2018/5/layout/IconCircleLabelList"/>
    <dgm:cxn modelId="{30F6ADC7-8AEA-4B0C-A4B0-75351049ECD6}" type="presParOf" srcId="{63683D47-CC2B-4537-B0F5-8EC31E7C2CF2}" destId="{9FB97FAB-8641-4AED-8C45-4CBDA76B6F8C}" srcOrd="3" destOrd="0" presId="urn:microsoft.com/office/officeart/2018/5/layout/IconCircleLabelList"/>
    <dgm:cxn modelId="{42BBA2AE-AF3B-43E7-A1A6-2CFD9BD51D2D}" type="presParOf" srcId="{BA337D71-BC60-4CAB-AEE2-D2BAAB1FBEAA}" destId="{74B8AD90-AA2C-4FA1-8A8B-F55C977DD2B8}" srcOrd="5" destOrd="0" presId="urn:microsoft.com/office/officeart/2018/5/layout/IconCircleLabelList"/>
    <dgm:cxn modelId="{10466646-D4C2-4919-8AB8-6377C3C8C0FF}" type="presParOf" srcId="{BA337D71-BC60-4CAB-AEE2-D2BAAB1FBEAA}" destId="{2B941EAC-DBDF-4CDC-8ABE-4D78C9A56BC0}" srcOrd="6" destOrd="0" presId="urn:microsoft.com/office/officeart/2018/5/layout/IconCircleLabelList"/>
    <dgm:cxn modelId="{0C9D6E03-FB60-4293-BF75-FBD8FC00AB79}" type="presParOf" srcId="{2B941EAC-DBDF-4CDC-8ABE-4D78C9A56BC0}" destId="{560AFB1D-52A9-4ED5-A3B4-BBDE454E7837}" srcOrd="0" destOrd="0" presId="urn:microsoft.com/office/officeart/2018/5/layout/IconCircleLabelList"/>
    <dgm:cxn modelId="{A45576E5-511D-494A-875F-274D173F1BF7}" type="presParOf" srcId="{2B941EAC-DBDF-4CDC-8ABE-4D78C9A56BC0}" destId="{836B4F49-B67B-4813-913F-9EB92FD97A19}" srcOrd="1" destOrd="0" presId="urn:microsoft.com/office/officeart/2018/5/layout/IconCircleLabelList"/>
    <dgm:cxn modelId="{9D5736F5-4D90-43C1-A75C-469F83D12A11}" type="presParOf" srcId="{2B941EAC-DBDF-4CDC-8ABE-4D78C9A56BC0}" destId="{2889A7EF-AEB1-45F3-AA6B-483917B4CB0B}" srcOrd="2" destOrd="0" presId="urn:microsoft.com/office/officeart/2018/5/layout/IconCircleLabelList"/>
    <dgm:cxn modelId="{DDFA85F4-F2DC-447B-B924-71A3C304A1A9}" type="presParOf" srcId="{2B941EAC-DBDF-4CDC-8ABE-4D78C9A56BC0}" destId="{57B6F244-617F-40C5-9CD2-E899BA790FE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Cases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refrence</a:t>
          </a:r>
          <a:endParaRPr lang="en-US" sz="1600" b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2E99F7F-EDAB-4802-9E72-38DBC82DC77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E3C66AB-C4CD-498D-BAAC-A94D928D3583}">
      <dgm:prSet custT="1"/>
      <dgm:spPr/>
      <dgm:t>
        <a:bodyPr/>
        <a:lstStyle/>
        <a:p>
          <a:pPr>
            <a:defRPr cap="all"/>
          </a:pPr>
          <a:r>
            <a:rPr lang="en-US" sz="2400" b="1"/>
            <a:t>Vendor Infrastructure</a:t>
          </a:r>
          <a:endParaRPr lang="en-US" sz="2400"/>
        </a:p>
      </dgm:t>
    </dgm:pt>
    <dgm:pt modelId="{EA00E05D-F978-4802-8441-91C1B7B5085C}" type="parTrans" cxnId="{C2375328-5823-47F4-858C-193353C28C92}">
      <dgm:prSet/>
      <dgm:spPr/>
      <dgm:t>
        <a:bodyPr/>
        <a:lstStyle/>
        <a:p>
          <a:endParaRPr lang="en-US"/>
        </a:p>
      </dgm:t>
    </dgm:pt>
    <dgm:pt modelId="{43CBB8C2-DC1C-4139-9211-4FC87C056B3F}" type="sibTrans" cxnId="{C2375328-5823-47F4-858C-193353C28C92}">
      <dgm:prSet/>
      <dgm:spPr/>
      <dgm:t>
        <a:bodyPr/>
        <a:lstStyle/>
        <a:p>
          <a:endParaRPr lang="en-US"/>
        </a:p>
      </dgm:t>
    </dgm:pt>
    <dgm:pt modelId="{7B05771A-7915-4BE1-9D54-25CD24C4716F}">
      <dgm:prSet custT="1"/>
      <dgm:spPr/>
      <dgm:t>
        <a:bodyPr/>
        <a:lstStyle/>
        <a:p>
          <a:pPr>
            <a:defRPr cap="all"/>
          </a:pPr>
          <a:r>
            <a:rPr lang="en-US" sz="2400" b="1"/>
            <a:t>Marketing</a:t>
          </a:r>
          <a:endParaRPr lang="en-US" sz="2400"/>
        </a:p>
      </dgm:t>
    </dgm:pt>
    <dgm:pt modelId="{8AE28758-FC75-4AD1-BE82-7EE01CFC259A}" type="parTrans" cxnId="{6C0FC7AD-187C-4931-BE1D-ADE6C7994D1B}">
      <dgm:prSet/>
      <dgm:spPr/>
      <dgm:t>
        <a:bodyPr/>
        <a:lstStyle/>
        <a:p>
          <a:endParaRPr lang="en-US"/>
        </a:p>
      </dgm:t>
    </dgm:pt>
    <dgm:pt modelId="{FE01AF4C-8A75-48DD-8D67-8D6CDD77D528}" type="sibTrans" cxnId="{6C0FC7AD-187C-4931-BE1D-ADE6C7994D1B}">
      <dgm:prSet/>
      <dgm:spPr/>
      <dgm:t>
        <a:bodyPr/>
        <a:lstStyle/>
        <a:p>
          <a:endParaRPr lang="en-US"/>
        </a:p>
      </dgm:t>
    </dgm:pt>
    <dgm:pt modelId="{D6522A5C-AB3D-42F5-BD91-7F61D7820560}">
      <dgm:prSet custT="1"/>
      <dgm:spPr/>
      <dgm:t>
        <a:bodyPr/>
        <a:lstStyle/>
        <a:p>
          <a:pPr>
            <a:defRPr cap="all"/>
          </a:pPr>
          <a:r>
            <a:rPr lang="en-US" sz="2400" b="1"/>
            <a:t>Data Migration of Unstructured Records</a:t>
          </a:r>
          <a:endParaRPr lang="en-US" sz="2400"/>
        </a:p>
      </dgm:t>
    </dgm:pt>
    <dgm:pt modelId="{F91FEF8A-2CBA-4E0A-86A2-493FBB1E2829}" type="parTrans" cxnId="{F2507C2D-599B-4E9D-A9D6-788A8F00004B}">
      <dgm:prSet/>
      <dgm:spPr/>
      <dgm:t>
        <a:bodyPr/>
        <a:lstStyle/>
        <a:p>
          <a:endParaRPr lang="en-US"/>
        </a:p>
      </dgm:t>
    </dgm:pt>
    <dgm:pt modelId="{E8BED065-B3EE-4752-AF07-C273F91526B1}" type="sibTrans" cxnId="{F2507C2D-599B-4E9D-A9D6-788A8F00004B}">
      <dgm:prSet/>
      <dgm:spPr/>
      <dgm:t>
        <a:bodyPr/>
        <a:lstStyle/>
        <a:p>
          <a:endParaRPr lang="en-US"/>
        </a:p>
      </dgm:t>
    </dgm:pt>
    <dgm:pt modelId="{91F4C59C-B253-4619-9A6A-2BF8285F7A39}" type="pres">
      <dgm:prSet presAssocID="{92E99F7F-EDAB-4802-9E72-38DBC82DC77B}" presName="root" presStyleCnt="0">
        <dgm:presLayoutVars>
          <dgm:dir/>
          <dgm:resizeHandles val="exact"/>
        </dgm:presLayoutVars>
      </dgm:prSet>
      <dgm:spPr/>
    </dgm:pt>
    <dgm:pt modelId="{D4247C75-90DD-4B7E-9374-4A3C28B35D45}" type="pres">
      <dgm:prSet presAssocID="{8E3C66AB-C4CD-498D-BAAC-A94D928D3583}" presName="compNode" presStyleCnt="0"/>
      <dgm:spPr/>
    </dgm:pt>
    <dgm:pt modelId="{94510E56-7F1E-4E80-B7D4-61C91EF487D4}" type="pres">
      <dgm:prSet presAssocID="{8E3C66AB-C4CD-498D-BAAC-A94D928D3583}" presName="iconBgRect" presStyleLbl="bgShp" presStyleIdx="0" presStyleCnt="3"/>
      <dgm:spPr/>
    </dgm:pt>
    <dgm:pt modelId="{BDEC7B51-4B11-4031-9B8F-FC1435F65FA8}" type="pres">
      <dgm:prSet presAssocID="{8E3C66AB-C4CD-498D-BAAC-A94D928D358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A772F51A-4662-4328-931B-76A4A7487CC7}" type="pres">
      <dgm:prSet presAssocID="{8E3C66AB-C4CD-498D-BAAC-A94D928D3583}" presName="spaceRect" presStyleCnt="0"/>
      <dgm:spPr/>
    </dgm:pt>
    <dgm:pt modelId="{B8A8AD35-4A12-4550-BD2E-BE92C2F30A1A}" type="pres">
      <dgm:prSet presAssocID="{8E3C66AB-C4CD-498D-BAAC-A94D928D3583}" presName="textRect" presStyleLbl="revTx" presStyleIdx="0" presStyleCnt="3">
        <dgm:presLayoutVars>
          <dgm:chMax val="1"/>
          <dgm:chPref val="1"/>
        </dgm:presLayoutVars>
      </dgm:prSet>
      <dgm:spPr/>
    </dgm:pt>
    <dgm:pt modelId="{BC8ACED9-3058-4D50-A27A-BF797BC5AD77}" type="pres">
      <dgm:prSet presAssocID="{43CBB8C2-DC1C-4139-9211-4FC87C056B3F}" presName="sibTrans" presStyleCnt="0"/>
      <dgm:spPr/>
    </dgm:pt>
    <dgm:pt modelId="{E6781EB6-D420-4ED7-837F-1B69EAD3079C}" type="pres">
      <dgm:prSet presAssocID="{7B05771A-7915-4BE1-9D54-25CD24C4716F}" presName="compNode" presStyleCnt="0"/>
      <dgm:spPr/>
    </dgm:pt>
    <dgm:pt modelId="{C5BEC75C-08BE-452D-93BD-12721B3B6D4E}" type="pres">
      <dgm:prSet presAssocID="{7B05771A-7915-4BE1-9D54-25CD24C4716F}" presName="iconBgRect" presStyleLbl="bgShp" presStyleIdx="1" presStyleCnt="3"/>
      <dgm:spPr/>
    </dgm:pt>
    <dgm:pt modelId="{1EE9F9B3-D8F3-41D8-AD60-B769C335A6BD}" type="pres">
      <dgm:prSet presAssocID="{7B05771A-7915-4BE1-9D54-25CD24C4716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F6421C68-FFFD-4432-AF98-C781BFEAF133}" type="pres">
      <dgm:prSet presAssocID="{7B05771A-7915-4BE1-9D54-25CD24C4716F}" presName="spaceRect" presStyleCnt="0"/>
      <dgm:spPr/>
    </dgm:pt>
    <dgm:pt modelId="{DCEDAD5D-CAC9-4217-BB39-A1D2156E5A1A}" type="pres">
      <dgm:prSet presAssocID="{7B05771A-7915-4BE1-9D54-25CD24C4716F}" presName="textRect" presStyleLbl="revTx" presStyleIdx="1" presStyleCnt="3">
        <dgm:presLayoutVars>
          <dgm:chMax val="1"/>
          <dgm:chPref val="1"/>
        </dgm:presLayoutVars>
      </dgm:prSet>
      <dgm:spPr/>
    </dgm:pt>
    <dgm:pt modelId="{83CE8F91-31DC-4644-B4D8-EA42D6EAE3D0}" type="pres">
      <dgm:prSet presAssocID="{FE01AF4C-8A75-48DD-8D67-8D6CDD77D528}" presName="sibTrans" presStyleCnt="0"/>
      <dgm:spPr/>
    </dgm:pt>
    <dgm:pt modelId="{050255EE-EDC2-4186-A24A-D1EE0B6D301D}" type="pres">
      <dgm:prSet presAssocID="{D6522A5C-AB3D-42F5-BD91-7F61D7820560}" presName="compNode" presStyleCnt="0"/>
      <dgm:spPr/>
    </dgm:pt>
    <dgm:pt modelId="{66D0CDB2-93E1-467A-8C87-7C795D4EE1A2}" type="pres">
      <dgm:prSet presAssocID="{D6522A5C-AB3D-42F5-BD91-7F61D7820560}" presName="iconBgRect" presStyleLbl="bgShp" presStyleIdx="2" presStyleCnt="3"/>
      <dgm:spPr/>
    </dgm:pt>
    <dgm:pt modelId="{1A391451-0598-40AA-AAC5-680F92EE4395}" type="pres">
      <dgm:prSet presAssocID="{D6522A5C-AB3D-42F5-BD91-7F61D782056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B3E8A44-C227-46DA-A9B2-FDFBC0D02B9B}" type="pres">
      <dgm:prSet presAssocID="{D6522A5C-AB3D-42F5-BD91-7F61D7820560}" presName="spaceRect" presStyleCnt="0"/>
      <dgm:spPr/>
    </dgm:pt>
    <dgm:pt modelId="{9DE1A8FB-F9C7-45F5-9532-97C8741850AB}" type="pres">
      <dgm:prSet presAssocID="{D6522A5C-AB3D-42F5-BD91-7F61D782056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A8E910F-378A-4276-9200-B7C0AB09E68C}" type="presOf" srcId="{92E99F7F-EDAB-4802-9E72-38DBC82DC77B}" destId="{91F4C59C-B253-4619-9A6A-2BF8285F7A39}" srcOrd="0" destOrd="0" presId="urn:microsoft.com/office/officeart/2018/5/layout/IconCircleLabelList"/>
    <dgm:cxn modelId="{C2375328-5823-47F4-858C-193353C28C92}" srcId="{92E99F7F-EDAB-4802-9E72-38DBC82DC77B}" destId="{8E3C66AB-C4CD-498D-BAAC-A94D928D3583}" srcOrd="0" destOrd="0" parTransId="{EA00E05D-F978-4802-8441-91C1B7B5085C}" sibTransId="{43CBB8C2-DC1C-4139-9211-4FC87C056B3F}"/>
    <dgm:cxn modelId="{F2507C2D-599B-4E9D-A9D6-788A8F00004B}" srcId="{92E99F7F-EDAB-4802-9E72-38DBC82DC77B}" destId="{D6522A5C-AB3D-42F5-BD91-7F61D7820560}" srcOrd="2" destOrd="0" parTransId="{F91FEF8A-2CBA-4E0A-86A2-493FBB1E2829}" sibTransId="{E8BED065-B3EE-4752-AF07-C273F91526B1}"/>
    <dgm:cxn modelId="{5030AF70-6248-44F9-8C01-CCF5FE335A6E}" type="presOf" srcId="{D6522A5C-AB3D-42F5-BD91-7F61D7820560}" destId="{9DE1A8FB-F9C7-45F5-9532-97C8741850AB}" srcOrd="0" destOrd="0" presId="urn:microsoft.com/office/officeart/2018/5/layout/IconCircleLabelList"/>
    <dgm:cxn modelId="{3CE033AD-5BCE-447B-B914-4B5DBEAE71F5}" type="presOf" srcId="{7B05771A-7915-4BE1-9D54-25CD24C4716F}" destId="{DCEDAD5D-CAC9-4217-BB39-A1D2156E5A1A}" srcOrd="0" destOrd="0" presId="urn:microsoft.com/office/officeart/2018/5/layout/IconCircleLabelList"/>
    <dgm:cxn modelId="{6C0FC7AD-187C-4931-BE1D-ADE6C7994D1B}" srcId="{92E99F7F-EDAB-4802-9E72-38DBC82DC77B}" destId="{7B05771A-7915-4BE1-9D54-25CD24C4716F}" srcOrd="1" destOrd="0" parTransId="{8AE28758-FC75-4AD1-BE82-7EE01CFC259A}" sibTransId="{FE01AF4C-8A75-48DD-8D67-8D6CDD77D528}"/>
    <dgm:cxn modelId="{592254C3-F8B1-4B68-89E4-446EA172B012}" type="presOf" srcId="{8E3C66AB-C4CD-498D-BAAC-A94D928D3583}" destId="{B8A8AD35-4A12-4550-BD2E-BE92C2F30A1A}" srcOrd="0" destOrd="0" presId="urn:microsoft.com/office/officeart/2018/5/layout/IconCircleLabelList"/>
    <dgm:cxn modelId="{3CC81F91-6A23-4DA9-9833-FBDF7FF323A6}" type="presParOf" srcId="{91F4C59C-B253-4619-9A6A-2BF8285F7A39}" destId="{D4247C75-90DD-4B7E-9374-4A3C28B35D45}" srcOrd="0" destOrd="0" presId="urn:microsoft.com/office/officeart/2018/5/layout/IconCircleLabelList"/>
    <dgm:cxn modelId="{8F2AACF8-3422-46BF-8720-3E530880C6CC}" type="presParOf" srcId="{D4247C75-90DD-4B7E-9374-4A3C28B35D45}" destId="{94510E56-7F1E-4E80-B7D4-61C91EF487D4}" srcOrd="0" destOrd="0" presId="urn:microsoft.com/office/officeart/2018/5/layout/IconCircleLabelList"/>
    <dgm:cxn modelId="{DE618377-C0CB-4BF9-9E92-1B1D30D39F1C}" type="presParOf" srcId="{D4247C75-90DD-4B7E-9374-4A3C28B35D45}" destId="{BDEC7B51-4B11-4031-9B8F-FC1435F65FA8}" srcOrd="1" destOrd="0" presId="urn:microsoft.com/office/officeart/2018/5/layout/IconCircleLabelList"/>
    <dgm:cxn modelId="{80B9A496-16E2-4A20-9065-5BE161145618}" type="presParOf" srcId="{D4247C75-90DD-4B7E-9374-4A3C28B35D45}" destId="{A772F51A-4662-4328-931B-76A4A7487CC7}" srcOrd="2" destOrd="0" presId="urn:microsoft.com/office/officeart/2018/5/layout/IconCircleLabelList"/>
    <dgm:cxn modelId="{F027CF9F-9810-4086-B3FC-C0739FCB83EE}" type="presParOf" srcId="{D4247C75-90DD-4B7E-9374-4A3C28B35D45}" destId="{B8A8AD35-4A12-4550-BD2E-BE92C2F30A1A}" srcOrd="3" destOrd="0" presId="urn:microsoft.com/office/officeart/2018/5/layout/IconCircleLabelList"/>
    <dgm:cxn modelId="{502050E0-9CE9-4206-8276-4A2140C1B6E0}" type="presParOf" srcId="{91F4C59C-B253-4619-9A6A-2BF8285F7A39}" destId="{BC8ACED9-3058-4D50-A27A-BF797BC5AD77}" srcOrd="1" destOrd="0" presId="urn:microsoft.com/office/officeart/2018/5/layout/IconCircleLabelList"/>
    <dgm:cxn modelId="{1C5936D9-C202-4AB4-AE38-9F898766A4ED}" type="presParOf" srcId="{91F4C59C-B253-4619-9A6A-2BF8285F7A39}" destId="{E6781EB6-D420-4ED7-837F-1B69EAD3079C}" srcOrd="2" destOrd="0" presId="urn:microsoft.com/office/officeart/2018/5/layout/IconCircleLabelList"/>
    <dgm:cxn modelId="{C77AC586-E4A0-4EC9-9DE0-1CEFBDA2E661}" type="presParOf" srcId="{E6781EB6-D420-4ED7-837F-1B69EAD3079C}" destId="{C5BEC75C-08BE-452D-93BD-12721B3B6D4E}" srcOrd="0" destOrd="0" presId="urn:microsoft.com/office/officeart/2018/5/layout/IconCircleLabelList"/>
    <dgm:cxn modelId="{3238A5D8-34DD-4850-984C-A5E969D5DB88}" type="presParOf" srcId="{E6781EB6-D420-4ED7-837F-1B69EAD3079C}" destId="{1EE9F9B3-D8F3-41D8-AD60-B769C335A6BD}" srcOrd="1" destOrd="0" presId="urn:microsoft.com/office/officeart/2018/5/layout/IconCircleLabelList"/>
    <dgm:cxn modelId="{A217B0EE-53C6-47B9-82AE-EDFE0DD6ED69}" type="presParOf" srcId="{E6781EB6-D420-4ED7-837F-1B69EAD3079C}" destId="{F6421C68-FFFD-4432-AF98-C781BFEAF133}" srcOrd="2" destOrd="0" presId="urn:microsoft.com/office/officeart/2018/5/layout/IconCircleLabelList"/>
    <dgm:cxn modelId="{36C70E88-0D07-4DED-8125-4FC973B4D52E}" type="presParOf" srcId="{E6781EB6-D420-4ED7-837F-1B69EAD3079C}" destId="{DCEDAD5D-CAC9-4217-BB39-A1D2156E5A1A}" srcOrd="3" destOrd="0" presId="urn:microsoft.com/office/officeart/2018/5/layout/IconCircleLabelList"/>
    <dgm:cxn modelId="{AE179913-01C1-452E-B22E-6C6A58EAC03D}" type="presParOf" srcId="{91F4C59C-B253-4619-9A6A-2BF8285F7A39}" destId="{83CE8F91-31DC-4644-B4D8-EA42D6EAE3D0}" srcOrd="3" destOrd="0" presId="urn:microsoft.com/office/officeart/2018/5/layout/IconCircleLabelList"/>
    <dgm:cxn modelId="{BE18F858-2B8B-46ED-A8C3-1524CC98FED9}" type="presParOf" srcId="{91F4C59C-B253-4619-9A6A-2BF8285F7A39}" destId="{050255EE-EDC2-4186-A24A-D1EE0B6D301D}" srcOrd="4" destOrd="0" presId="urn:microsoft.com/office/officeart/2018/5/layout/IconCircleLabelList"/>
    <dgm:cxn modelId="{6558D506-543E-4299-A281-90110E813C88}" type="presParOf" srcId="{050255EE-EDC2-4186-A24A-D1EE0B6D301D}" destId="{66D0CDB2-93E1-467A-8C87-7C795D4EE1A2}" srcOrd="0" destOrd="0" presId="urn:microsoft.com/office/officeart/2018/5/layout/IconCircleLabelList"/>
    <dgm:cxn modelId="{A630CB76-A290-4A2B-BC54-96D8F3954835}" type="presParOf" srcId="{050255EE-EDC2-4186-A24A-D1EE0B6D301D}" destId="{1A391451-0598-40AA-AAC5-680F92EE4395}" srcOrd="1" destOrd="0" presId="urn:microsoft.com/office/officeart/2018/5/layout/IconCircleLabelList"/>
    <dgm:cxn modelId="{303A2216-B6FE-4825-8A06-C46BCD83983B}" type="presParOf" srcId="{050255EE-EDC2-4186-A24A-D1EE0B6D301D}" destId="{EB3E8A44-C227-46DA-A9B2-FDFBC0D02B9B}" srcOrd="2" destOrd="0" presId="urn:microsoft.com/office/officeart/2018/5/layout/IconCircleLabelList"/>
    <dgm:cxn modelId="{50BDE958-0FC5-4125-86D5-E964BA7E55E6}" type="presParOf" srcId="{050255EE-EDC2-4186-A24A-D1EE0B6D301D}" destId="{9DE1A8FB-F9C7-45F5-9532-97C8741850A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Cases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refrence</a:t>
          </a:r>
          <a:endParaRPr lang="en-US" sz="1600" b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B6C1595-86ED-4BBD-A8E1-AB207A102F6D}" type="doc">
      <dgm:prSet loTypeId="urn:microsoft.com/office/officeart/2005/8/layout/vProcess5" loCatId="process" qsTypeId="urn:microsoft.com/office/officeart/2005/8/quickstyle/simple4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B1713CD3-7173-4559-A3F7-45E6ACEEDE82}">
      <dgm:prSet/>
      <dgm:spPr/>
      <dgm:t>
        <a:bodyPr/>
        <a:lstStyle/>
        <a:p>
          <a:r>
            <a:rPr lang="en-US"/>
            <a:t>Functional Testing</a:t>
          </a:r>
        </a:p>
      </dgm:t>
    </dgm:pt>
    <dgm:pt modelId="{D1E04266-55A0-4859-93E6-8AFFEEABD2F5}" type="parTrans" cxnId="{C08625DF-E105-46C3-9509-04216C694513}">
      <dgm:prSet/>
      <dgm:spPr/>
      <dgm:t>
        <a:bodyPr/>
        <a:lstStyle/>
        <a:p>
          <a:endParaRPr lang="en-US"/>
        </a:p>
      </dgm:t>
    </dgm:pt>
    <dgm:pt modelId="{1D479C54-1A69-4CD4-A187-D6CFBF7623FB}" type="sibTrans" cxnId="{C08625DF-E105-46C3-9509-04216C694513}">
      <dgm:prSet/>
      <dgm:spPr/>
      <dgm:t>
        <a:bodyPr/>
        <a:lstStyle/>
        <a:p>
          <a:endParaRPr lang="en-US"/>
        </a:p>
      </dgm:t>
    </dgm:pt>
    <dgm:pt modelId="{258670D8-3C37-4592-A578-2306DD4A2B97}">
      <dgm:prSet/>
      <dgm:spPr/>
      <dgm:t>
        <a:bodyPr/>
        <a:lstStyle/>
        <a:p>
          <a:r>
            <a:rPr lang="en-US"/>
            <a:t>Integration Testing</a:t>
          </a:r>
        </a:p>
      </dgm:t>
    </dgm:pt>
    <dgm:pt modelId="{6B58DBE7-EC50-408E-8D3F-4BC806C4C486}" type="parTrans" cxnId="{93738D21-324D-480B-8EB3-F637BB44F84C}">
      <dgm:prSet/>
      <dgm:spPr/>
      <dgm:t>
        <a:bodyPr/>
        <a:lstStyle/>
        <a:p>
          <a:endParaRPr lang="en-US"/>
        </a:p>
      </dgm:t>
    </dgm:pt>
    <dgm:pt modelId="{44672C98-2D19-4F73-9F68-E8CF102AEC0B}" type="sibTrans" cxnId="{93738D21-324D-480B-8EB3-F637BB44F84C}">
      <dgm:prSet/>
      <dgm:spPr/>
      <dgm:t>
        <a:bodyPr/>
        <a:lstStyle/>
        <a:p>
          <a:endParaRPr lang="en-US"/>
        </a:p>
      </dgm:t>
    </dgm:pt>
    <dgm:pt modelId="{CCEEC59F-5224-4AC3-BDBF-55FCAD7635D4}">
      <dgm:prSet/>
      <dgm:spPr/>
      <dgm:t>
        <a:bodyPr/>
        <a:lstStyle/>
        <a:p>
          <a:r>
            <a:rPr lang="en-US"/>
            <a:t>System Testing</a:t>
          </a:r>
        </a:p>
      </dgm:t>
    </dgm:pt>
    <dgm:pt modelId="{F0BBB90D-A160-4F7A-9E36-93DAC834D89C}" type="parTrans" cxnId="{ADAF506D-7DCB-4DB3-BD95-57A04511983E}">
      <dgm:prSet/>
      <dgm:spPr/>
      <dgm:t>
        <a:bodyPr/>
        <a:lstStyle/>
        <a:p>
          <a:endParaRPr lang="en-US"/>
        </a:p>
      </dgm:t>
    </dgm:pt>
    <dgm:pt modelId="{97EEBE0E-A150-4DA7-AE90-BA729CD183E2}" type="sibTrans" cxnId="{ADAF506D-7DCB-4DB3-BD95-57A04511983E}">
      <dgm:prSet/>
      <dgm:spPr/>
      <dgm:t>
        <a:bodyPr/>
        <a:lstStyle/>
        <a:p>
          <a:endParaRPr lang="en-US"/>
        </a:p>
      </dgm:t>
    </dgm:pt>
    <dgm:pt modelId="{793B094B-4A95-418F-8093-7D305AB0D161}">
      <dgm:prSet/>
      <dgm:spPr/>
      <dgm:t>
        <a:bodyPr/>
        <a:lstStyle/>
        <a:p>
          <a:r>
            <a:rPr lang="en-US"/>
            <a:t>User Acceptance Testing</a:t>
          </a:r>
        </a:p>
      </dgm:t>
    </dgm:pt>
    <dgm:pt modelId="{699ACB76-DE75-4CCA-9ECC-041284139654}" type="parTrans" cxnId="{710903F7-C791-4B65-A135-084CE279D031}">
      <dgm:prSet/>
      <dgm:spPr/>
      <dgm:t>
        <a:bodyPr/>
        <a:lstStyle/>
        <a:p>
          <a:endParaRPr lang="en-US"/>
        </a:p>
      </dgm:t>
    </dgm:pt>
    <dgm:pt modelId="{26EF09DA-1271-4F8D-ABDD-B2E3A1526672}" type="sibTrans" cxnId="{710903F7-C791-4B65-A135-084CE279D031}">
      <dgm:prSet/>
      <dgm:spPr/>
      <dgm:t>
        <a:bodyPr/>
        <a:lstStyle/>
        <a:p>
          <a:endParaRPr lang="en-US"/>
        </a:p>
      </dgm:t>
    </dgm:pt>
    <dgm:pt modelId="{5596C46D-9B6E-4F23-9F7A-935F16C310DE}" type="pres">
      <dgm:prSet presAssocID="{5B6C1595-86ED-4BBD-A8E1-AB207A102F6D}" presName="outerComposite" presStyleCnt="0">
        <dgm:presLayoutVars>
          <dgm:chMax val="5"/>
          <dgm:dir/>
          <dgm:resizeHandles val="exact"/>
        </dgm:presLayoutVars>
      </dgm:prSet>
      <dgm:spPr/>
    </dgm:pt>
    <dgm:pt modelId="{B9AF11E6-937E-49A3-8D08-C251E0CA30E3}" type="pres">
      <dgm:prSet presAssocID="{5B6C1595-86ED-4BBD-A8E1-AB207A102F6D}" presName="dummyMaxCanvas" presStyleCnt="0">
        <dgm:presLayoutVars/>
      </dgm:prSet>
      <dgm:spPr/>
    </dgm:pt>
    <dgm:pt modelId="{EF71663B-7E15-48DF-91B6-924B36FCD5FB}" type="pres">
      <dgm:prSet presAssocID="{5B6C1595-86ED-4BBD-A8E1-AB207A102F6D}" presName="FourNodes_1" presStyleLbl="node1" presStyleIdx="0" presStyleCnt="4">
        <dgm:presLayoutVars>
          <dgm:bulletEnabled val="1"/>
        </dgm:presLayoutVars>
      </dgm:prSet>
      <dgm:spPr/>
    </dgm:pt>
    <dgm:pt modelId="{E6B87570-7262-4566-927B-E268285054E6}" type="pres">
      <dgm:prSet presAssocID="{5B6C1595-86ED-4BBD-A8E1-AB207A102F6D}" presName="FourNodes_2" presStyleLbl="node1" presStyleIdx="1" presStyleCnt="4">
        <dgm:presLayoutVars>
          <dgm:bulletEnabled val="1"/>
        </dgm:presLayoutVars>
      </dgm:prSet>
      <dgm:spPr/>
    </dgm:pt>
    <dgm:pt modelId="{EC6B09D9-5068-47AE-82CC-2E6B365FB97E}" type="pres">
      <dgm:prSet presAssocID="{5B6C1595-86ED-4BBD-A8E1-AB207A102F6D}" presName="FourNodes_3" presStyleLbl="node1" presStyleIdx="2" presStyleCnt="4">
        <dgm:presLayoutVars>
          <dgm:bulletEnabled val="1"/>
        </dgm:presLayoutVars>
      </dgm:prSet>
      <dgm:spPr/>
    </dgm:pt>
    <dgm:pt modelId="{1FCF5E0A-DC5A-4E13-A4A6-9F0529A8627E}" type="pres">
      <dgm:prSet presAssocID="{5B6C1595-86ED-4BBD-A8E1-AB207A102F6D}" presName="FourNodes_4" presStyleLbl="node1" presStyleIdx="3" presStyleCnt="4">
        <dgm:presLayoutVars>
          <dgm:bulletEnabled val="1"/>
        </dgm:presLayoutVars>
      </dgm:prSet>
      <dgm:spPr/>
    </dgm:pt>
    <dgm:pt modelId="{A7F6081E-41B2-46C9-BBA9-67D5E1FBB64D}" type="pres">
      <dgm:prSet presAssocID="{5B6C1595-86ED-4BBD-A8E1-AB207A102F6D}" presName="FourConn_1-2" presStyleLbl="fgAccFollowNode1" presStyleIdx="0" presStyleCnt="3">
        <dgm:presLayoutVars>
          <dgm:bulletEnabled val="1"/>
        </dgm:presLayoutVars>
      </dgm:prSet>
      <dgm:spPr/>
    </dgm:pt>
    <dgm:pt modelId="{817631D7-288D-4596-8CDD-9EFDC9108D3A}" type="pres">
      <dgm:prSet presAssocID="{5B6C1595-86ED-4BBD-A8E1-AB207A102F6D}" presName="FourConn_2-3" presStyleLbl="fgAccFollowNode1" presStyleIdx="1" presStyleCnt="3">
        <dgm:presLayoutVars>
          <dgm:bulletEnabled val="1"/>
        </dgm:presLayoutVars>
      </dgm:prSet>
      <dgm:spPr/>
    </dgm:pt>
    <dgm:pt modelId="{8D8EA8B9-AD5F-4D7D-993A-B6C4AF313913}" type="pres">
      <dgm:prSet presAssocID="{5B6C1595-86ED-4BBD-A8E1-AB207A102F6D}" presName="FourConn_3-4" presStyleLbl="fgAccFollowNode1" presStyleIdx="2" presStyleCnt="3">
        <dgm:presLayoutVars>
          <dgm:bulletEnabled val="1"/>
        </dgm:presLayoutVars>
      </dgm:prSet>
      <dgm:spPr/>
    </dgm:pt>
    <dgm:pt modelId="{02ED6546-D408-4CD2-945B-27A2400B2611}" type="pres">
      <dgm:prSet presAssocID="{5B6C1595-86ED-4BBD-A8E1-AB207A102F6D}" presName="FourNodes_1_text" presStyleLbl="node1" presStyleIdx="3" presStyleCnt="4">
        <dgm:presLayoutVars>
          <dgm:bulletEnabled val="1"/>
        </dgm:presLayoutVars>
      </dgm:prSet>
      <dgm:spPr/>
    </dgm:pt>
    <dgm:pt modelId="{3CC5950C-2F33-42FA-B8A5-33A6D9AD90AE}" type="pres">
      <dgm:prSet presAssocID="{5B6C1595-86ED-4BBD-A8E1-AB207A102F6D}" presName="FourNodes_2_text" presStyleLbl="node1" presStyleIdx="3" presStyleCnt="4">
        <dgm:presLayoutVars>
          <dgm:bulletEnabled val="1"/>
        </dgm:presLayoutVars>
      </dgm:prSet>
      <dgm:spPr/>
    </dgm:pt>
    <dgm:pt modelId="{46B58CC5-BC0D-4E57-9C2D-CF7F7D487B98}" type="pres">
      <dgm:prSet presAssocID="{5B6C1595-86ED-4BBD-A8E1-AB207A102F6D}" presName="FourNodes_3_text" presStyleLbl="node1" presStyleIdx="3" presStyleCnt="4">
        <dgm:presLayoutVars>
          <dgm:bulletEnabled val="1"/>
        </dgm:presLayoutVars>
      </dgm:prSet>
      <dgm:spPr/>
    </dgm:pt>
    <dgm:pt modelId="{0EF975C3-FB3D-421C-8B90-632CB3F35C3E}" type="pres">
      <dgm:prSet presAssocID="{5B6C1595-86ED-4BBD-A8E1-AB207A102F6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F01041F-7BDC-464B-BBCD-2FE711895BC7}" type="presOf" srcId="{CCEEC59F-5224-4AC3-BDBF-55FCAD7635D4}" destId="{46B58CC5-BC0D-4E57-9C2D-CF7F7D487B98}" srcOrd="1" destOrd="0" presId="urn:microsoft.com/office/officeart/2005/8/layout/vProcess5"/>
    <dgm:cxn modelId="{93738D21-324D-480B-8EB3-F637BB44F84C}" srcId="{5B6C1595-86ED-4BBD-A8E1-AB207A102F6D}" destId="{258670D8-3C37-4592-A578-2306DD4A2B97}" srcOrd="1" destOrd="0" parTransId="{6B58DBE7-EC50-408E-8D3F-4BC806C4C486}" sibTransId="{44672C98-2D19-4F73-9F68-E8CF102AEC0B}"/>
    <dgm:cxn modelId="{471CAA34-6E9C-4205-AD19-D6C06CA31AF6}" type="presOf" srcId="{1D479C54-1A69-4CD4-A187-D6CFBF7623FB}" destId="{A7F6081E-41B2-46C9-BBA9-67D5E1FBB64D}" srcOrd="0" destOrd="0" presId="urn:microsoft.com/office/officeart/2005/8/layout/vProcess5"/>
    <dgm:cxn modelId="{4099E73A-C820-4154-A6EB-27BA38F92D07}" type="presOf" srcId="{258670D8-3C37-4592-A578-2306DD4A2B97}" destId="{E6B87570-7262-4566-927B-E268285054E6}" srcOrd="0" destOrd="0" presId="urn:microsoft.com/office/officeart/2005/8/layout/vProcess5"/>
    <dgm:cxn modelId="{ADAF506D-7DCB-4DB3-BD95-57A04511983E}" srcId="{5B6C1595-86ED-4BBD-A8E1-AB207A102F6D}" destId="{CCEEC59F-5224-4AC3-BDBF-55FCAD7635D4}" srcOrd="2" destOrd="0" parTransId="{F0BBB90D-A160-4F7A-9E36-93DAC834D89C}" sibTransId="{97EEBE0E-A150-4DA7-AE90-BA729CD183E2}"/>
    <dgm:cxn modelId="{8BF32F72-AA15-4393-BD8C-32B8C1DE8FCE}" type="presOf" srcId="{B1713CD3-7173-4559-A3F7-45E6ACEEDE82}" destId="{EF71663B-7E15-48DF-91B6-924B36FCD5FB}" srcOrd="0" destOrd="0" presId="urn:microsoft.com/office/officeart/2005/8/layout/vProcess5"/>
    <dgm:cxn modelId="{14355275-1231-43DA-A009-362417F7C7B4}" type="presOf" srcId="{44672C98-2D19-4F73-9F68-E8CF102AEC0B}" destId="{817631D7-288D-4596-8CDD-9EFDC9108D3A}" srcOrd="0" destOrd="0" presId="urn:microsoft.com/office/officeart/2005/8/layout/vProcess5"/>
    <dgm:cxn modelId="{90737A76-5466-4AC8-AC0B-96557A4CC20C}" type="presOf" srcId="{258670D8-3C37-4592-A578-2306DD4A2B97}" destId="{3CC5950C-2F33-42FA-B8A5-33A6D9AD90AE}" srcOrd="1" destOrd="0" presId="urn:microsoft.com/office/officeart/2005/8/layout/vProcess5"/>
    <dgm:cxn modelId="{2ED1A49E-F23F-46B4-B62B-B002EDE36EA6}" type="presOf" srcId="{793B094B-4A95-418F-8093-7D305AB0D161}" destId="{0EF975C3-FB3D-421C-8B90-632CB3F35C3E}" srcOrd="1" destOrd="0" presId="urn:microsoft.com/office/officeart/2005/8/layout/vProcess5"/>
    <dgm:cxn modelId="{DF0E35AE-882C-4588-B3E6-AFBD25A02361}" type="presOf" srcId="{97EEBE0E-A150-4DA7-AE90-BA729CD183E2}" destId="{8D8EA8B9-AD5F-4D7D-993A-B6C4AF313913}" srcOrd="0" destOrd="0" presId="urn:microsoft.com/office/officeart/2005/8/layout/vProcess5"/>
    <dgm:cxn modelId="{94162CBF-F98B-46CC-A862-386EF074DA69}" type="presOf" srcId="{CCEEC59F-5224-4AC3-BDBF-55FCAD7635D4}" destId="{EC6B09D9-5068-47AE-82CC-2E6B365FB97E}" srcOrd="0" destOrd="0" presId="urn:microsoft.com/office/officeart/2005/8/layout/vProcess5"/>
    <dgm:cxn modelId="{423C79BF-FCC8-4F4C-AE8C-5E5A7B7B5ED1}" type="presOf" srcId="{793B094B-4A95-418F-8093-7D305AB0D161}" destId="{1FCF5E0A-DC5A-4E13-A4A6-9F0529A8627E}" srcOrd="0" destOrd="0" presId="urn:microsoft.com/office/officeart/2005/8/layout/vProcess5"/>
    <dgm:cxn modelId="{691530DA-8ACA-46B0-A4D1-C8CF09C57C9B}" type="presOf" srcId="{5B6C1595-86ED-4BBD-A8E1-AB207A102F6D}" destId="{5596C46D-9B6E-4F23-9F7A-935F16C310DE}" srcOrd="0" destOrd="0" presId="urn:microsoft.com/office/officeart/2005/8/layout/vProcess5"/>
    <dgm:cxn modelId="{C08625DF-E105-46C3-9509-04216C694513}" srcId="{5B6C1595-86ED-4BBD-A8E1-AB207A102F6D}" destId="{B1713CD3-7173-4559-A3F7-45E6ACEEDE82}" srcOrd="0" destOrd="0" parTransId="{D1E04266-55A0-4859-93E6-8AFFEEABD2F5}" sibTransId="{1D479C54-1A69-4CD4-A187-D6CFBF7623FB}"/>
    <dgm:cxn modelId="{710903F7-C791-4B65-A135-084CE279D031}" srcId="{5B6C1595-86ED-4BBD-A8E1-AB207A102F6D}" destId="{793B094B-4A95-418F-8093-7D305AB0D161}" srcOrd="3" destOrd="0" parTransId="{699ACB76-DE75-4CCA-9ECC-041284139654}" sibTransId="{26EF09DA-1271-4F8D-ABDD-B2E3A1526672}"/>
    <dgm:cxn modelId="{081C6DFE-3E7D-4D63-8CE0-06F2CE1178AB}" type="presOf" srcId="{B1713CD3-7173-4559-A3F7-45E6ACEEDE82}" destId="{02ED6546-D408-4CD2-945B-27A2400B2611}" srcOrd="1" destOrd="0" presId="urn:microsoft.com/office/officeart/2005/8/layout/vProcess5"/>
    <dgm:cxn modelId="{F98E0284-5AC9-4FD3-8288-70548F73E68E}" type="presParOf" srcId="{5596C46D-9B6E-4F23-9F7A-935F16C310DE}" destId="{B9AF11E6-937E-49A3-8D08-C251E0CA30E3}" srcOrd="0" destOrd="0" presId="urn:microsoft.com/office/officeart/2005/8/layout/vProcess5"/>
    <dgm:cxn modelId="{AD608078-7AA9-4A59-B825-535304958FC6}" type="presParOf" srcId="{5596C46D-9B6E-4F23-9F7A-935F16C310DE}" destId="{EF71663B-7E15-48DF-91B6-924B36FCD5FB}" srcOrd="1" destOrd="0" presId="urn:microsoft.com/office/officeart/2005/8/layout/vProcess5"/>
    <dgm:cxn modelId="{66F6C077-BCD2-40E9-93FA-95FAA5D3B354}" type="presParOf" srcId="{5596C46D-9B6E-4F23-9F7A-935F16C310DE}" destId="{E6B87570-7262-4566-927B-E268285054E6}" srcOrd="2" destOrd="0" presId="urn:microsoft.com/office/officeart/2005/8/layout/vProcess5"/>
    <dgm:cxn modelId="{5B7527E4-DA7E-479F-8280-8063FD1484B6}" type="presParOf" srcId="{5596C46D-9B6E-4F23-9F7A-935F16C310DE}" destId="{EC6B09D9-5068-47AE-82CC-2E6B365FB97E}" srcOrd="3" destOrd="0" presId="urn:microsoft.com/office/officeart/2005/8/layout/vProcess5"/>
    <dgm:cxn modelId="{04045FC7-C783-4593-9E67-5E0E5640287F}" type="presParOf" srcId="{5596C46D-9B6E-4F23-9F7A-935F16C310DE}" destId="{1FCF5E0A-DC5A-4E13-A4A6-9F0529A8627E}" srcOrd="4" destOrd="0" presId="urn:microsoft.com/office/officeart/2005/8/layout/vProcess5"/>
    <dgm:cxn modelId="{066FF714-3D48-447C-8EDE-1164CF22803D}" type="presParOf" srcId="{5596C46D-9B6E-4F23-9F7A-935F16C310DE}" destId="{A7F6081E-41B2-46C9-BBA9-67D5E1FBB64D}" srcOrd="5" destOrd="0" presId="urn:microsoft.com/office/officeart/2005/8/layout/vProcess5"/>
    <dgm:cxn modelId="{FC954B5D-FDD3-4A0E-BB24-3347FF9D821E}" type="presParOf" srcId="{5596C46D-9B6E-4F23-9F7A-935F16C310DE}" destId="{817631D7-288D-4596-8CDD-9EFDC9108D3A}" srcOrd="6" destOrd="0" presId="urn:microsoft.com/office/officeart/2005/8/layout/vProcess5"/>
    <dgm:cxn modelId="{2B10C191-742A-438F-8B7F-C5E42A22A3D1}" type="presParOf" srcId="{5596C46D-9B6E-4F23-9F7A-935F16C310DE}" destId="{8D8EA8B9-AD5F-4D7D-993A-B6C4AF313913}" srcOrd="7" destOrd="0" presId="urn:microsoft.com/office/officeart/2005/8/layout/vProcess5"/>
    <dgm:cxn modelId="{131AF786-D982-49F4-A2BE-21BA5EA28F86}" type="presParOf" srcId="{5596C46D-9B6E-4F23-9F7A-935F16C310DE}" destId="{02ED6546-D408-4CD2-945B-27A2400B2611}" srcOrd="8" destOrd="0" presId="urn:microsoft.com/office/officeart/2005/8/layout/vProcess5"/>
    <dgm:cxn modelId="{D3CF0FA9-D209-4E63-B95D-E13EFB7BB564}" type="presParOf" srcId="{5596C46D-9B6E-4F23-9F7A-935F16C310DE}" destId="{3CC5950C-2F33-42FA-B8A5-33A6D9AD90AE}" srcOrd="9" destOrd="0" presId="urn:microsoft.com/office/officeart/2005/8/layout/vProcess5"/>
    <dgm:cxn modelId="{2B776A26-C2A4-4909-81E3-274B5E0D41B2}" type="presParOf" srcId="{5596C46D-9B6E-4F23-9F7A-935F16C310DE}" destId="{46B58CC5-BC0D-4E57-9C2D-CF7F7D487B98}" srcOrd="10" destOrd="0" presId="urn:microsoft.com/office/officeart/2005/8/layout/vProcess5"/>
    <dgm:cxn modelId="{DFE13AC4-6DCF-4824-83EE-3BE678D579E1}" type="presParOf" srcId="{5596C46D-9B6E-4F23-9F7A-935F16C310DE}" destId="{0EF975C3-FB3D-421C-8B90-632CB3F35C3E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Cases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refrence</a:t>
          </a:r>
          <a:endParaRPr lang="en-US" sz="1600" b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</a:t>
          </a:r>
          <a:r>
            <a:rPr lang="en-US" sz="1600" b="1" err="1">
              <a:latin typeface="Avenir Next LT Pro"/>
            </a:rPr>
            <a:t>refrence</a:t>
          </a:r>
          <a:endParaRPr lang="en-US" sz="1600" b="1" err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8F1CB6E-0B43-473B-B8E8-73E27E506FAC}" type="doc">
      <dgm:prSet loTypeId="urn:microsoft.com/office/officeart/2005/8/layout/chevron1" loCatId="process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FC904083-5B1D-44EE-9358-1FB49CF941F0}">
      <dgm:prSet phldrT="[Text]" phldr="0" custT="1"/>
      <dgm:spPr/>
      <dgm:t>
        <a:bodyPr/>
        <a:lstStyle/>
        <a:p>
          <a:pPr rtl="0"/>
          <a:r>
            <a:rPr lang="en-US" sz="1600" b="1">
              <a:latin typeface="Avenir Next LT Pro"/>
            </a:rPr>
            <a:t>Design Our Testing</a:t>
          </a:r>
          <a:endParaRPr lang="en-US" sz="1600" b="1"/>
        </a:p>
      </dgm:t>
    </dgm:pt>
    <dgm:pt modelId="{F58951A1-68A5-4DEC-87FE-71B5B358BECC}" type="parTrans" cxnId="{459B4DFE-F2FE-4216-BF0D-26AFE7AAFDC8}">
      <dgm:prSet/>
      <dgm:spPr/>
    </dgm:pt>
    <dgm:pt modelId="{8722BAAE-FB76-4B53-A6C2-38F582437385}" type="sibTrans" cxnId="{459B4DFE-F2FE-4216-BF0D-26AFE7AAFDC8}">
      <dgm:prSet/>
      <dgm:spPr/>
    </dgm:pt>
    <dgm:pt modelId="{E6C4BEC4-83EA-4B63-B340-6FF5E4332126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Test Plan</a:t>
          </a:r>
          <a:endParaRPr lang="en-US" sz="1600" b="1"/>
        </a:p>
      </dgm:t>
    </dgm:pt>
    <dgm:pt modelId="{02773CE1-B84A-44FF-8B3D-3E47EB2D0530}" type="parTrans" cxnId="{61A1D6A4-8A78-4888-97A8-5C29A47E78C6}">
      <dgm:prSet/>
      <dgm:spPr/>
    </dgm:pt>
    <dgm:pt modelId="{0867257D-0253-46E8-8D17-11E5D6E31FE1}" type="sibTrans" cxnId="{61A1D6A4-8A78-4888-97A8-5C29A47E78C6}">
      <dgm:prSet/>
      <dgm:spPr/>
    </dgm:pt>
    <dgm:pt modelId="{8B8A176D-474C-405F-B6E5-02804BB63BE1}">
      <dgm:prSet phldrT="[Text]"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Citation &amp; Reference</a:t>
          </a:r>
          <a:endParaRPr lang="en-US" sz="1600" b="1"/>
        </a:p>
      </dgm:t>
    </dgm:pt>
    <dgm:pt modelId="{9EDB571E-6C29-49DB-ACA8-80805955D4AA}" type="parTrans" cxnId="{5DFE85E6-539A-4927-BBF4-84AF53330B4F}">
      <dgm:prSet/>
      <dgm:spPr/>
    </dgm:pt>
    <dgm:pt modelId="{CEC872D6-B175-4DF6-A628-EB0DB28C1C43}" type="sibTrans" cxnId="{5DFE85E6-539A-4927-BBF4-84AF53330B4F}">
      <dgm:prSet/>
      <dgm:spPr/>
    </dgm:pt>
    <dgm:pt modelId="{EF4286A7-45C4-40A7-A498-E03055D2A0ED}">
      <dgm:prSet phldr="0"/>
      <dgm:spPr/>
      <dgm:t>
        <a:bodyPr/>
        <a:lstStyle/>
        <a:p>
          <a:pPr rtl="0"/>
          <a:endParaRPr lang="en-US">
            <a:latin typeface="Avenir Next LT Pro"/>
          </a:endParaRPr>
        </a:p>
      </dgm:t>
    </dgm:pt>
    <dgm:pt modelId="{2B9D1AA7-E94D-4819-A9CD-8C7768C56AFB}" type="parTrans" cxnId="{8D34F64F-2A5D-4EF3-B773-E892BBF929DB}">
      <dgm:prSet/>
      <dgm:spPr/>
    </dgm:pt>
    <dgm:pt modelId="{DD8E1695-5D1E-4A8D-BC4C-FB7B932AEFEB}" type="sibTrans" cxnId="{8D34F64F-2A5D-4EF3-B773-E892BBF929DB}">
      <dgm:prSet/>
      <dgm:spPr/>
    </dgm:pt>
    <dgm:pt modelId="{2BE24037-1D77-4E88-BEEA-94F89A041C90}">
      <dgm:prSet phldr="0"/>
      <dgm:spPr/>
      <dgm:t>
        <a:bodyPr/>
        <a:lstStyle/>
        <a:p>
          <a:pPr rtl="0"/>
          <a:r>
            <a:rPr lang="en-US" sz="1600" b="1">
              <a:latin typeface="Avenir Next LT Pro"/>
            </a:rPr>
            <a:t>Use Case</a:t>
          </a:r>
        </a:p>
      </dgm:t>
    </dgm:pt>
    <dgm:pt modelId="{A0D8102D-FDD2-48E8-A97B-9A7BADA8C767}" type="parTrans" cxnId="{4605D656-7C1A-4440-9F1B-CA1E638B27A2}">
      <dgm:prSet/>
      <dgm:spPr/>
    </dgm:pt>
    <dgm:pt modelId="{EFB21D5F-177D-4051-8C6C-BD1863E12D51}" type="sibTrans" cxnId="{4605D656-7C1A-4440-9F1B-CA1E638B27A2}">
      <dgm:prSet/>
      <dgm:spPr/>
    </dgm:pt>
    <dgm:pt modelId="{CE57F241-8DDB-4D75-8727-59FFF2E20DBE}" type="pres">
      <dgm:prSet presAssocID="{68F1CB6E-0B43-473B-B8E8-73E27E506FAC}" presName="Name0" presStyleCnt="0">
        <dgm:presLayoutVars>
          <dgm:dir/>
          <dgm:animLvl val="lvl"/>
          <dgm:resizeHandles val="exact"/>
        </dgm:presLayoutVars>
      </dgm:prSet>
      <dgm:spPr/>
    </dgm:pt>
    <dgm:pt modelId="{D3C6F8F9-172B-423A-A893-C8F2E649EA02}" type="pres">
      <dgm:prSet presAssocID="{FC904083-5B1D-44EE-9358-1FB49CF941F0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78A6279A-7437-4AA2-86BA-9FE1AF8BB203}" type="pres">
      <dgm:prSet presAssocID="{8722BAAE-FB76-4B53-A6C2-38F582437385}" presName="parTxOnlySpace" presStyleCnt="0"/>
      <dgm:spPr/>
    </dgm:pt>
    <dgm:pt modelId="{4CEB06B8-A508-4434-8C62-30217F46CC31}" type="pres">
      <dgm:prSet presAssocID="{E6C4BEC4-83EA-4B63-B340-6FF5E4332126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737BFBFA-C1E5-4707-BEDF-C9F45B0F1F6C}" type="pres">
      <dgm:prSet presAssocID="{0867257D-0253-46E8-8D17-11E5D6E31FE1}" presName="parTxOnlySpace" presStyleCnt="0"/>
      <dgm:spPr/>
    </dgm:pt>
    <dgm:pt modelId="{5DA68191-717F-4A1D-8B1A-6D92FC499195}" type="pres">
      <dgm:prSet presAssocID="{2BE24037-1D77-4E88-BEEA-94F89A041C90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BDE90E90-2E7A-4B51-8BB7-D17128C0949A}" type="pres">
      <dgm:prSet presAssocID="{EFB21D5F-177D-4051-8C6C-BD1863E12D51}" presName="parTxOnlySpace" presStyleCnt="0"/>
      <dgm:spPr/>
    </dgm:pt>
    <dgm:pt modelId="{FD126D64-A2A3-4EF4-830B-2614551B6C8A}" type="pres">
      <dgm:prSet presAssocID="{8B8A176D-474C-405F-B6E5-02804BB63BE1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FED5C6E2-C392-43BE-8D72-5AF8C7D1EE95}" type="pres">
      <dgm:prSet presAssocID="{CEC872D6-B175-4DF6-A628-EB0DB28C1C43}" presName="parTxOnlySpace" presStyleCnt="0"/>
      <dgm:spPr/>
    </dgm:pt>
    <dgm:pt modelId="{FDF16591-4C1A-4854-8C8E-169806E9BF79}" type="pres">
      <dgm:prSet presAssocID="{EF4286A7-45C4-40A7-A498-E03055D2A0ED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28195241-2D24-42E8-8E37-65D67021A59E}" type="presOf" srcId="{EF4286A7-45C4-40A7-A498-E03055D2A0ED}" destId="{FDF16591-4C1A-4854-8C8E-169806E9BF79}" srcOrd="0" destOrd="0" presId="urn:microsoft.com/office/officeart/2005/8/layout/chevron1"/>
    <dgm:cxn modelId="{3C7A1148-56B5-4E6C-819F-BA9754296806}" type="presOf" srcId="{FC904083-5B1D-44EE-9358-1FB49CF941F0}" destId="{D3C6F8F9-172B-423A-A893-C8F2E649EA02}" srcOrd="0" destOrd="0" presId="urn:microsoft.com/office/officeart/2005/8/layout/chevron1"/>
    <dgm:cxn modelId="{8D34F64F-2A5D-4EF3-B773-E892BBF929DB}" srcId="{68F1CB6E-0B43-473B-B8E8-73E27E506FAC}" destId="{EF4286A7-45C4-40A7-A498-E03055D2A0ED}" srcOrd="4" destOrd="0" parTransId="{2B9D1AA7-E94D-4819-A9CD-8C7768C56AFB}" sibTransId="{DD8E1695-5D1E-4A8D-BC4C-FB7B932AEFEB}"/>
    <dgm:cxn modelId="{4605D656-7C1A-4440-9F1B-CA1E638B27A2}" srcId="{68F1CB6E-0B43-473B-B8E8-73E27E506FAC}" destId="{2BE24037-1D77-4E88-BEEA-94F89A041C90}" srcOrd="2" destOrd="0" parTransId="{A0D8102D-FDD2-48E8-A97B-9A7BADA8C767}" sibTransId="{EFB21D5F-177D-4051-8C6C-BD1863E12D51}"/>
    <dgm:cxn modelId="{61A1D6A4-8A78-4888-97A8-5C29A47E78C6}" srcId="{68F1CB6E-0B43-473B-B8E8-73E27E506FAC}" destId="{E6C4BEC4-83EA-4B63-B340-6FF5E4332126}" srcOrd="1" destOrd="0" parTransId="{02773CE1-B84A-44FF-8B3D-3E47EB2D0530}" sibTransId="{0867257D-0253-46E8-8D17-11E5D6E31FE1}"/>
    <dgm:cxn modelId="{3569BDBC-7777-4C3B-9421-6BC5A49112A8}" type="presOf" srcId="{8B8A176D-474C-405F-B6E5-02804BB63BE1}" destId="{FD126D64-A2A3-4EF4-830B-2614551B6C8A}" srcOrd="0" destOrd="0" presId="urn:microsoft.com/office/officeart/2005/8/layout/chevron1"/>
    <dgm:cxn modelId="{2E2C44C8-1A58-4586-BE74-6005988EA28F}" type="presOf" srcId="{2BE24037-1D77-4E88-BEEA-94F89A041C90}" destId="{5DA68191-717F-4A1D-8B1A-6D92FC499195}" srcOrd="0" destOrd="0" presId="urn:microsoft.com/office/officeart/2005/8/layout/chevron1"/>
    <dgm:cxn modelId="{AD4155CB-10C7-46C8-A03D-90F039480CA7}" type="presOf" srcId="{E6C4BEC4-83EA-4B63-B340-6FF5E4332126}" destId="{4CEB06B8-A508-4434-8C62-30217F46CC31}" srcOrd="0" destOrd="0" presId="urn:microsoft.com/office/officeart/2005/8/layout/chevron1"/>
    <dgm:cxn modelId="{E5E510D5-8BB7-4534-BA71-E7B54998317E}" type="presOf" srcId="{68F1CB6E-0B43-473B-B8E8-73E27E506FAC}" destId="{CE57F241-8DDB-4D75-8727-59FFF2E20DBE}" srcOrd="0" destOrd="0" presId="urn:microsoft.com/office/officeart/2005/8/layout/chevron1"/>
    <dgm:cxn modelId="{5DFE85E6-539A-4927-BBF4-84AF53330B4F}" srcId="{68F1CB6E-0B43-473B-B8E8-73E27E506FAC}" destId="{8B8A176D-474C-405F-B6E5-02804BB63BE1}" srcOrd="3" destOrd="0" parTransId="{9EDB571E-6C29-49DB-ACA8-80805955D4AA}" sibTransId="{CEC872D6-B175-4DF6-A628-EB0DB28C1C43}"/>
    <dgm:cxn modelId="{459B4DFE-F2FE-4216-BF0D-26AFE7AAFDC8}" srcId="{68F1CB6E-0B43-473B-B8E8-73E27E506FAC}" destId="{FC904083-5B1D-44EE-9358-1FB49CF941F0}" srcOrd="0" destOrd="0" parTransId="{F58951A1-68A5-4DEC-87FE-71B5B358BECC}" sibTransId="{8722BAAE-FB76-4B53-A6C2-38F582437385}"/>
    <dgm:cxn modelId="{C356D764-C79A-4E0D-BA37-D8223A51A54B}" type="presParOf" srcId="{CE57F241-8DDB-4D75-8727-59FFF2E20DBE}" destId="{D3C6F8F9-172B-423A-A893-C8F2E649EA02}" srcOrd="0" destOrd="0" presId="urn:microsoft.com/office/officeart/2005/8/layout/chevron1"/>
    <dgm:cxn modelId="{C40465C0-B5B9-41B1-B048-7BFF27ABB9D6}" type="presParOf" srcId="{CE57F241-8DDB-4D75-8727-59FFF2E20DBE}" destId="{78A6279A-7437-4AA2-86BA-9FE1AF8BB203}" srcOrd="1" destOrd="0" presId="urn:microsoft.com/office/officeart/2005/8/layout/chevron1"/>
    <dgm:cxn modelId="{EDDC1B0E-5FBF-42A9-8059-B140CB69A3C1}" type="presParOf" srcId="{CE57F241-8DDB-4D75-8727-59FFF2E20DBE}" destId="{4CEB06B8-A508-4434-8C62-30217F46CC31}" srcOrd="2" destOrd="0" presId="urn:microsoft.com/office/officeart/2005/8/layout/chevron1"/>
    <dgm:cxn modelId="{3CD71C9C-98C9-4362-8F89-333A59B1ABFE}" type="presParOf" srcId="{CE57F241-8DDB-4D75-8727-59FFF2E20DBE}" destId="{737BFBFA-C1E5-4707-BEDF-C9F45B0F1F6C}" srcOrd="3" destOrd="0" presId="urn:microsoft.com/office/officeart/2005/8/layout/chevron1"/>
    <dgm:cxn modelId="{054EA183-08F9-40AA-8FD5-7FFE67E114D2}" type="presParOf" srcId="{CE57F241-8DDB-4D75-8727-59FFF2E20DBE}" destId="{5DA68191-717F-4A1D-8B1A-6D92FC499195}" srcOrd="4" destOrd="0" presId="urn:microsoft.com/office/officeart/2005/8/layout/chevron1"/>
    <dgm:cxn modelId="{B85F0978-1BD0-4D67-A521-5CD39C50D6AE}" type="presParOf" srcId="{CE57F241-8DDB-4D75-8727-59FFF2E20DBE}" destId="{BDE90E90-2E7A-4B51-8BB7-D17128C0949A}" srcOrd="5" destOrd="0" presId="urn:microsoft.com/office/officeart/2005/8/layout/chevron1"/>
    <dgm:cxn modelId="{63275F16-C373-4D93-B608-9807950D4351}" type="presParOf" srcId="{CE57F241-8DDB-4D75-8727-59FFF2E20DBE}" destId="{FD126D64-A2A3-4EF4-830B-2614551B6C8A}" srcOrd="6" destOrd="0" presId="urn:microsoft.com/office/officeart/2005/8/layout/chevron1"/>
    <dgm:cxn modelId="{379F8CD4-348F-4F2C-A5B1-172F1CD51758}" type="presParOf" srcId="{CE57F241-8DDB-4D75-8727-59FFF2E20DBE}" destId="{FED5C6E2-C392-43BE-8D72-5AF8C7D1EE95}" srcOrd="7" destOrd="0" presId="urn:microsoft.com/office/officeart/2005/8/layout/chevron1"/>
    <dgm:cxn modelId="{3315D8A5-3824-4B3D-8DBF-49B575262472}" type="presParOf" srcId="{CE57F241-8DDB-4D75-8727-59FFF2E20DBE}" destId="{FDF16591-4C1A-4854-8C8E-169806E9BF79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53207-19B2-4ADB-B102-0767515613A2}">
      <dsp:nvSpPr>
        <dsp:cNvPr id="0" name=""/>
        <dsp:cNvSpPr/>
      </dsp:nvSpPr>
      <dsp:spPr>
        <a:xfrm>
          <a:off x="0" y="460637"/>
          <a:ext cx="10168127" cy="129285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>
              <a:solidFill>
                <a:srgbClr val="FFFFFF"/>
              </a:solidFill>
              <a:ea typeface="+mn-ea"/>
              <a:cs typeface="+mn-cs"/>
            </a:rPr>
            <a:t>Designing Our Testing</a:t>
          </a:r>
        </a:p>
      </dsp:txBody>
      <dsp:txXfrm>
        <a:off x="63112" y="523749"/>
        <a:ext cx="10041903" cy="1166626"/>
      </dsp:txXfrm>
    </dsp:sp>
    <dsp:sp modelId="{8B442D41-E480-4C25-8571-92F98A5AFF8B}">
      <dsp:nvSpPr>
        <dsp:cNvPr id="0" name=""/>
        <dsp:cNvSpPr/>
      </dsp:nvSpPr>
      <dsp:spPr>
        <a:xfrm>
          <a:off x="0" y="1940688"/>
          <a:ext cx="10168127" cy="129285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ctr" anchorCtr="0">
          <a:noAutofit/>
        </a:bodyPr>
        <a:lstStyle/>
        <a:p>
          <a:pPr marL="0" lvl="0" indent="0" algn="l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kern="1200">
              <a:solidFill>
                <a:srgbClr val="FFFFFF"/>
              </a:solidFill>
              <a:ea typeface="+mn-ea"/>
              <a:cs typeface="+mn-cs"/>
            </a:rPr>
            <a:t>Uses Cases</a:t>
          </a:r>
        </a:p>
      </dsp:txBody>
      <dsp:txXfrm>
        <a:off x="63112" y="2003800"/>
        <a:ext cx="10041903" cy="116662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FC2B8C-8BFF-473B-A85D-6E673EA8BD52}">
      <dsp:nvSpPr>
        <dsp:cNvPr id="0" name=""/>
        <dsp:cNvSpPr/>
      </dsp:nvSpPr>
      <dsp:spPr>
        <a:xfrm>
          <a:off x="0" y="0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Web Booking Application</a:t>
          </a:r>
        </a:p>
      </dsp:txBody>
      <dsp:txXfrm>
        <a:off x="23803" y="23803"/>
        <a:ext cx="7188704" cy="765098"/>
      </dsp:txXfrm>
    </dsp:sp>
    <dsp:sp modelId="{BA569C8C-47A3-49E9-8A4F-15679B16DAE5}">
      <dsp:nvSpPr>
        <dsp:cNvPr id="0" name=""/>
        <dsp:cNvSpPr/>
      </dsp:nvSpPr>
      <dsp:spPr>
        <a:xfrm>
          <a:off x="681251" y="960469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Dailpad AI Integration</a:t>
          </a:r>
        </a:p>
      </dsp:txBody>
      <dsp:txXfrm>
        <a:off x="705054" y="984272"/>
        <a:ext cx="6877233" cy="765098"/>
      </dsp:txXfrm>
    </dsp:sp>
    <dsp:sp modelId="{B188BE7D-16F2-4811-8751-788AC00AA879}">
      <dsp:nvSpPr>
        <dsp:cNvPr id="0" name=""/>
        <dsp:cNvSpPr/>
      </dsp:nvSpPr>
      <dsp:spPr>
        <a:xfrm>
          <a:off x="1352335" y="1920938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Bitrix CRM Configuration</a:t>
          </a:r>
        </a:p>
      </dsp:txBody>
      <dsp:txXfrm>
        <a:off x="1376138" y="1944741"/>
        <a:ext cx="6887401" cy="765098"/>
      </dsp:txXfrm>
    </dsp:sp>
    <dsp:sp modelId="{EBA3EABC-C0E3-4BD2-BCCB-4E03A199BC95}">
      <dsp:nvSpPr>
        <dsp:cNvPr id="0" name=""/>
        <dsp:cNvSpPr/>
      </dsp:nvSpPr>
      <dsp:spPr>
        <a:xfrm>
          <a:off x="2033587" y="2881407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500" kern="1200"/>
            <a:t>Security &amp; Data Integrity</a:t>
          </a:r>
        </a:p>
      </dsp:txBody>
      <dsp:txXfrm>
        <a:off x="2057390" y="2905210"/>
        <a:ext cx="6877233" cy="765098"/>
      </dsp:txXfrm>
    </dsp:sp>
    <dsp:sp modelId="{F603888B-B631-4E3D-B043-05ED98B0EA47}">
      <dsp:nvSpPr>
        <dsp:cNvPr id="0" name=""/>
        <dsp:cNvSpPr/>
      </dsp:nvSpPr>
      <dsp:spPr>
        <a:xfrm>
          <a:off x="7606091" y="622457"/>
          <a:ext cx="528258" cy="528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724949" y="622457"/>
        <a:ext cx="290542" cy="397514"/>
      </dsp:txXfrm>
    </dsp:sp>
    <dsp:sp modelId="{5C6A46AD-0714-4F07-876B-04E3FEF20EAA}">
      <dsp:nvSpPr>
        <dsp:cNvPr id="0" name=""/>
        <dsp:cNvSpPr/>
      </dsp:nvSpPr>
      <dsp:spPr>
        <a:xfrm>
          <a:off x="8287343" y="1582926"/>
          <a:ext cx="528258" cy="528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406201" y="1582926"/>
        <a:ext cx="290542" cy="397514"/>
      </dsp:txXfrm>
    </dsp:sp>
    <dsp:sp modelId="{2393D66B-B82B-4992-A44C-D28F9CF03B60}">
      <dsp:nvSpPr>
        <dsp:cNvPr id="0" name=""/>
        <dsp:cNvSpPr/>
      </dsp:nvSpPr>
      <dsp:spPr>
        <a:xfrm>
          <a:off x="8958427" y="2543396"/>
          <a:ext cx="528258" cy="528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77285" y="2543396"/>
        <a:ext cx="290542" cy="3975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Cases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refrence</a:t>
          </a:r>
          <a:endParaRPr lang="en-US" sz="1800" b="1" kern="1200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C80F7F-E2FE-46BD-8BF4-E180735645DF}">
      <dsp:nvSpPr>
        <dsp:cNvPr id="0" name=""/>
        <dsp:cNvSpPr/>
      </dsp:nvSpPr>
      <dsp:spPr>
        <a:xfrm>
          <a:off x="664343" y="667664"/>
          <a:ext cx="1456426" cy="145642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C0DAE7-E295-447F-AA50-57B6B636B64D}">
      <dsp:nvSpPr>
        <dsp:cNvPr id="0" name=""/>
        <dsp:cNvSpPr/>
      </dsp:nvSpPr>
      <dsp:spPr>
        <a:xfrm>
          <a:off x="974729" y="978050"/>
          <a:ext cx="835654" cy="8356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617BC-D77B-4008-A917-533D19E88E94}">
      <dsp:nvSpPr>
        <dsp:cNvPr id="0" name=""/>
        <dsp:cNvSpPr/>
      </dsp:nvSpPr>
      <dsp:spPr>
        <a:xfrm>
          <a:off x="198764" y="2577731"/>
          <a:ext cx="23875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Booking Management</a:t>
          </a:r>
          <a:endParaRPr lang="en-US" sz="2500" kern="1200"/>
        </a:p>
      </dsp:txBody>
      <dsp:txXfrm>
        <a:off x="198764" y="2577731"/>
        <a:ext cx="2387584" cy="720000"/>
      </dsp:txXfrm>
    </dsp:sp>
    <dsp:sp modelId="{C21687B0-FFCE-48CF-B508-467F1E0C10FA}">
      <dsp:nvSpPr>
        <dsp:cNvPr id="0" name=""/>
        <dsp:cNvSpPr/>
      </dsp:nvSpPr>
      <dsp:spPr>
        <a:xfrm>
          <a:off x="3469754" y="667664"/>
          <a:ext cx="1456426" cy="145642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5CAFA8-7AA2-405D-AFF1-2320AE1286B0}">
      <dsp:nvSpPr>
        <dsp:cNvPr id="0" name=""/>
        <dsp:cNvSpPr/>
      </dsp:nvSpPr>
      <dsp:spPr>
        <a:xfrm>
          <a:off x="3780140" y="978050"/>
          <a:ext cx="835654" cy="8356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57C06-F045-4C04-9BAC-D2C30B41DBD5}">
      <dsp:nvSpPr>
        <dsp:cNvPr id="0" name=""/>
        <dsp:cNvSpPr/>
      </dsp:nvSpPr>
      <dsp:spPr>
        <a:xfrm>
          <a:off x="3004175" y="2577731"/>
          <a:ext cx="23875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Payment Processing</a:t>
          </a:r>
          <a:endParaRPr lang="en-US" sz="2500" kern="1200"/>
        </a:p>
      </dsp:txBody>
      <dsp:txXfrm>
        <a:off x="3004175" y="2577731"/>
        <a:ext cx="2387584" cy="720000"/>
      </dsp:txXfrm>
    </dsp:sp>
    <dsp:sp modelId="{168668F3-39AA-4F9B-9C50-18B0CE43E9D9}">
      <dsp:nvSpPr>
        <dsp:cNvPr id="0" name=""/>
        <dsp:cNvSpPr/>
      </dsp:nvSpPr>
      <dsp:spPr>
        <a:xfrm>
          <a:off x="6275166" y="667664"/>
          <a:ext cx="1456426" cy="145642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F327DE-CBC0-4C3F-BE11-85917E9DDC78}">
      <dsp:nvSpPr>
        <dsp:cNvPr id="0" name=""/>
        <dsp:cNvSpPr/>
      </dsp:nvSpPr>
      <dsp:spPr>
        <a:xfrm>
          <a:off x="6585551" y="978050"/>
          <a:ext cx="835654" cy="8356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97FAB-8641-4AED-8C45-4CBDA76B6F8C}">
      <dsp:nvSpPr>
        <dsp:cNvPr id="0" name=""/>
        <dsp:cNvSpPr/>
      </dsp:nvSpPr>
      <dsp:spPr>
        <a:xfrm>
          <a:off x="5809587" y="2577731"/>
          <a:ext cx="23875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AI Support Workflows</a:t>
          </a:r>
          <a:endParaRPr lang="en-US" sz="2500" kern="1200"/>
        </a:p>
      </dsp:txBody>
      <dsp:txXfrm>
        <a:off x="5809587" y="2577731"/>
        <a:ext cx="2387584" cy="720000"/>
      </dsp:txXfrm>
    </dsp:sp>
    <dsp:sp modelId="{560AFB1D-52A9-4ED5-A3B4-BBDE454E7837}">
      <dsp:nvSpPr>
        <dsp:cNvPr id="0" name=""/>
        <dsp:cNvSpPr/>
      </dsp:nvSpPr>
      <dsp:spPr>
        <a:xfrm>
          <a:off x="9080577" y="667664"/>
          <a:ext cx="1456426" cy="1456426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B4F49-B67B-4813-913F-9EB92FD97A19}">
      <dsp:nvSpPr>
        <dsp:cNvPr id="0" name=""/>
        <dsp:cNvSpPr/>
      </dsp:nvSpPr>
      <dsp:spPr>
        <a:xfrm>
          <a:off x="9390963" y="978050"/>
          <a:ext cx="835654" cy="8356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B6F244-617F-40C5-9CD2-E899BA790FE8}">
      <dsp:nvSpPr>
        <dsp:cNvPr id="0" name=""/>
        <dsp:cNvSpPr/>
      </dsp:nvSpPr>
      <dsp:spPr>
        <a:xfrm>
          <a:off x="8614998" y="2577731"/>
          <a:ext cx="238758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b="1" kern="1200"/>
            <a:t>CRM Data Sync</a:t>
          </a:r>
          <a:endParaRPr lang="en-US" sz="2500" kern="1200"/>
        </a:p>
      </dsp:txBody>
      <dsp:txXfrm>
        <a:off x="8614998" y="2577731"/>
        <a:ext cx="2387584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Cases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refrence</a:t>
          </a:r>
          <a:endParaRPr lang="en-US" sz="1800" b="1" kern="1200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10E56-7F1E-4E80-B7D4-61C91EF487D4}">
      <dsp:nvSpPr>
        <dsp:cNvPr id="0" name=""/>
        <dsp:cNvSpPr/>
      </dsp:nvSpPr>
      <dsp:spPr>
        <a:xfrm>
          <a:off x="727548" y="257613"/>
          <a:ext cx="1990125" cy="199012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EC7B51-4B11-4031-9B8F-FC1435F65FA8}">
      <dsp:nvSpPr>
        <dsp:cNvPr id="0" name=""/>
        <dsp:cNvSpPr/>
      </dsp:nvSpPr>
      <dsp:spPr>
        <a:xfrm>
          <a:off x="1151673" y="681738"/>
          <a:ext cx="1141875" cy="11418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A8AD35-4A12-4550-BD2E-BE92C2F30A1A}">
      <dsp:nvSpPr>
        <dsp:cNvPr id="0" name=""/>
        <dsp:cNvSpPr/>
      </dsp:nvSpPr>
      <dsp:spPr>
        <a:xfrm>
          <a:off x="91361" y="2867613"/>
          <a:ext cx="32625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/>
            <a:t>Vendor Infrastructure</a:t>
          </a:r>
          <a:endParaRPr lang="en-US" sz="2400" kern="1200"/>
        </a:p>
      </dsp:txBody>
      <dsp:txXfrm>
        <a:off x="91361" y="2867613"/>
        <a:ext cx="3262500" cy="1012500"/>
      </dsp:txXfrm>
    </dsp:sp>
    <dsp:sp modelId="{C5BEC75C-08BE-452D-93BD-12721B3B6D4E}">
      <dsp:nvSpPr>
        <dsp:cNvPr id="0" name=""/>
        <dsp:cNvSpPr/>
      </dsp:nvSpPr>
      <dsp:spPr>
        <a:xfrm>
          <a:off x="4560986" y="257613"/>
          <a:ext cx="1990125" cy="199012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E9F9B3-D8F3-41D8-AD60-B769C335A6BD}">
      <dsp:nvSpPr>
        <dsp:cNvPr id="0" name=""/>
        <dsp:cNvSpPr/>
      </dsp:nvSpPr>
      <dsp:spPr>
        <a:xfrm>
          <a:off x="4985111" y="681738"/>
          <a:ext cx="1141875" cy="11418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EDAD5D-CAC9-4217-BB39-A1D2156E5A1A}">
      <dsp:nvSpPr>
        <dsp:cNvPr id="0" name=""/>
        <dsp:cNvSpPr/>
      </dsp:nvSpPr>
      <dsp:spPr>
        <a:xfrm>
          <a:off x="3924798" y="2867613"/>
          <a:ext cx="32625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/>
            <a:t>Marketing</a:t>
          </a:r>
          <a:endParaRPr lang="en-US" sz="2400" kern="1200"/>
        </a:p>
      </dsp:txBody>
      <dsp:txXfrm>
        <a:off x="3924798" y="2867613"/>
        <a:ext cx="3262500" cy="1012500"/>
      </dsp:txXfrm>
    </dsp:sp>
    <dsp:sp modelId="{66D0CDB2-93E1-467A-8C87-7C795D4EE1A2}">
      <dsp:nvSpPr>
        <dsp:cNvPr id="0" name=""/>
        <dsp:cNvSpPr/>
      </dsp:nvSpPr>
      <dsp:spPr>
        <a:xfrm>
          <a:off x="8394423" y="257613"/>
          <a:ext cx="1990125" cy="199012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391451-0598-40AA-AAC5-680F92EE4395}">
      <dsp:nvSpPr>
        <dsp:cNvPr id="0" name=""/>
        <dsp:cNvSpPr/>
      </dsp:nvSpPr>
      <dsp:spPr>
        <a:xfrm>
          <a:off x="8818548" y="681738"/>
          <a:ext cx="1141875" cy="11418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1A8FB-F9C7-45F5-9532-97C8741850AB}">
      <dsp:nvSpPr>
        <dsp:cNvPr id="0" name=""/>
        <dsp:cNvSpPr/>
      </dsp:nvSpPr>
      <dsp:spPr>
        <a:xfrm>
          <a:off x="7758236" y="2867613"/>
          <a:ext cx="3262500" cy="101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b="1" kern="1200"/>
            <a:t>Data Migration of Unstructured Records</a:t>
          </a:r>
          <a:endParaRPr lang="en-US" sz="2400" kern="1200"/>
        </a:p>
      </dsp:txBody>
      <dsp:txXfrm>
        <a:off x="7758236" y="2867613"/>
        <a:ext cx="3262500" cy="10125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Cases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refrence</a:t>
          </a:r>
          <a:endParaRPr lang="en-US" sz="1800" b="1" kern="1200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71663B-7E15-48DF-91B6-924B36FCD5FB}">
      <dsp:nvSpPr>
        <dsp:cNvPr id="0" name=""/>
        <dsp:cNvSpPr/>
      </dsp:nvSpPr>
      <dsp:spPr>
        <a:xfrm>
          <a:off x="0" y="0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Functional Testing</a:t>
          </a:r>
        </a:p>
      </dsp:txBody>
      <dsp:txXfrm>
        <a:off x="23803" y="23803"/>
        <a:ext cx="7188704" cy="765098"/>
      </dsp:txXfrm>
    </dsp:sp>
    <dsp:sp modelId="{E6B87570-7262-4566-927B-E268285054E6}">
      <dsp:nvSpPr>
        <dsp:cNvPr id="0" name=""/>
        <dsp:cNvSpPr/>
      </dsp:nvSpPr>
      <dsp:spPr>
        <a:xfrm>
          <a:off x="681251" y="960469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Integration Testing</a:t>
          </a:r>
        </a:p>
      </dsp:txBody>
      <dsp:txXfrm>
        <a:off x="705054" y="984272"/>
        <a:ext cx="6877233" cy="765098"/>
      </dsp:txXfrm>
    </dsp:sp>
    <dsp:sp modelId="{EC6B09D9-5068-47AE-82CC-2E6B365FB97E}">
      <dsp:nvSpPr>
        <dsp:cNvPr id="0" name=""/>
        <dsp:cNvSpPr/>
      </dsp:nvSpPr>
      <dsp:spPr>
        <a:xfrm>
          <a:off x="1352335" y="1920938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System Testing</a:t>
          </a:r>
        </a:p>
      </dsp:txBody>
      <dsp:txXfrm>
        <a:off x="1376138" y="1944741"/>
        <a:ext cx="6887401" cy="765098"/>
      </dsp:txXfrm>
    </dsp:sp>
    <dsp:sp modelId="{1FCF5E0A-DC5A-4E13-A4A6-9F0529A8627E}">
      <dsp:nvSpPr>
        <dsp:cNvPr id="0" name=""/>
        <dsp:cNvSpPr/>
      </dsp:nvSpPr>
      <dsp:spPr>
        <a:xfrm>
          <a:off x="2033587" y="2881407"/>
          <a:ext cx="8134349" cy="81270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User Acceptance Testing</a:t>
          </a:r>
        </a:p>
      </dsp:txBody>
      <dsp:txXfrm>
        <a:off x="2057390" y="2905210"/>
        <a:ext cx="6877233" cy="765098"/>
      </dsp:txXfrm>
    </dsp:sp>
    <dsp:sp modelId="{A7F6081E-41B2-46C9-BBA9-67D5E1FBB64D}">
      <dsp:nvSpPr>
        <dsp:cNvPr id="0" name=""/>
        <dsp:cNvSpPr/>
      </dsp:nvSpPr>
      <dsp:spPr>
        <a:xfrm>
          <a:off x="7606091" y="622457"/>
          <a:ext cx="528258" cy="528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724949" y="622457"/>
        <a:ext cx="290542" cy="397514"/>
      </dsp:txXfrm>
    </dsp:sp>
    <dsp:sp modelId="{817631D7-288D-4596-8CDD-9EFDC9108D3A}">
      <dsp:nvSpPr>
        <dsp:cNvPr id="0" name=""/>
        <dsp:cNvSpPr/>
      </dsp:nvSpPr>
      <dsp:spPr>
        <a:xfrm>
          <a:off x="8287343" y="1582926"/>
          <a:ext cx="528258" cy="528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406201" y="1582926"/>
        <a:ext cx="290542" cy="397514"/>
      </dsp:txXfrm>
    </dsp:sp>
    <dsp:sp modelId="{8D8EA8B9-AD5F-4D7D-993A-B6C4AF313913}">
      <dsp:nvSpPr>
        <dsp:cNvPr id="0" name=""/>
        <dsp:cNvSpPr/>
      </dsp:nvSpPr>
      <dsp:spPr>
        <a:xfrm>
          <a:off x="8958427" y="2543396"/>
          <a:ext cx="528258" cy="52825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077285" y="2543396"/>
        <a:ext cx="290542" cy="39751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Cases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refrence</a:t>
          </a:r>
          <a:endParaRPr lang="en-US" sz="1800" b="1" kern="1200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</a:t>
          </a:r>
          <a:r>
            <a:rPr lang="en-US" sz="1800" b="1" kern="1200" err="1">
              <a:latin typeface="Avenir Next LT Pro"/>
            </a:rPr>
            <a:t>refrence</a:t>
          </a:r>
          <a:endParaRPr lang="en-US" sz="1800" b="1" kern="1200" err="1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C6F8F9-172B-423A-A893-C8F2E649EA02}">
      <dsp:nvSpPr>
        <dsp:cNvPr id="0" name=""/>
        <dsp:cNvSpPr/>
      </dsp:nvSpPr>
      <dsp:spPr>
        <a:xfrm>
          <a:off x="2882" y="0"/>
          <a:ext cx="2565119" cy="564110"/>
        </a:xfrm>
        <a:prstGeom prst="chevron">
          <a:avLst/>
        </a:prstGeom>
        <a:solidFill>
          <a:schemeClr val="accent3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>
              <a:latin typeface="Avenir Next LT Pro"/>
            </a:rPr>
            <a:t>Design Our Testing</a:t>
          </a:r>
          <a:endParaRPr lang="en-US" sz="1600" b="1" kern="1200"/>
        </a:p>
      </dsp:txBody>
      <dsp:txXfrm>
        <a:off x="284937" y="0"/>
        <a:ext cx="2001009" cy="564110"/>
      </dsp:txXfrm>
    </dsp:sp>
    <dsp:sp modelId="{4CEB06B8-A508-4434-8C62-30217F46CC31}">
      <dsp:nvSpPr>
        <dsp:cNvPr id="0" name=""/>
        <dsp:cNvSpPr/>
      </dsp:nvSpPr>
      <dsp:spPr>
        <a:xfrm>
          <a:off x="2311489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Test Plan</a:t>
          </a:r>
          <a:endParaRPr lang="en-US" sz="1800" b="1" kern="1200"/>
        </a:p>
      </dsp:txBody>
      <dsp:txXfrm>
        <a:off x="2593544" y="0"/>
        <a:ext cx="2001009" cy="564110"/>
      </dsp:txXfrm>
    </dsp:sp>
    <dsp:sp modelId="{5DA68191-717F-4A1D-8B1A-6D92FC499195}">
      <dsp:nvSpPr>
        <dsp:cNvPr id="0" name=""/>
        <dsp:cNvSpPr/>
      </dsp:nvSpPr>
      <dsp:spPr>
        <a:xfrm>
          <a:off x="4620096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Use Case</a:t>
          </a:r>
        </a:p>
      </dsp:txBody>
      <dsp:txXfrm>
        <a:off x="4902151" y="0"/>
        <a:ext cx="2001009" cy="564110"/>
      </dsp:txXfrm>
    </dsp:sp>
    <dsp:sp modelId="{FD126D64-A2A3-4EF4-830B-2614551B6C8A}">
      <dsp:nvSpPr>
        <dsp:cNvPr id="0" name=""/>
        <dsp:cNvSpPr/>
      </dsp:nvSpPr>
      <dsp:spPr>
        <a:xfrm>
          <a:off x="6928704" y="0"/>
          <a:ext cx="2565119" cy="564110"/>
        </a:xfrm>
        <a:prstGeom prst="chevron">
          <a:avLst/>
        </a:prstGeom>
        <a:solidFill>
          <a:schemeClr val="accent3">
            <a:shade val="50000"/>
            <a:hueOff val="-574783"/>
            <a:satOff val="-56352"/>
            <a:lumOff val="426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latin typeface="Avenir Next LT Pro"/>
            </a:rPr>
            <a:t>Citation &amp; Reference</a:t>
          </a:r>
          <a:endParaRPr lang="en-US" sz="1800" b="1" kern="1200"/>
        </a:p>
      </dsp:txBody>
      <dsp:txXfrm>
        <a:off x="7210759" y="0"/>
        <a:ext cx="2001009" cy="564110"/>
      </dsp:txXfrm>
    </dsp:sp>
    <dsp:sp modelId="{FDF16591-4C1A-4854-8C8E-169806E9BF79}">
      <dsp:nvSpPr>
        <dsp:cNvPr id="0" name=""/>
        <dsp:cNvSpPr/>
      </dsp:nvSpPr>
      <dsp:spPr>
        <a:xfrm>
          <a:off x="9237311" y="0"/>
          <a:ext cx="2565119" cy="564110"/>
        </a:xfrm>
        <a:prstGeom prst="chevron">
          <a:avLst/>
        </a:prstGeom>
        <a:solidFill>
          <a:schemeClr val="accent3">
            <a:shade val="50000"/>
            <a:hueOff val="-287392"/>
            <a:satOff val="-28176"/>
            <a:lumOff val="213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Avenir Next LT Pro"/>
          </a:endParaRPr>
        </a:p>
      </dsp:txBody>
      <dsp:txXfrm>
        <a:off x="9519366" y="0"/>
        <a:ext cx="2001009" cy="564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D8FEAE-AAAC-4731-DF62-F9D024D051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666CD1-42B7-0FCE-3D09-D46941F5FF9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4A57C-DF46-4372-8FB5-ADB173E1DEB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5F9AB-357F-F38C-EAB0-A8271B3BD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053527-AC39-7AB5-22B2-32D52838F9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2F9C4-56E3-43BC-8109-90297595E7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4114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99EF1-A9A1-0142-A435-D6CF67BE6D8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17D8E3-4DED-884B-B60B-A5855D3C8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92881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>
          <a:extLst>
            <a:ext uri="{FF2B5EF4-FFF2-40B4-BE49-F238E27FC236}">
              <a16:creationId xmlns:a16="http://schemas.microsoft.com/office/drawing/2014/main" id="{73C10435-811E-C85F-D53C-3A6B86F29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>
            <a:extLst>
              <a:ext uri="{FF2B5EF4-FFF2-40B4-BE49-F238E27FC236}">
                <a16:creationId xmlns:a16="http://schemas.microsoft.com/office/drawing/2014/main" id="{5861728A-B875-B3C1-0B14-702F736C5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1:notes">
            <a:extLst>
              <a:ext uri="{FF2B5EF4-FFF2-40B4-BE49-F238E27FC236}">
                <a16:creationId xmlns:a16="http://schemas.microsoft.com/office/drawing/2014/main" id="{3693A5B5-5591-E00A-3B8D-A7B2A621B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2881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>
          <a:extLst>
            <a:ext uri="{FF2B5EF4-FFF2-40B4-BE49-F238E27FC236}">
              <a16:creationId xmlns:a16="http://schemas.microsoft.com/office/drawing/2014/main" id="{BD851552-8A81-BCA0-1A73-482D8D66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11:notes">
            <a:extLst>
              <a:ext uri="{FF2B5EF4-FFF2-40B4-BE49-F238E27FC236}">
                <a16:creationId xmlns:a16="http://schemas.microsoft.com/office/drawing/2014/main" id="{1FD5F69C-93E8-E2B9-A30E-1E05E9EF58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1:notes">
            <a:extLst>
              <a:ext uri="{FF2B5EF4-FFF2-40B4-BE49-F238E27FC236}">
                <a16:creationId xmlns:a16="http://schemas.microsoft.com/office/drawing/2014/main" id="{4C8B437F-4CE5-A00A-5E67-36070F3A9C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030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0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400" cy="36003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27877675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594654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57846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727513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91880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808089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503062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452484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01843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82127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327472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097" t="73191" r="26779"/>
          <a:stretch/>
        </p:blipFill>
        <p:spPr>
          <a:xfrm>
            <a:off x="5956300" y="-2875"/>
            <a:ext cx="2400300" cy="7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890886"/>
            <a:ext cx="46863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0" y="2489201"/>
            <a:ext cx="46863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9603185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5971650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C2701-4420-72DC-D9FF-898684F729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696297-FA0A-C43E-7108-817161C6E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60C57-4A3B-2719-81CA-09B73DA66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C47A-F876-ED35-DAE5-3572E811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924CA-7BF3-D294-A28C-08A9A060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658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A5C8A-0B8F-489F-EE46-BC751895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B6E7A-928B-AFFC-58EB-DDF90F805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2C910-FE19-34A9-89EC-61EEDA4E4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EFA6F-EE9F-1222-61BB-6CA64CF7F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23EB0-73EB-A669-40D8-A7BDD08F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51356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1FFF6-7C3E-B82E-BAD3-3DE14A8ED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0A6E4-035E-A278-7C29-F7C19E8BA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13EDC-550D-793C-1A85-3455C9C4C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158A0-98A6-F425-07F8-AD2416B3E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59031-28CA-0A3A-FA4D-0C74C339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1745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A442C-E7A1-4B84-D829-7CCFAC8C6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7A649-0420-A710-F725-C76CCE0D6C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FD3817-238F-3DE7-81A5-734A9291E7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70E521-970C-0A16-339D-01F543C2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00133-5DFD-4E8F-78F2-20C8E60D5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ABD90-E5A5-8AFE-AF68-645F771A0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90055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AE022-1263-0F86-3BCE-C134CAA1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5018F2-F8CE-4B78-5B33-7B7C6A5CD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CAB54-FA9D-256B-6B70-DB2FF3755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68D39D-2C9E-8BEC-F41A-E542FDBE8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114F0C-49C8-852E-937E-1CED58824D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36C534-DF33-C872-B51D-C6C81045C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48419-26EC-1F6C-06ED-4FEDEEA9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8E161C-F9A4-9A91-4F1C-965605687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5787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F527-C9C4-3AE9-1AB6-0A92543C6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A292B-FD17-3482-0ADF-55B3DEAB1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C4CFF4-32C3-E17B-C4D7-7A0CF58D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2BFF3-9C13-EF99-0729-5CAD7C9A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7469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F96DED-A25F-6860-FA29-8B5A8C881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70275C-7907-9F15-85B5-70FBD7271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1B68D-9337-DF5E-FDE3-D260CF6E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1992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E3C2B-45CE-B511-13E2-9DAE79A84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0148-A2A9-0799-F4F7-18017CE84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FFB31A-DA89-95E7-AB08-ECC256F19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A7533F-7C4E-022F-1503-9303E85D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0BDBA-F83C-B51D-3180-D13C4E39E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3C8B5-4C34-EC01-EB6E-5BF3EB0D2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6525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A3A86-0B7B-9417-206C-8023301A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FAB53F-53C6-9A50-564C-B9B09AEED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ADB9C-BE4B-90D1-43B5-0B304E9FB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02F0E-CB70-B6CB-0280-2E396AB8B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C533A-08B0-58EA-9AD7-A3F8B324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6A372-BDCD-A7E2-5A4F-E62DC39F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73300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0EBD8-E926-E742-3B9A-FB7253CBC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7357F9-DC12-94D1-6A8F-A398E6061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E06DF-5858-0C46-6785-091247830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65DCB-E870-DEF5-349E-FB0C17002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E2825-6709-2936-5F16-188693E21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3812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190BBB-294E-EA0B-4584-034FA002C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E2A05C-F0E4-B4A7-DC39-EB2E7568F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83312-CA81-4776-9938-67381027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87C54-F5DE-248C-FC2C-5BB73F76D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72711-175A-0A82-C452-816AAB8F9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97528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C7F74-E65C-984E-FFFB-9873BF052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77072B-1A48-E8CC-BA32-C6C0F54A3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46E196-C6A3-D45C-AE7F-358CCC011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0C394-B57F-0355-CCFD-984B2FE1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E2EA4-D9C9-6654-B8BA-1C033886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569913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E867D-53A7-E375-1117-1A31A9D52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13F4-D2B2-F0E3-ECBA-F3DC31E9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8344E-33BD-ECDF-B54C-D24955940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3BA72-D85A-09D5-0600-DA0ADB549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2EF3A-9F15-3C46-FFFB-022261A7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5771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E438D-15AB-1384-01DA-DBC840025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5BF7F2-D1ED-7EA7-354A-565D52FF4E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E1DCA-88C9-4457-D10B-A94EB9AD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4F4D0-A1CD-2FEC-7FE5-3EFEA82E3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13ACB-3D51-C021-380A-422741CC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7330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998A7-CA9A-1FEB-D37F-86B06EC6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477CC-EB3F-8190-5A4C-65AE4E397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C5C47D-3BE5-48D2-EE39-FCF2318426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F493D8-52FD-639F-7179-FFC6FA0DD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C36B6A-9301-ABDB-03CF-23ADF7F07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E4F21-C24C-D131-6D7F-52B80594D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63194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4D842-A184-D34E-83A3-7939A51F2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8A4F-A689-1A7A-CAA8-4068B47FD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3E650-B706-5DEB-EE7A-90F3218CF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D9BED9-8399-658E-9C06-CE1A6A009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063B30-E962-04B2-019E-17B9C7A4E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8B6CFA-AA84-B957-4789-8CE9BB158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92B9A4-0BCD-4078-27F1-CE03080C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B652E3-0273-69D9-07C6-940891B92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0408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1E62D-DDB5-965C-61E2-C64BE73C9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61465-2D74-BA61-3A96-9F2CCD6A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54FB0-75C8-BAB0-E08F-5597C745F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BFBCC-94A9-E98E-22C3-CC3862648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72183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24318E-3FAE-E6CF-52C8-A5357EEE7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0A48F-0238-53D6-2204-E5B225E25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E8633-0444-E110-E633-38AC564DC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91953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3B09-7850-228A-25AC-33C768D9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4079-0291-2553-0325-367A18140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8713B-4F7B-73A8-AC88-08F4E4338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00650-DD85-EA5B-AC1C-BD0EA4C57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2F2E68-5EFE-4521-37C9-0D2D2A5F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C79F28-1FD0-F39C-054C-149BB573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79334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42600-E7F7-0A7C-3F48-7DC437608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D641E-C182-AA2F-BDCE-515CDD073D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BA398-7343-A78C-5E87-2861D8733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3B96A-4338-90F4-C630-4B1D3B913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99B5F-56F1-C929-633A-316982F9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0F7B3-C312-29B8-3DC6-506DD032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19652"/>
      </p:ext>
    </p:extLst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08239-20ED-83C2-5E94-937A1AD9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B3D5DE-5127-38D3-6E89-B9D722EC2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445D7-6DAD-B423-C661-09989B9F5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203D-59EC-5FB7-5C4E-181DE2DC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D749D-FD83-7F6C-FA44-FEFB6486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57545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73154B-5C96-2E9F-D96C-FB3E0FD93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5D171-DBA8-3F47-FB05-D4B0DD2C7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BFC7-FA2F-62E6-4063-B8016AC95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08E5F-665E-DCDF-E602-9A5066D3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BF30F-B402-482F-1090-52983BFFE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601395"/>
      </p:ext>
    </p:extLst>
  </p:cSld>
  <p:clrMapOvr>
    <a:masterClrMapping/>
  </p:clrMapOvr>
  <p:hf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 txBox="1">
            <a:spLocks noGrp="1"/>
          </p:cNvSpPr>
          <p:nvPr>
            <p:ph type="subTitle" idx="1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3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5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6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6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6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6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6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04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  <p:sldLayoutId id="2147483833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5914E-B12D-A7B0-5FD9-797382E1C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6845E-D9F9-8BDF-C840-02AB94A46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0E1BE-A7B7-ED17-1838-DBB3F46715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85862-84FD-CE9D-9FE7-4D23394472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53032-999A-FB0D-8D6A-9372F506D6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6A363-BB52-F847-9CC8-A14FBF3DB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94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822" r:id="rId4"/>
    <p:sldLayoutId id="2147483661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29900-2ACA-4B92-0E1A-06DA734F9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FEAE7-C0FC-3C7F-593D-72FA7D103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F4F41-5353-39BA-3414-85A2A531C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26262-21EF-79AE-4E83-5A1E4D0B1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A5C12F-C386-8200-06E7-EF5A40CF0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5B741-F039-A04D-81E9-C0DE6BA46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593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 idx="2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dt" idx="10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ftr" idx="11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13">
            <a:alphaModFix/>
          </a:blip>
          <a:srcRect r="22221" b="18227"/>
          <a:stretch/>
        </p:blipFill>
        <p:spPr>
          <a:xfrm>
            <a:off x="11070360" y="5676840"/>
            <a:ext cx="1121400" cy="1194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 rotWithShape="1">
          <a:blip r:embed="rId14">
            <a:alphaModFix/>
          </a:blip>
          <a:srcRect l="29670" t="64973" r="26778"/>
          <a:stretch/>
        </p:blipFill>
        <p:spPr>
          <a:xfrm>
            <a:off x="0" y="0"/>
            <a:ext cx="2044800" cy="9896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12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12" Type="http://schemas.openxmlformats.org/officeDocument/2006/relationships/image" Target="../media/image8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image" Target="../media/image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8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2.xml"/><Relationship Id="rId5" Type="http://schemas.openxmlformats.org/officeDocument/2006/relationships/diagramQuickStyle" Target="../diagrams/quickStyle12.xml"/><Relationship Id="rId4" Type="http://schemas.openxmlformats.org/officeDocument/2006/relationships/diagramLayout" Target="../diagrams/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25.png"/><Relationship Id="rId7" Type="http://schemas.openxmlformats.org/officeDocument/2006/relationships/diagramQuickStyle" Target="../diagrams/quickStyle13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10" Type="http://schemas.openxmlformats.org/officeDocument/2006/relationships/image" Target="../media/image8.png"/><Relationship Id="rId4" Type="http://schemas.openxmlformats.org/officeDocument/2006/relationships/image" Target="../media/image26.png"/><Relationship Id="rId9" Type="http://schemas.microsoft.com/office/2007/relationships/diagramDrawing" Target="../diagrams/drawing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8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8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8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8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8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diagramData" Target="../diagrams/data23.xml"/><Relationship Id="rId7" Type="http://schemas.microsoft.com/office/2007/relationships/diagramDrawing" Target="../diagrams/drawing23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3.xml"/><Relationship Id="rId5" Type="http://schemas.openxmlformats.org/officeDocument/2006/relationships/diagramQuickStyle" Target="../diagrams/quickStyle23.xml"/><Relationship Id="rId4" Type="http://schemas.openxmlformats.org/officeDocument/2006/relationships/diagramLayout" Target="../diagrams/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8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8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paypal.com/us/business" TargetMode="External"/><Relationship Id="rId3" Type="http://schemas.openxmlformats.org/officeDocument/2006/relationships/hyperlink" Target="https://www.bitrix24.com/" TargetMode="External"/><Relationship Id="rId7" Type="http://schemas.openxmlformats.org/officeDocument/2006/relationships/hyperlink" Target="https://www.microsoft.com/en-us/microsoft-365/business&#8203;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6" Type="http://schemas.openxmlformats.org/officeDocument/2006/relationships/hyperlink" Target="https://www.mysql.com/" TargetMode="External"/><Relationship Id="rId5" Type="http://schemas.openxmlformats.org/officeDocument/2006/relationships/hyperlink" Target="https://httpd.apache.org/" TargetMode="External"/><Relationship Id="rId4" Type="http://schemas.openxmlformats.org/officeDocument/2006/relationships/hyperlink" Target="https://www.dialpad.com/" TargetMode="External"/><Relationship Id="rId9" Type="http://schemas.openxmlformats.org/officeDocument/2006/relationships/image" Target="../media/image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120" y="0"/>
            <a:ext cx="5724323" cy="6858000"/>
          </a:xfrm>
          <a:prstGeom prst="rect">
            <a:avLst/>
          </a:prstGeom>
          <a:noFill/>
          <a:ln>
            <a:noFill/>
          </a:ln>
          <a:effectLst>
            <a:outerShdw dist="139498" dir="2700000">
              <a:srgbClr val="333333">
                <a:alpha val="64705"/>
              </a:srgbClr>
            </a:outerShdw>
          </a:effectLst>
        </p:spPr>
      </p:pic>
      <p:sp>
        <p:nvSpPr>
          <p:cNvPr id="292" name="Google Shape;292;p66"/>
          <p:cNvSpPr txBox="1"/>
          <p:nvPr/>
        </p:nvSpPr>
        <p:spPr>
          <a:xfrm>
            <a:off x="8075508" y="3659976"/>
            <a:ext cx="4141121" cy="156032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txBody>
          <a:bodyPr spcFirstLastPara="1" wrap="square" lIns="91425" tIns="45700" rIns="91425" bIns="45700" anchor="ctr" anchorCtr="0">
            <a:normAutofit fontScale="77500" lnSpcReduction="20000"/>
          </a:bodyPr>
          <a:lstStyle/>
          <a:p>
            <a:pPr algn="ctr">
              <a:lnSpc>
                <a:spcPct val="80000"/>
              </a:lnSpc>
            </a:pPr>
            <a:r>
              <a:rPr lang="en-US" sz="5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Tour Catchers LLC</a:t>
            </a:r>
            <a:endParaRPr lang="en-US" sz="5400" b="1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pPr algn="ctr">
              <a:lnSpc>
                <a:spcPct val="90000"/>
              </a:lnSpc>
            </a:pPr>
            <a:r>
              <a:rPr lang="en-US" sz="5400" b="1">
                <a:latin typeface="Calibri"/>
                <a:ea typeface="Calibri"/>
                <a:cs typeface="Calibri"/>
              </a:rPr>
              <a:t>Team  4</a:t>
            </a:r>
            <a:br>
              <a:rPr lang="en-US" sz="2800" i="0" u="none" strike="noStrike" cap="none"/>
            </a:br>
            <a:endParaRPr sz="2800" i="0" u="none" strike="noStrike" cap="none">
              <a:latin typeface="Arial"/>
              <a:ea typeface="Arial"/>
              <a:cs typeface="Arial"/>
            </a:endParaRPr>
          </a:p>
        </p:txBody>
      </p:sp>
      <p:pic>
        <p:nvPicPr>
          <p:cNvPr id="294" name="Google Shape;294;p66" descr="A close-up of a logo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10480" y="136440"/>
            <a:ext cx="3413520" cy="1002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040" y="6049800"/>
            <a:ext cx="739080" cy="8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2;p66">
            <a:extLst>
              <a:ext uri="{FF2B5EF4-FFF2-40B4-BE49-F238E27FC236}">
                <a16:creationId xmlns:a16="http://schemas.microsoft.com/office/drawing/2014/main" id="{078ADC92-41B1-9FF6-0A93-CB5D02EA5ADC}"/>
              </a:ext>
            </a:extLst>
          </p:cNvPr>
          <p:cNvSpPr txBox="1"/>
          <p:nvPr/>
        </p:nvSpPr>
        <p:spPr>
          <a:xfrm>
            <a:off x="6672013" y="1964350"/>
            <a:ext cx="5523943" cy="216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3200" b="1">
                <a:latin typeface="Calibri"/>
                <a:ea typeface="Calibri"/>
                <a:cs typeface="Calibri"/>
              </a:rPr>
              <a:t>IT 493 Assignment 7</a:t>
            </a:r>
            <a:endParaRPr lang="en-US"/>
          </a:p>
          <a:p>
            <a:r>
              <a:rPr lang="en-US" sz="3200" b="1">
                <a:latin typeface="Calibri"/>
                <a:ea typeface="Calibri"/>
                <a:cs typeface="Calibri"/>
              </a:rPr>
              <a:t> Test Plan with Test Script</a:t>
            </a:r>
          </a:p>
          <a:p>
            <a:r>
              <a:rPr lang="en-US" sz="3200" b="1">
                <a:latin typeface="Calibri"/>
                <a:ea typeface="Calibri"/>
                <a:cs typeface="Calibri"/>
              </a:rPr>
              <a:t>  Test plan &amp; Use Case</a:t>
            </a:r>
          </a:p>
          <a:p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3" name="Google Shape;293;p66">
            <a:extLst>
              <a:ext uri="{FF2B5EF4-FFF2-40B4-BE49-F238E27FC236}">
                <a16:creationId xmlns:a16="http://schemas.microsoft.com/office/drawing/2014/main" id="{F58443CC-A39D-ACFC-2032-1B9C923652B0}"/>
              </a:ext>
            </a:extLst>
          </p:cNvPr>
          <p:cNvSpPr txBox="1"/>
          <p:nvPr/>
        </p:nvSpPr>
        <p:spPr>
          <a:xfrm>
            <a:off x="10315308" y="5523407"/>
            <a:ext cx="2069124" cy="382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endParaRPr lang="en-US" sz="2400" b="0" i="0" u="none" strike="noStrike" cap="none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5F72A-FDF7-9AC4-AA0E-962CB63CF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48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people in suits&#10;&#10;AI-generated content may be incorrect.">
            <a:extLst>
              <a:ext uri="{FF2B5EF4-FFF2-40B4-BE49-F238E27FC236}">
                <a16:creationId xmlns:a16="http://schemas.microsoft.com/office/drawing/2014/main" id="{212608C9-52D2-6E5F-92AD-5945D60FE7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00971-5C91-B99D-8113-FAA764C96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8556" y="6492828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68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6F5A-69AB-F720-1975-6775D13F1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5400" b="1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410604-AB92-6D42-F114-25D30D71CB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5407562"/>
              </p:ext>
            </p:extLst>
          </p:nvPr>
        </p:nvGraphicFramePr>
        <p:xfrm>
          <a:off x="1274791" y="2011725"/>
          <a:ext cx="10168128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FF0740E-F509-F5C1-3FAD-375280625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3696C78-3409-41D6-A7F8-89EDE12D1879}" type="datetime1">
              <a:rPr lang="en-US"/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pic>
        <p:nvPicPr>
          <p:cNvPr id="17" name="Picture 16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ABB8E81-EABC-E57C-C401-BAA9315DDF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412802"/>
            <a:ext cx="12192000" cy="44684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6AE0F0-E6CB-C5C3-B459-8FEFCDB12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23" y="6492828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sz="1600" b="1" dirty="0">
                <a:solidFill>
                  <a:schemeClr val="bg1"/>
                </a:solidFill>
              </a:rPr>
              <a:t>3</a:t>
            </a:fld>
            <a:endParaRPr lang="en-US" sz="16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0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FC7A-477B-01A8-DE34-22CA17436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800" b="1"/>
              <a:t>Objective Of Our Test Plan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6B4CA21-AB8E-7ACB-21F0-016014C07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8191497"/>
              </p:ext>
            </p:extLst>
          </p:nvPr>
        </p:nvGraphicFramePr>
        <p:xfrm>
          <a:off x="1116013" y="2478088"/>
          <a:ext cx="10167937" cy="3694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0DE32-529C-1C02-1A67-3EB9D53E2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FD538FA-CAF7-4E03-BE73-3F436CA43886}" type="datetime1"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031C48FE-09EC-8760-DA52-E506FD1961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1526391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9" name="Picture 18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00315E87-36C5-7163-A5A2-85D2D82EB7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328023"/>
            <a:ext cx="12192000" cy="54988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259E86-00EE-0B3B-E8BC-67A3F3963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3512" y="6537163"/>
            <a:ext cx="586353" cy="339295"/>
          </a:xfrm>
        </p:spPr>
        <p:txBody>
          <a:bodyPr/>
          <a:lstStyle/>
          <a:p>
            <a:fld id="{A65A5C87-DF58-40C8-B092-1DE63DB4547E}" type="slidenum">
              <a:rPr lang="en-US" b="1" dirty="0">
                <a:solidFill>
                  <a:schemeClr val="bg1"/>
                </a:solidFill>
              </a:rPr>
              <a:t>4</a:t>
            </a:fld>
            <a:endParaRPr 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788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434A-AB2C-F86F-A4C3-572CB9A28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800" b="1"/>
              <a:t>In Scope Of Our Test Plan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CA37AF0-46AD-55A1-1E78-925647072E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072513"/>
              </p:ext>
            </p:extLst>
          </p:nvPr>
        </p:nvGraphicFramePr>
        <p:xfrm>
          <a:off x="263162" y="2129313"/>
          <a:ext cx="11201347" cy="39653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13A8A-DE41-C5BA-662F-85FC6A7F9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188C01F-6383-4A62-BE0D-D2F80CAE7DAA}" type="datetime1"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graphicFrame>
        <p:nvGraphicFramePr>
          <p:cNvPr id="45" name="Diagram 44">
            <a:extLst>
              <a:ext uri="{FF2B5EF4-FFF2-40B4-BE49-F238E27FC236}">
                <a16:creationId xmlns:a16="http://schemas.microsoft.com/office/drawing/2014/main" id="{4A3B9896-45EF-8455-A6D2-DFAF22447C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410608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4" name="Picture 2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BAE4695F-9A64-6985-243C-6DFA45C15E6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341160"/>
            <a:ext cx="12192000" cy="51704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BC8319-5B53-5A24-66EF-3D53E1D18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391" y="6413216"/>
            <a:ext cx="400335" cy="558468"/>
          </a:xfrm>
        </p:spPr>
        <p:txBody>
          <a:bodyPr/>
          <a:lstStyle/>
          <a:p>
            <a:fld id="{A65A5C87-DF58-40C8-B092-1DE63DB4547E}" type="slidenum">
              <a:rPr lang="en-US" sz="1400" b="1" dirty="0">
                <a:solidFill>
                  <a:srgbClr val="FFFFFF"/>
                </a:solidFill>
              </a:rPr>
              <a:t>5</a:t>
            </a:fld>
            <a:endParaRPr 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726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675F-9D86-0AB3-5771-15F1ED9ED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658" y="821595"/>
            <a:ext cx="10168128" cy="1213695"/>
          </a:xfrm>
        </p:spPr>
        <p:txBody>
          <a:bodyPr anchor="ctr">
            <a:normAutofit/>
          </a:bodyPr>
          <a:lstStyle/>
          <a:p>
            <a:r>
              <a:rPr lang="en-US" sz="4800" b="1"/>
              <a:t>Out Of Scope For Our Test Plan</a:t>
            </a:r>
            <a:endParaRPr lang="en-US" sz="4800"/>
          </a:p>
          <a:p>
            <a:endParaRPr lang="en-US" sz="48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9DFCD50-3F6B-4EF9-1E39-FD37B48BF4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910347"/>
              </p:ext>
            </p:extLst>
          </p:nvPr>
        </p:nvGraphicFramePr>
        <p:xfrm>
          <a:off x="569658" y="2159577"/>
          <a:ext cx="11112097" cy="4137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F044A-387D-3FC6-8A1F-737BE09B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DB6360E-5E7F-4E66-A281-C5FBD1BC57EE}" type="datetime1">
              <a:rPr lang="en-US"/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graphicFrame>
        <p:nvGraphicFramePr>
          <p:cNvPr id="36" name="Diagram 35">
            <a:extLst>
              <a:ext uri="{FF2B5EF4-FFF2-40B4-BE49-F238E27FC236}">
                <a16:creationId xmlns:a16="http://schemas.microsoft.com/office/drawing/2014/main" id="{FC36AD4A-EED7-37EB-C041-E7C20D1ACF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4186723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21" name="Picture 20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4E93D603-D293-AD12-92FC-EEFDE99BF86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308316"/>
            <a:ext cx="12192000" cy="55645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D9036-B0D8-1E6F-665B-9887102D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3391" y="6526947"/>
            <a:ext cx="434454" cy="342379"/>
          </a:xfrm>
        </p:spPr>
        <p:txBody>
          <a:bodyPr/>
          <a:lstStyle/>
          <a:p>
            <a:fld id="{A65A5C87-DF58-40C8-B092-1DE63DB4547E}" type="slidenum">
              <a:rPr lang="en-US" sz="1400" b="1" dirty="0">
                <a:solidFill>
                  <a:srgbClr val="FFFFFF"/>
                </a:solidFill>
              </a:rPr>
              <a:t>6</a:t>
            </a:fld>
            <a:endParaRPr 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635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F1FA8-0814-D078-847E-A98B5FCA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b="1"/>
              <a:t>Testing Methodology</a:t>
            </a:r>
            <a:endParaRPr lang="en-US"/>
          </a:p>
          <a:p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2042AFA-1603-0DA1-47C2-820415182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469257"/>
              </p:ext>
            </p:extLst>
          </p:nvPr>
        </p:nvGraphicFramePr>
        <p:xfrm>
          <a:off x="1116013" y="2478088"/>
          <a:ext cx="10167937" cy="3694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54F37-5377-ABBC-E37E-C647E36B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9C84041-B57D-40FD-85F5-FE6540EC1536}" type="datetime1">
              <a:rPr lang="en-US"/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graphicFrame>
        <p:nvGraphicFramePr>
          <p:cNvPr id="38" name="Diagram 37">
            <a:extLst>
              <a:ext uri="{FF2B5EF4-FFF2-40B4-BE49-F238E27FC236}">
                <a16:creationId xmlns:a16="http://schemas.microsoft.com/office/drawing/2014/main" id="{40A39D7B-1D09-5CA7-DDFE-6035E67F8E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9161888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19" name="Picture 18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77B29DE-95D2-B728-D3DC-8C0D0D54D24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6334591"/>
            <a:ext cx="12192000" cy="52361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586BC0-ABF4-B9DE-B34D-62B849F0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779" y="6663424"/>
            <a:ext cx="423081" cy="194529"/>
          </a:xfrm>
        </p:spPr>
        <p:txBody>
          <a:bodyPr/>
          <a:lstStyle/>
          <a:p>
            <a:fld id="{A65A5C87-DF58-40C8-B092-1DE63DB4547E}" type="slidenum">
              <a:rPr lang="en-US" sz="1400" dirty="0">
                <a:solidFill>
                  <a:schemeClr val="bg1"/>
                </a:solidFill>
              </a:rPr>
              <a:t>7</a:t>
            </a:fld>
            <a:endParaRPr 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968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2D611-301E-6823-0BB4-1FEA7AA2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Test Environment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5321F4-B540-47EB-2C05-654B84C53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59224" cy="652194"/>
          </a:xfr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2800" b="0">
                <a:ea typeface="+mn-lt"/>
                <a:cs typeface="+mn-lt"/>
              </a:rPr>
              <a:t>Sandbox Environment</a:t>
            </a:r>
            <a:endParaRPr lang="en-US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A3405-A759-6FE8-7A17-EE79CFD0B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042062"/>
            <a:ext cx="4971879" cy="3135584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A cloud-based replica used for integrated testing without risking live data.</a:t>
            </a:r>
            <a:endParaRPr lang="en-US"/>
          </a:p>
          <a:p>
            <a:r>
              <a:rPr lang="en-US"/>
              <a:t>Pos :</a:t>
            </a:r>
            <a:r>
              <a:rPr lang="en-US">
                <a:ea typeface="+mn-lt"/>
                <a:cs typeface="+mn-lt"/>
              </a:rPr>
              <a:t>Controlled setting; no disruption to current operations</a:t>
            </a:r>
          </a:p>
          <a:p>
            <a:r>
              <a:rPr lang="en-US">
                <a:ea typeface="+mn-lt"/>
                <a:cs typeface="+mn-lt"/>
              </a:rPr>
              <a:t>Cons: Requires stable internet; limited by third-party API constraints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8448F1-37FB-3695-5995-B031D12F7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5549506" cy="652194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2800" b="0">
                <a:ea typeface="+mn-lt"/>
                <a:cs typeface="+mn-lt"/>
              </a:rPr>
              <a:t>Local Development Environment</a:t>
            </a:r>
            <a:endParaRPr lang="en-US"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DD5E2A5-3FA9-72EF-F656-7489841ED9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6669" y="3031969"/>
            <a:ext cx="5538772" cy="3150961"/>
          </a:xfrm>
          <a:solidFill>
            <a:schemeClr val="tx2">
              <a:lumMod val="10000"/>
              <a:lumOff val="90000"/>
            </a:schemeClr>
          </a:solidFill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>
                <a:ea typeface="+mn-lt"/>
                <a:cs typeface="+mn-lt"/>
              </a:rPr>
              <a:t>Individual setups on each team member's machine for initial coding and module testing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Pros: Enables rapid setup and immediate feedback</a:t>
            </a:r>
          </a:p>
          <a:p>
            <a:r>
              <a:rPr lang="en-US">
                <a:ea typeface="+mn-lt"/>
                <a:cs typeface="+mn-lt"/>
              </a:rPr>
              <a:t>Cons: Inconsistent machine configurations, Lacks the full scope and connectivity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51261-E688-BB12-E979-8F39EB79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CB4CD-B46C-43E3-BBAE-CD51FD7D1A7C}" type="datetime1">
              <a:t>3/17/2026</a:t>
            </a:fld>
            <a:endParaRPr lang="en-US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17D7A4D-64F1-EBC1-E3D4-C009D9680C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5235309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B602937E-7144-CD2A-A407-16F1172BE6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328" y="6334591"/>
            <a:ext cx="12192000" cy="56302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2AF6B7E-2B39-A3EF-B46F-BFC94FE8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8286" y="6447336"/>
            <a:ext cx="559559" cy="490229"/>
          </a:xfrm>
        </p:spPr>
        <p:txBody>
          <a:bodyPr/>
          <a:lstStyle/>
          <a:p>
            <a:fld id="{A65A5C87-DF58-40C8-B092-1DE63DB4547E}" type="slidenum">
              <a:rPr lang="en-US" sz="1400" b="1" dirty="0">
                <a:solidFill>
                  <a:srgbClr val="FFFFFF"/>
                </a:solidFill>
              </a:rPr>
              <a:t>8</a:t>
            </a:fld>
            <a:endParaRPr lang="en-US" sz="14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9041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A57F-EEAF-B4DA-0BC5-762B7730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F15C9-11D4-7F3F-1649-AE42E95D7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5628326" cy="1168844"/>
          </a:xfrm>
        </p:spPr>
        <p:txBody>
          <a:bodyPr>
            <a:normAutofit/>
          </a:bodyPr>
          <a:lstStyle/>
          <a:p>
            <a:r>
              <a:rPr lang="en-US" b="1"/>
              <a:t>Test Equipment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B3D12-B9A5-E92B-CB72-1C7B96F7C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067471"/>
            <a:ext cx="4233114" cy="1014441"/>
          </a:xfrm>
          <a:solidFill>
            <a:schemeClr val="accent3">
              <a:lumMod val="75000"/>
            </a:schemeClr>
          </a:solidFill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Hardware Requirement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62EFB-B339-32F5-EC08-3B094DBA0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FFB1-6A47-47AA-A35F-AA59BCF875E2}" type="datetime1">
              <a:t>3/17/2026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111ADC-E335-7E14-44E0-6C56271298F1}"/>
              </a:ext>
            </a:extLst>
          </p:cNvPr>
          <p:cNvSpPr txBox="1">
            <a:spLocks/>
          </p:cNvSpPr>
          <p:nvPr/>
        </p:nvSpPr>
        <p:spPr>
          <a:xfrm>
            <a:off x="1117714" y="3091277"/>
            <a:ext cx="4222382" cy="2413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ea typeface="+mn-lt"/>
                <a:cs typeface="+mn-lt"/>
              </a:rPr>
              <a:t>Standard Laptops</a:t>
            </a:r>
          </a:p>
          <a:p>
            <a:r>
              <a:rPr lang="en-US" b="1">
                <a:ea typeface="+mn-lt"/>
                <a:cs typeface="+mn-lt"/>
              </a:rPr>
              <a:t>Mobile Devices</a:t>
            </a:r>
          </a:p>
          <a:p>
            <a:r>
              <a:rPr lang="en-US" b="1">
                <a:ea typeface="+mn-lt"/>
                <a:cs typeface="+mn-lt"/>
              </a:rPr>
              <a:t>Network Gateway &amp; Routers</a:t>
            </a:r>
            <a:endParaRPr lang="en-US" b="1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C064F41-41E7-0886-0D56-C6A6970F6A62}"/>
              </a:ext>
            </a:extLst>
          </p:cNvPr>
          <p:cNvSpPr txBox="1">
            <a:spLocks/>
          </p:cNvSpPr>
          <p:nvPr/>
        </p:nvSpPr>
        <p:spPr>
          <a:xfrm>
            <a:off x="6093220" y="2058885"/>
            <a:ext cx="4380965" cy="10144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/>
              <a:t>Software &amp; Framework</a:t>
            </a:r>
            <a:endParaRPr lang="en-US" sz="30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30DE912-11EC-258A-4AF4-9E95665A1C64}"/>
              </a:ext>
            </a:extLst>
          </p:cNvPr>
          <p:cNvSpPr txBox="1">
            <a:spLocks/>
          </p:cNvSpPr>
          <p:nvPr/>
        </p:nvSpPr>
        <p:spPr>
          <a:xfrm>
            <a:off x="6097545" y="3069172"/>
            <a:ext cx="4369591" cy="24304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>
                <a:ea typeface="+mn-lt"/>
                <a:cs typeface="+mn-lt"/>
              </a:rPr>
              <a:t>Microsoft Excel</a:t>
            </a:r>
          </a:p>
          <a:p>
            <a:r>
              <a:rPr lang="en-US" sz="2600" b="1">
                <a:ea typeface="+mn-lt"/>
                <a:cs typeface="+mn-lt"/>
              </a:rPr>
              <a:t>API Testing Tools</a:t>
            </a:r>
          </a:p>
          <a:p>
            <a:r>
              <a:rPr lang="en-US" sz="2600" b="1">
                <a:ea typeface="+mn-lt"/>
                <a:cs typeface="+mn-lt"/>
              </a:rPr>
              <a:t>Bitrix24 and Dialpad AI Cloud Platforms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40BDC99-8789-5DC3-C670-A74F0692CF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188900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" name="Picture 14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8C8BA1D-CCC4-D473-FF78-F739963CA6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334591"/>
            <a:ext cx="12192000" cy="52361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8DB560C-27D6-3C0B-081F-DF2382232F2D}"/>
              </a:ext>
            </a:extLst>
          </p:cNvPr>
          <p:cNvSpPr txBox="1"/>
          <p:nvPr/>
        </p:nvSpPr>
        <p:spPr>
          <a:xfrm>
            <a:off x="11797860" y="6450724"/>
            <a:ext cx="35472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baseline="0">
                <a:solidFill>
                  <a:schemeClr val="bg1"/>
                </a:solidFill>
                <a:latin typeface="Avenir Next LT Pro"/>
              </a:rPr>
              <a:t>9</a:t>
            </a:r>
            <a:r>
              <a:rPr sz="1200" b="1">
                <a:solidFill>
                  <a:schemeClr val="bg1"/>
                </a:solidFill>
                <a:latin typeface="Avenir Next LT Pro"/>
                <a:ea typeface="Avenir Next LT Pro"/>
                <a:cs typeface="Avenir Next LT Pro"/>
              </a:rPr>
              <a:t>​</a:t>
            </a:r>
            <a:endParaRPr lang="en-US" b="1">
              <a:solidFill>
                <a:schemeClr val="bg1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51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B558E1-087F-FFDE-DEC3-7F1D66617B42}"/>
              </a:ext>
            </a:extLst>
          </p:cNvPr>
          <p:cNvSpPr txBox="1"/>
          <p:nvPr/>
        </p:nvSpPr>
        <p:spPr>
          <a:xfrm>
            <a:off x="1115568" y="548640"/>
            <a:ext cx="10168128" cy="117957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latin typeface="+mj-lt"/>
                <a:ea typeface="+mj-ea"/>
                <a:cs typeface="+mj-cs"/>
              </a:rPr>
              <a:t>Test Plan 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5AF4C52-1B9B-697A-8F2A-781A6F3A45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1074" y="2245550"/>
            <a:ext cx="10537184" cy="392665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F3D32-300C-A1C8-DB8A-17FD7305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F60F811-8B40-45EB-8820-92EBDE0A0110}" type="datetime1">
              <a:rPr lang="en-US"/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61C1E6F0-6E1B-A6E2-197D-DCA6A0C6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DE352126-B8D7-8A8A-10CC-D375254649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8055265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7BFF6DFF-3E03-1BDE-081A-CC3929CD3F9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853" t="-73225" r="853" b="73225"/>
          <a:stretch>
            <a:fillRect/>
          </a:stretch>
        </p:blipFill>
        <p:spPr>
          <a:xfrm>
            <a:off x="0" y="4846695"/>
            <a:ext cx="12192012" cy="2011512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6516DC8-026B-65DC-35C5-F1786D03799C}"/>
              </a:ext>
            </a:extLst>
          </p:cNvPr>
          <p:cNvSpPr txBox="1"/>
          <p:nvPr/>
        </p:nvSpPr>
        <p:spPr>
          <a:xfrm>
            <a:off x="11807952" y="6531864"/>
            <a:ext cx="59131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baseline="0">
                <a:solidFill>
                  <a:srgbClr val="FFFFFF"/>
                </a:solidFill>
                <a:latin typeface="Avenir Next LT Pro"/>
              </a:rPr>
              <a:t>9​</a:t>
            </a:r>
            <a:r>
              <a:rPr sz="1200" b="0" i="0">
                <a:solidFill>
                  <a:srgbClr val="000000"/>
                </a:solidFill>
                <a:latin typeface="Avenir Next LT Pro"/>
                <a:ea typeface="Avenir Next LT Pro"/>
                <a:cs typeface="Avenir Next LT Pro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35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46F8-56CC-1734-9EA7-62EE0C85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Test Plan  </a:t>
            </a:r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B920F-2BA8-BD1D-7571-8533B0B50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30617-EC0B-4AB7-84DF-8B5CAF49ADEF}" type="datetime1">
              <a:rPr lang="en-US"/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1A841-E0ED-D296-2676-1883B9774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11</a:t>
            </a:fld>
            <a:endParaRPr lang="en-US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2EBAF795-B767-60DB-0EDF-234F44579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59" y="1298874"/>
            <a:ext cx="3485665" cy="4460283"/>
          </a:xfrm>
          <a:prstGeom prst="rect">
            <a:avLst/>
          </a:prstGeom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BFA51A8E-D166-358C-F28F-3B8F3432D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672" y="-230092"/>
            <a:ext cx="3479348" cy="4631851"/>
          </a:xfrm>
          <a:prstGeom prst="rect">
            <a:avLst/>
          </a:prstGeom>
        </p:spPr>
      </p:pic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96423222-256D-1215-6F54-21D16BA98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290" y="1298795"/>
            <a:ext cx="3257976" cy="4634269"/>
          </a:xfrm>
          <a:prstGeom prst="rect">
            <a:avLst/>
          </a:prstGeom>
        </p:spPr>
      </p:pic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23A022A5-AD4E-7A4B-FB86-5E5379B7C8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8512560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6" name="Picture 15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307178C6-634C-9190-A003-C49B412948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6189811"/>
            <a:ext cx="12192000" cy="69277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994294E-E9DA-14F1-7C36-B8173742D96F}"/>
              </a:ext>
            </a:extLst>
          </p:cNvPr>
          <p:cNvSpPr txBox="1"/>
          <p:nvPr/>
        </p:nvSpPr>
        <p:spPr>
          <a:xfrm>
            <a:off x="11631168" y="6586728"/>
            <a:ext cx="676656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74048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62BD-129B-35D7-05A6-1727B4D24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 shot of a chart&#10;&#10;AI-generated content may be incorrect.">
            <a:extLst>
              <a:ext uri="{FF2B5EF4-FFF2-40B4-BE49-F238E27FC236}">
                <a16:creationId xmlns:a16="http://schemas.microsoft.com/office/drawing/2014/main" id="{51F60FDC-7323-DB78-4310-45B441867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710" y="1319420"/>
            <a:ext cx="10418223" cy="488540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13E62-C1BC-E682-08BA-042B7A49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F60F811-8B40-45EB-8820-92EBDE0A0110}" type="datetime1">
              <a:rPr lang="en-US"/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C78076-713E-AC52-6D82-0D1B55A56046}"/>
              </a:ext>
            </a:extLst>
          </p:cNvPr>
          <p:cNvSpPr txBox="1"/>
          <p:nvPr/>
        </p:nvSpPr>
        <p:spPr>
          <a:xfrm>
            <a:off x="967716" y="616879"/>
            <a:ext cx="3708189" cy="79289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latin typeface="+mj-lt"/>
                <a:ea typeface="+mj-ea"/>
                <a:cs typeface="+mj-cs"/>
              </a:rPr>
              <a:t>Test Plan 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441A120C-D35B-0C85-DB47-72230CBB8E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4707531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5D76C3C5-98A9-268E-247B-942300900D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68902"/>
            <a:ext cx="12192000" cy="58930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27C71E-9684-3DA8-9F53-8D09A228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12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900BD2-E72F-382C-1293-8FB459E1765E}"/>
              </a:ext>
            </a:extLst>
          </p:cNvPr>
          <p:cNvSpPr txBox="1"/>
          <p:nvPr/>
        </p:nvSpPr>
        <p:spPr>
          <a:xfrm>
            <a:off x="11581086" y="6444155"/>
            <a:ext cx="840828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11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81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4B0BE-DF68-AF73-34EF-904BAD90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3B84F6A7-19B3-4E21-12E6-3AA8F88224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3388" y="1412671"/>
            <a:ext cx="9817887" cy="4417429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7D2CF-DF9D-BF4F-D9C6-048BD220B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F60F811-8B40-45EB-8820-92EBDE0A0110}" type="datetime1">
              <a:rPr lang="en-US"/>
              <a:pPr>
                <a:spcAft>
                  <a:spcPts val="600"/>
                </a:spcAft>
              </a:pPr>
              <a:t>3/17/2026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E615B-EFE2-9810-C7F4-968AA3D09F51}"/>
              </a:ext>
            </a:extLst>
          </p:cNvPr>
          <p:cNvSpPr txBox="1"/>
          <p:nvPr/>
        </p:nvSpPr>
        <p:spPr>
          <a:xfrm>
            <a:off x="1115568" y="400789"/>
            <a:ext cx="2752845" cy="1190949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>
                <a:latin typeface="+mj-lt"/>
                <a:ea typeface="+mj-ea"/>
                <a:cs typeface="+mj-cs"/>
              </a:rPr>
              <a:t>Test Plan 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0C7E2BA-E841-349C-49A0-8C0C3CBCEB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3745174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" name="Picture 12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05F392DC-05C2-9D07-EF76-F2A43F191E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55764"/>
            <a:ext cx="12192000" cy="60244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6896C9-D253-67F5-47AC-02E89E508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13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347B64-1434-136E-99FF-4E636A8FE23F}"/>
              </a:ext>
            </a:extLst>
          </p:cNvPr>
          <p:cNvSpPr txBox="1"/>
          <p:nvPr/>
        </p:nvSpPr>
        <p:spPr>
          <a:xfrm>
            <a:off x="11535103" y="6444155"/>
            <a:ext cx="538656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FFFF"/>
                </a:solidFill>
              </a:rPr>
              <a:t>12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09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073B6-F4EC-2A30-A8FA-DFCB4EBD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867" y="555195"/>
            <a:ext cx="10168128" cy="947101"/>
          </a:xfrm>
        </p:spPr>
        <p:txBody>
          <a:bodyPr/>
          <a:lstStyle/>
          <a:p>
            <a:r>
              <a:rPr lang="en-US" b="1"/>
              <a:t>Section 2 Use Case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21187-6DA0-4FD5-92B3-DA21BA5A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CA66D-FBC1-4E56-871A-0A12DBD20542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B6A6C-CC98-B8CC-82BA-F3A72D0C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14</a:t>
            </a:fld>
            <a:endParaRPr lang="en-US"/>
          </a:p>
        </p:txBody>
      </p:sp>
      <p:pic>
        <p:nvPicPr>
          <p:cNvPr id="10" name="Picture 9" descr="A diagram of a application system&#10;&#10;AI-generated content may be incorrect.">
            <a:extLst>
              <a:ext uri="{FF2B5EF4-FFF2-40B4-BE49-F238E27FC236}">
                <a16:creationId xmlns:a16="http://schemas.microsoft.com/office/drawing/2014/main" id="{6493D436-3ED7-58FC-8331-1ED0E9C53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121" y="1350697"/>
            <a:ext cx="9153734" cy="4662022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C877D6F9-C366-1818-B8B2-361C357162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452769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C0FFBF2E-4AE5-3F4E-A1C3-619FB5E5D9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249195"/>
            <a:ext cx="12192000" cy="60901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75FF9F8-03A8-1A84-8131-CECDA949170A}"/>
              </a:ext>
            </a:extLst>
          </p:cNvPr>
          <p:cNvSpPr txBox="1"/>
          <p:nvPr/>
        </p:nvSpPr>
        <p:spPr>
          <a:xfrm>
            <a:off x="11640207" y="6444155"/>
            <a:ext cx="1392621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solidFill>
                  <a:srgbClr val="FFFFFF"/>
                </a:solidFill>
                <a:latin typeface="Avenir Next LT Pro"/>
              </a:rPr>
              <a:t>13</a:t>
            </a:r>
            <a:endParaRPr lang="en-US" sz="1200" b="1">
              <a:solidFill>
                <a:srgbClr val="FFFFFF"/>
              </a:solidFill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04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5307-D7DC-F519-326B-8B6937A6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D805D-79E9-B91B-8F2E-4AB59357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6229340" cy="1168844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Web Booking Application</a:t>
            </a:r>
            <a:endParaRPr lang="en-US" b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AB6590D-A70F-BB8F-DD6E-1F03067DC8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4203965"/>
              </p:ext>
            </p:extLst>
          </p:nvPr>
        </p:nvGraphicFramePr>
        <p:xfrm>
          <a:off x="602776" y="1705970"/>
          <a:ext cx="10952331" cy="4522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0731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8171600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baseline="0" noProof="0">
                          <a:solidFill>
                            <a:schemeClr val="tx1"/>
                          </a:solidFill>
                          <a:latin typeface="Avenir Next LT Pro"/>
                        </a:rPr>
                        <a:t>Submit Online Booking</a:t>
                      </a:r>
                      <a:endParaRPr lang="en-US" sz="28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has a stable internet connection and is on the official website.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  <a:endParaRPr lang="en-US" sz="2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selects a tour package and a specific travel date.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system queries the database to verify real-time availability.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enters their personal details and payment information.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system authorizes the payment through the Stripe/PayPal gateway.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system updates the inventory count in the CRM and displays a "Success" page with a confirmation receipt.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BAF26-E283-6A2C-31CA-EF9C5E442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98E02-BA72-3494-D256-74C7DF9C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F87CC17-1C91-69B8-FE18-596953E957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768415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DAF74F8F-236E-A134-D62A-CD4457EC63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9992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D316-C3C1-5BF0-70DD-BC4338C55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AE238-8495-9722-AC33-9EFF9E824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6229340" cy="1168844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Web Booking Application</a:t>
            </a:r>
            <a:endParaRPr lang="en-US" b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F695E2D-45B9-67A1-6770-66FCF4F8C7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1439783"/>
              </p:ext>
            </p:extLst>
          </p:nvPr>
        </p:nvGraphicFramePr>
        <p:xfrm>
          <a:off x="602776" y="1705970"/>
          <a:ext cx="10952329" cy="4714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2477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8529852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0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Modify Existing Booking</a:t>
                      </a:r>
                      <a:endParaRPr lang="en-US" b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Customer, Admin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>
                          <a:latin typeface="Calibri"/>
                          <a:ea typeface="Calibri"/>
                          <a:cs typeface="Calibri"/>
                        </a:rPr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has a valid, existing booking ID in the system.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is within the allowed modification window (e.g., 48 hours before departure)</a:t>
                      </a:r>
                      <a:endParaRPr lang="en-US" sz="18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  <a:endParaRPr lang="en-US" sz="18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accesses their reservation through the "Manage Booking" portal. </a:t>
                      </a:r>
                      <a:endParaRPr lang="en-US" sz="18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selects a new travel date or updates personal details. </a:t>
                      </a:r>
                      <a:endParaRPr lang="en-US" sz="18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system checks </a:t>
                      </a:r>
                      <a:r>
                        <a:rPr lang="en-US" sz="18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Bitrix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CRM for real-time availability on the new requested date. </a:t>
                      </a:r>
                      <a:endParaRPr lang="en-US" sz="18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system updates the reservation details and sends a revised confirmation email. </a:t>
                      </a:r>
                      <a:endParaRPr lang="en-US" sz="18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inventory is adjusted in the CRM (returning the old spot and reserving the new one)</a:t>
                      </a:r>
                      <a:endParaRPr lang="en-US" sz="18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FBDFF-0867-BE4B-EE3F-DFD55406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11070-FEF6-7CB6-AD4E-CE22AED9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16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6678E9F-47DB-57AE-3E1D-78B364DB9A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9159769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9353D15-7D4D-092D-6FB0-A7C77E9054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80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81AD-801B-4CD0-2943-28E576E59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D0C5-4025-9085-5625-0892EBAA8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6422683" cy="1168844"/>
          </a:xfrm>
        </p:spPr>
        <p:txBody>
          <a:bodyPr>
            <a:normAutofit fontScale="90000"/>
          </a:bodyPr>
          <a:lstStyle/>
          <a:p>
            <a:r>
              <a:rPr lang="en-US" b="1">
                <a:ea typeface="+mj-lt"/>
                <a:cs typeface="+mj-lt"/>
              </a:rPr>
              <a:t>Web Booking Application</a:t>
            </a:r>
            <a:endParaRPr lang="en-US" b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E04F5DD-AA63-5528-956C-8DCD87CFED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193349"/>
              </p:ext>
            </p:extLst>
          </p:nvPr>
        </p:nvGraphicFramePr>
        <p:xfrm>
          <a:off x="602776" y="1705970"/>
          <a:ext cx="10952331" cy="4522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418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8546913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Cancel Booking</a:t>
                      </a:r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Customer, Admin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 confirmed booking exists in the </a:t>
                      </a:r>
                      <a:r>
                        <a:rPr lang="en-US" sz="20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Bitrix</a:t>
                      </a: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CRM database.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provides the correct booking reference and email for verification.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  <a:endParaRPr lang="en-US" sz="2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customer requests a cancellation via the web portal. 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confirms the cancellation request against the company policy. The system marks the booking status as "Cancelled" in the CRM. 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automatically releases the spot back into the "Active" inventory for other customers. </a:t>
                      </a: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cancellation confirmation and refund notification (if applicable) are sent to the customer.</a:t>
                      </a:r>
                      <a:endParaRPr lang="en-US" sz="2000" b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F67D-73F1-02AA-49E7-6CFCE2E8F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88395-746B-2AF9-7975-E288D4BF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17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DF9A1EF-5E36-FE9D-1727-93B75C6CFE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6152645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AE51F84A-3647-0B8A-F0D5-68C2419293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070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DBE28-436F-9DEC-6994-9350BBD8D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70" y="480401"/>
            <a:ext cx="2934815" cy="1236443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Dialpad AI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F0C5D-91D9-205D-DD71-4C1A37A7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EFC09-2DB8-400C-81E2-419A22D713EE}" type="datetime1">
              <a:rPr lang="en-US"/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FBDE-6921-4733-0C3B-69434527D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18</a:t>
            </a:fld>
            <a:endParaRPr lang="en-US"/>
          </a:p>
        </p:txBody>
      </p:sp>
      <p:pic>
        <p:nvPicPr>
          <p:cNvPr id="7" name="Picture 6" descr="Diagram of a system&#10;&#10;AI-generated content may be incorrect.">
            <a:extLst>
              <a:ext uri="{FF2B5EF4-FFF2-40B4-BE49-F238E27FC236}">
                <a16:creationId xmlns:a16="http://schemas.microsoft.com/office/drawing/2014/main" id="{3015A516-561C-9167-7951-603F911BA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34" y="1716204"/>
            <a:ext cx="9029869" cy="4801839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A7DC221-7CFF-1734-545C-19F5DF8E9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9212582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DD4D2C7-AB1E-AD10-39A9-B4FA4DDBD0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938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11D60-2959-9D2D-5FF9-B981F95F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E7E6-7177-4D4A-8805-9B7D0C8C3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225" y="844341"/>
            <a:ext cx="3295072" cy="1202964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Dialpad AI</a:t>
            </a:r>
          </a:p>
          <a:p>
            <a:endParaRPr lang="en-US" b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5D4C60-6414-D45D-2810-27DA0FBD60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8102379"/>
              </p:ext>
            </p:extLst>
          </p:nvPr>
        </p:nvGraphicFramePr>
        <p:xfrm>
          <a:off x="602776" y="1705970"/>
          <a:ext cx="11103999" cy="4312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925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9125074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Automated Inquiry Handling</a:t>
                      </a:r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511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Customer, </a:t>
                      </a:r>
                      <a:r>
                        <a:rPr lang="en-US" sz="20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DailPad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Dialpad AI module is active and integrated with the website chat/phone lines.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The customer have open </a:t>
                      </a:r>
                      <a:r>
                        <a:rPr lang="en-US" sz="20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TourCatchers</a:t>
                      </a: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website and click to </a:t>
                      </a:r>
                      <a:r>
                        <a:rPr lang="en-US" sz="20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Dailpad</a:t>
                      </a: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  <a:endParaRPr lang="en-US" sz="2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A customer submits a question (e.g., "Do I need a visa for the Nepal tour?") via the chat widget or voice line.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AI analyzes the intent and retrieves the relevant answer from the knowledge base.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AI provides an instant, accurate response to the customer.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logs the interaction summary directly into the </a:t>
                      </a:r>
                      <a:r>
                        <a:rPr lang="en-US" sz="20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Bitrix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CRM as a lead or activity.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D881-F4D0-37F0-87EA-C25706FC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18DC8-57E3-E46D-CA06-2F964C3B1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0304" y="6191758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19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F5A336D-75A5-FAAE-4004-A7C6A81D5F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403178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1398351F-2D37-DF4F-CD7F-C04CC36DFC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5557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356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B8D4E-F2BF-6E66-7465-74DA65C2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1EEAE-CBDD-1903-45EE-7169A4A6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777" y="776103"/>
            <a:ext cx="2851520" cy="1168844"/>
          </a:xfrm>
        </p:spPr>
        <p:txBody>
          <a:bodyPr/>
          <a:lstStyle/>
          <a:p>
            <a:r>
              <a:rPr lang="en-US" b="1">
                <a:ea typeface="+mj-lt"/>
                <a:cs typeface="+mj-lt"/>
              </a:rPr>
              <a:t>Dialpad AI</a:t>
            </a:r>
          </a:p>
          <a:p>
            <a:endParaRPr lang="en-US" b="1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E9C321D-05FD-83FD-F64F-C607BA9E63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8417311"/>
              </p:ext>
            </p:extLst>
          </p:nvPr>
        </p:nvGraphicFramePr>
        <p:xfrm>
          <a:off x="602776" y="1705970"/>
          <a:ext cx="11103999" cy="43122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925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9125074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Automated Feedback Collection</a:t>
                      </a:r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511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Customer, </a:t>
                      </a:r>
                      <a:r>
                        <a:rPr lang="en-US" sz="20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DailPad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customer has completed a tour, &amp; status is updated to Completed in the CRM.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Dialpad AI automated messaging trigger is enabled.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  <a:endParaRPr lang="en-US" sz="2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detects the tour completion date in </a:t>
                      </a:r>
                      <a:r>
                        <a:rPr lang="en-US" sz="2000" b="0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Bitrix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CRM.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Dialpad AI automatically sends a post-trip survey link via SMS or Email.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customer submits their rating and comments through the AI interface.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AI parses the sentiment of the feedback (Positive/Negative). 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saves the feedback scores directly to the customer’s profile in the CRM for staff review.</a:t>
                      </a:r>
                      <a:endParaRPr lang="en-US" sz="2000" b="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C3D6-E854-BC2D-96C6-A3F7B670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EFC18-D75C-8350-074F-99658F66C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3248" y="6301486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20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B9C14B6-2AF7-B0EB-FA4F-3A13EF563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1341597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8CC8386-3265-D59C-1595-ED4764B4E8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86037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2816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63DB6-A128-5B90-B15B-AF861B1AB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643" y="548640"/>
            <a:ext cx="4128994" cy="1168203"/>
          </a:xfrm>
        </p:spPr>
        <p:txBody>
          <a:bodyPr/>
          <a:lstStyle/>
          <a:p>
            <a:r>
              <a:rPr lang="en-US" b="1"/>
              <a:t>Bitrix &amp; CRM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D97657-EE64-F9FE-7525-C48A12E4C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E2EA7-9ED8-4A73-9323-4DF22A40725B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13F79-7A6A-9A73-08C0-88C12ED7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21</a:t>
            </a:fld>
            <a:endParaRPr lang="en-US"/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4AAC99E9-C372-D08C-1199-0537535D8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48" y="2001542"/>
            <a:ext cx="6151444" cy="4533900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B97590F-18E3-4EE2-A1E7-417CEBB8A6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9855696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BB4E5C82-A9C5-33BD-E52B-A84E933DC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076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D86F0-AA9E-891E-7A0C-12C78A8B3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5A112-4D21-D99A-6379-0FC318064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01" y="878460"/>
            <a:ext cx="6229340" cy="1009621"/>
          </a:xfrm>
        </p:spPr>
        <p:txBody>
          <a:bodyPr/>
          <a:lstStyle/>
          <a:p>
            <a:r>
              <a:rPr lang="en-US" err="1">
                <a:ea typeface="+mj-lt"/>
                <a:cs typeface="+mj-lt"/>
              </a:rPr>
              <a:t>Bitrix</a:t>
            </a:r>
            <a:r>
              <a:rPr lang="en-US">
                <a:ea typeface="+mj-lt"/>
                <a:cs typeface="+mj-lt"/>
              </a:rPr>
              <a:t> &amp; CRM</a:t>
            </a:r>
          </a:p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857FB71-15CD-70B9-DB18-E9963669B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050326"/>
              </p:ext>
            </p:extLst>
          </p:nvPr>
        </p:nvGraphicFramePr>
        <p:xfrm>
          <a:off x="602776" y="1705970"/>
          <a:ext cx="11103999" cy="4485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925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9125074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Centralize and Retrieve Customer Records</a:t>
                      </a:r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511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Admin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>
                          <a:latin typeface="Calibri"/>
                          <a:ea typeface="Calibri"/>
                          <a:cs typeface="Calibri"/>
                        </a:rPr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</a:t>
                      </a:r>
                      <a:r>
                        <a:rPr lang="en-US" sz="2000" b="1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Web Booking App</a:t>
                      </a: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and </a:t>
                      </a:r>
                      <a:r>
                        <a:rPr lang="en-US" sz="2000" b="1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Dialpad AI</a:t>
                      </a:r>
                      <a:r>
                        <a:rPr lang="en-US" sz="2000" b="0" i="0" u="none" strike="noStrike" baseline="0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integrations are successfully synced with Bitrix24.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Basic Flow</a:t>
                      </a:r>
                      <a:endParaRPr lang="en-US" sz="2000" b="1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automatically captures data from a new booking or AI inquiry. 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CRM creates or updates a "Lead" or "Contact" record with the customer's history. 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Admin logs into the </a:t>
                      </a:r>
                      <a:r>
                        <a:rPr lang="en-US" sz="2000" b="1" i="0" u="none" strike="noStrike" noProof="0" err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Bitrix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dashboard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to view the centralized data. 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Admin filters the records to generate a </a:t>
                      </a:r>
                      <a:r>
                        <a:rPr lang="en-US" sz="2000" b="1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"Tour Status Report"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 or "Revenue Summary." 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The system triggers automated follow-up tasks or email reminders based on the tour date.</a:t>
                      </a:r>
                      <a:endParaRPr lang="en-US" sz="2000">
                        <a:latin typeface="Calibri"/>
                        <a:ea typeface="Calibri"/>
                        <a:cs typeface="Calibri"/>
                      </a:endParaRPr>
                    </a:p>
                    <a:p>
                      <a:pPr lvl="0">
                        <a:buNone/>
                      </a:pPr>
                      <a:endParaRPr lang="en-US" sz="20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59A39-A161-D074-CB00-3F0AA0341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1BCED-F64B-6694-B7AF-15C36560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22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7B230B2-431C-2746-943D-5A8669A47E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912705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FB4D3D7B-EA19-5BCC-1C32-E1096A2F3C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8735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C4196-BFAA-1FA2-F040-6C658FD63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8154C-EC1B-DFF7-AEE5-02C4D28C7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881" y="946699"/>
            <a:ext cx="6229340" cy="770785"/>
          </a:xfrm>
        </p:spPr>
        <p:txBody>
          <a:bodyPr/>
          <a:lstStyle/>
          <a:p>
            <a:r>
              <a:rPr lang="en-US" err="1">
                <a:ea typeface="+mj-lt"/>
                <a:cs typeface="+mj-lt"/>
              </a:rPr>
              <a:t>Bitrix</a:t>
            </a:r>
            <a:r>
              <a:rPr lang="en-US">
                <a:ea typeface="+mj-lt"/>
                <a:cs typeface="+mj-lt"/>
              </a:rPr>
              <a:t> &amp; CRM</a:t>
            </a:r>
          </a:p>
          <a:p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4468D7A-A9AF-6D9B-DDA6-13FDFC79C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44963"/>
              </p:ext>
            </p:extLst>
          </p:nvPr>
        </p:nvGraphicFramePr>
        <p:xfrm>
          <a:off x="602776" y="1705970"/>
          <a:ext cx="11103999" cy="4647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925">
                  <a:extLst>
                    <a:ext uri="{9D8B030D-6E8A-4147-A177-3AD203B41FA5}">
                      <a16:colId xmlns:a16="http://schemas.microsoft.com/office/drawing/2014/main" val="3559642076"/>
                    </a:ext>
                  </a:extLst>
                </a:gridCol>
                <a:gridCol w="9125074">
                  <a:extLst>
                    <a:ext uri="{9D8B030D-6E8A-4147-A177-3AD203B41FA5}">
                      <a16:colId xmlns:a16="http://schemas.microsoft.com/office/drawing/2014/main" val="513939718"/>
                    </a:ext>
                  </a:extLst>
                </a:gridCol>
              </a:tblGrid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Use Case 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800" b="1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Generate Business Performance Reports</a:t>
                      </a:r>
                      <a:endParaRPr 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125330"/>
                  </a:ext>
                </a:extLst>
              </a:tr>
              <a:tr h="511791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Business Actor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Admin</a:t>
                      </a:r>
                      <a:endParaRPr lang="en-US" sz="1800" b="0" i="0" u="none" strike="noStrike" noProof="0" err="1">
                        <a:latin typeface="Avenir Next LT Pro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298138"/>
                  </a:ext>
                </a:extLst>
              </a:tr>
              <a:tr h="722092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/>
                        <a:t>Pre- Condition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The Admin is logged into the </a:t>
                      </a:r>
                      <a:r>
                        <a:rPr lang="en-US" sz="1800" b="1" i="0" u="none" strike="noStrike" baseline="0" noProof="0" err="1">
                          <a:solidFill>
                            <a:srgbClr val="000000"/>
                          </a:solidFill>
                          <a:latin typeface="Avenir Next LT Pro"/>
                        </a:rPr>
                        <a:t>Bitrix</a:t>
                      </a: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 CRM</a:t>
                      </a: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  <a:latin typeface="Avenir Next LT Pro"/>
                        </a:rPr>
                        <a:t> with reporting privileges.</a:t>
                      </a:r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</a:rPr>
                        <a:t>Sufficient booking and inquiry data has been synced from the </a:t>
                      </a: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</a:rPr>
                        <a:t>Web App</a:t>
                      </a:r>
                      <a:r>
                        <a:rPr lang="en-US" sz="1800" b="0" i="0" u="none" strike="noStrike" baseline="0" noProof="0">
                          <a:solidFill>
                            <a:srgbClr val="000000"/>
                          </a:solidFill>
                        </a:rPr>
                        <a:t> and </a:t>
                      </a:r>
                      <a:r>
                        <a:rPr lang="en-US" sz="1800" b="1" i="0" u="none" strike="noStrike" baseline="0" noProof="0">
                          <a:solidFill>
                            <a:srgbClr val="000000"/>
                          </a:solidFill>
                        </a:rPr>
                        <a:t>Dialpad AI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472489"/>
                  </a:ext>
                </a:extLst>
              </a:tr>
              <a:tr h="235630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venir Next LT Pro"/>
                        </a:rPr>
                        <a:t>Basic Flow</a:t>
                      </a:r>
                      <a:endParaRPr lang="en-US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The Admin navigates to the "Analytics" or "Reports" section within </a:t>
                      </a:r>
                      <a:r>
                        <a:rPr lang="en-US" sz="2000" b="0" i="0" u="none" strike="noStrike" noProof="0" err="1">
                          <a:solidFill>
                            <a:srgbClr val="000000"/>
                          </a:solidFill>
                        </a:rPr>
                        <a:t>Bitrix</a:t>
                      </a: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. 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The Admin selects specific parameters (e.g., "Total Bookings for March 2026" or "AI Inquiry Conversion Rate"). 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The system processes the stored data and generates a visual report (charts or tables). 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</a:rPr>
                        <a:t>The Admin exports the report as a PDF/Excel file for the sponsor meeting. The system saves the report configuration for future recurring use.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Avenir Next LT Pro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7030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2D743-FB10-4C18-5B2F-1AB17B70B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B54908-E774-4DEF-9919-AF51F40807DC}" type="datetime1">
              <a:rPr lang="en-US"/>
              <a:t>3/17/2026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89C0F-8CE8-5CA5-BA7E-9FB725393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23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2B96C832-7082-1687-BC21-0CAE376EFB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8465713"/>
              </p:ext>
            </p:extLst>
          </p:nvPr>
        </p:nvGraphicFramePr>
        <p:xfrm>
          <a:off x="0" y="-3413"/>
          <a:ext cx="11805313" cy="5641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13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2B1D197C-F04E-CAAD-A699-5F7DE609D0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525091"/>
            <a:ext cx="12192000" cy="33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249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70B9329D-A219-8D06-D2CA-4A6CF1BF4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6">
            <a:extLst>
              <a:ext uri="{FF2B5EF4-FFF2-40B4-BE49-F238E27FC236}">
                <a16:creationId xmlns:a16="http://schemas.microsoft.com/office/drawing/2014/main" id="{C4797AC2-F25C-C30D-15F2-B326F19C04CF}"/>
              </a:ext>
            </a:extLst>
          </p:cNvPr>
          <p:cNvSpPr txBox="1"/>
          <p:nvPr/>
        </p:nvSpPr>
        <p:spPr>
          <a:xfrm>
            <a:off x="1088553" y="1884415"/>
            <a:ext cx="10247052" cy="4510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Khan, K. (2025). IT-492 Assignment 2. Assignment2_IT492_Khan.docx​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Khan, K. (2025). IT-492 Assignment 3. Assignment3_IT492_Khan.docx​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Khan, K. (2025). IT-492 Assignment 4. Assignment4_IT492_Khan.docx​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Khan, K. (2025). IT-492 Assignment 5. Assignment5_IT492_Khan.docx​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Kaur, J. (2025). IT-492 Assignment 6. Assignment6_IT492_Kaur.docx​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Pathak, D. (2025). IT-492 Assignment 7. Assignment7_IT492_Pathak.docx​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Kaur, J. (2025). IT-492 Assignment 8. Assignment8_IT492_Kaur.docx​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Mughal, M. A. (2025). IT-492 Assignment 9. Assignment9_IT492_Mughal.docx​</a:t>
            </a:r>
          </a:p>
          <a:p>
            <a:pPr marL="228600" indent="-228600">
              <a:spcBef>
                <a:spcPts val="1000"/>
              </a:spcBef>
              <a:buSzPct val="100000"/>
              <a:buFont typeface="Arial" pitchFamily="34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Mirza, A (2025) IT-492 Assignment 10. Assignment10_IT492_Mirza.docx</a:t>
            </a:r>
          </a:p>
          <a:p>
            <a:endParaRPr lang="en-US" sz="2400" i="1">
              <a:latin typeface="Calibri"/>
              <a:ea typeface="Calibri"/>
              <a:cs typeface="Calibri"/>
            </a:endParaRPr>
          </a:p>
        </p:txBody>
      </p:sp>
      <p:sp>
        <p:nvSpPr>
          <p:cNvPr id="499" name="Google Shape;499;p76">
            <a:extLst>
              <a:ext uri="{FF2B5EF4-FFF2-40B4-BE49-F238E27FC236}">
                <a16:creationId xmlns:a16="http://schemas.microsoft.com/office/drawing/2014/main" id="{894E9ED5-A6FA-70F4-F68C-715DD1F369CA}"/>
              </a:ext>
            </a:extLst>
          </p:cNvPr>
          <p:cNvSpPr txBox="1"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Tours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6">
            <a:extLst>
              <a:ext uri="{FF2B5EF4-FFF2-40B4-BE49-F238E27FC236}">
                <a16:creationId xmlns:a16="http://schemas.microsoft.com/office/drawing/2014/main" id="{4C5731E4-856E-BB33-2F45-4793137306B7}"/>
              </a:ext>
            </a:extLst>
          </p:cNvPr>
          <p:cNvSpPr txBox="1"/>
          <p:nvPr/>
        </p:nvSpPr>
        <p:spPr>
          <a:xfrm>
            <a:off x="10831680" y="6356520"/>
            <a:ext cx="801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Slide </a:t>
            </a: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6">
            <a:extLst>
              <a:ext uri="{FF2B5EF4-FFF2-40B4-BE49-F238E27FC236}">
                <a16:creationId xmlns:a16="http://schemas.microsoft.com/office/drawing/2014/main" id="{C27881B0-4824-6618-2BC7-5C79483D287C}"/>
              </a:ext>
            </a:extLst>
          </p:cNvPr>
          <p:cNvSpPr/>
          <p:nvPr/>
        </p:nvSpPr>
        <p:spPr>
          <a:xfrm>
            <a:off x="951393" y="463275"/>
            <a:ext cx="6148650" cy="13737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/>
              <a:t>Citations</a:t>
            </a:r>
            <a:endParaRPr sz="4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D821DCE0-1003-031D-D198-A795BBA6B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686076"/>
            <a:ext cx="12192000" cy="17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61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57445842-F4F3-AEEA-0129-A8C10638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6">
            <a:extLst>
              <a:ext uri="{FF2B5EF4-FFF2-40B4-BE49-F238E27FC236}">
                <a16:creationId xmlns:a16="http://schemas.microsoft.com/office/drawing/2014/main" id="{B6F377EC-1204-D72A-2792-A0BAEC31F317}"/>
              </a:ext>
            </a:extLst>
          </p:cNvPr>
          <p:cNvSpPr txBox="1"/>
          <p:nvPr/>
        </p:nvSpPr>
        <p:spPr>
          <a:xfrm>
            <a:off x="584628" y="1946964"/>
            <a:ext cx="10247052" cy="4510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Bitrix24 (CRM):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  <a:hlinkClick r:id="rId3"/>
              </a:rPr>
              <a:t>https://www.bitrix24.com/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Dialpad (AI Communications):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  <a:hlinkClick r:id="rId4"/>
              </a:rPr>
              <a:t>https://www.dialpad.com/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Apache HTTP Server: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  <a:hlinkClick r:id="rId5"/>
              </a:rPr>
              <a:t>https://httpd.apache.org/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MySQL Database: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  <a:hlinkClick r:id="rId6"/>
              </a:rPr>
              <a:t>https://www.mysql.com/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Microsoft. (n.d.). Microsoft 365 Business plans and pricing.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  <a:hlinkClick r:id="rId7"/>
              </a:rPr>
              <a:t>https://www.microsoft.com/en-us/microsoft-365/business​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PayPal. (n.d.). PayPal Business solutions for online payments and invoicing. </a:t>
            </a: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  <a:hlinkClick r:id="rId8"/>
              </a:rPr>
              <a:t>https://www.paypal.com/us/business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Tour Catchers LLC (2026, January). Project Point-of-Contact (Sponsor). Business Stakeholder Meeting discussing manual process pain points. Personal communication.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Times New Roman"/>
              </a:rPr>
              <a:t>Tour Catchers LLC (2026, February). Project Point-of-Contact (Sponsor). Online meeting confirming system requirements and test script criteria. Personal communication.</a:t>
            </a:r>
            <a:endParaRPr lang="en-US"/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SzPct val="100000"/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499" name="Google Shape;499;p76">
            <a:extLst>
              <a:ext uri="{FF2B5EF4-FFF2-40B4-BE49-F238E27FC236}">
                <a16:creationId xmlns:a16="http://schemas.microsoft.com/office/drawing/2014/main" id="{03085C39-C65C-A565-8C87-E8777E0F16AA}"/>
              </a:ext>
            </a:extLst>
          </p:cNvPr>
          <p:cNvSpPr txBox="1"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Tours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76">
            <a:extLst>
              <a:ext uri="{FF2B5EF4-FFF2-40B4-BE49-F238E27FC236}">
                <a16:creationId xmlns:a16="http://schemas.microsoft.com/office/drawing/2014/main" id="{E62868C7-29A5-7499-8D9A-A952AD304E1E}"/>
              </a:ext>
            </a:extLst>
          </p:cNvPr>
          <p:cNvSpPr txBox="1"/>
          <p:nvPr/>
        </p:nvSpPr>
        <p:spPr>
          <a:xfrm>
            <a:off x="10831680" y="6356520"/>
            <a:ext cx="80172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Slide </a:t>
            </a: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76">
            <a:extLst>
              <a:ext uri="{FF2B5EF4-FFF2-40B4-BE49-F238E27FC236}">
                <a16:creationId xmlns:a16="http://schemas.microsoft.com/office/drawing/2014/main" id="{E1B7E289-2B89-80E6-C3B0-633309053F72}"/>
              </a:ext>
            </a:extLst>
          </p:cNvPr>
          <p:cNvSpPr/>
          <p:nvPr/>
        </p:nvSpPr>
        <p:spPr>
          <a:xfrm>
            <a:off x="964155" y="629309"/>
            <a:ext cx="3772437" cy="1088853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/>
              <a:t>References</a:t>
            </a:r>
            <a:endParaRPr lang="en-US" sz="4400">
              <a:solidFill>
                <a:srgbClr val="000000"/>
              </a:solidFill>
              <a:latin typeface="Franklin Gothic Medium"/>
              <a:sym typeface="Arial"/>
            </a:endParaRPr>
          </a:p>
        </p:txBody>
      </p:sp>
      <p:pic>
        <p:nvPicPr>
          <p:cNvPr id="3" name="Picture 2" descr="A yellow rectangular object with black border&#10;&#10;AI-generated content may be incorrect.">
            <a:extLst>
              <a:ext uri="{FF2B5EF4-FFF2-40B4-BE49-F238E27FC236}">
                <a16:creationId xmlns:a16="http://schemas.microsoft.com/office/drawing/2014/main" id="{E3308D18-9C2D-0353-4A93-A0702A979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686076"/>
            <a:ext cx="12192000" cy="17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11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75"/>
          <p:cNvSpPr txBox="1"/>
          <p:nvPr/>
        </p:nvSpPr>
        <p:spPr>
          <a:xfrm>
            <a:off x="4038480" y="6356520"/>
            <a:ext cx="41148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Tours Catchers LLC​ – Team 4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5"/>
          <p:cNvSpPr txBox="1"/>
          <p:nvPr/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5"/>
          <p:cNvSpPr txBox="1"/>
          <p:nvPr/>
        </p:nvSpPr>
        <p:spPr>
          <a:xfrm>
            <a:off x="1604880" y="1281240"/>
            <a:ext cx="9198000" cy="438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75"/>
          <p:cNvSpPr/>
          <p:nvPr/>
        </p:nvSpPr>
        <p:spPr>
          <a:xfrm>
            <a:off x="431640" y="302760"/>
            <a:ext cx="5558040" cy="4484880"/>
          </a:xfrm>
          <a:custGeom>
            <a:avLst/>
            <a:gdLst/>
            <a:ahLst/>
            <a:cxnLst/>
            <a:rect l="l" t="t" r="r" b="b"/>
            <a:pathLst>
              <a:path w="26768" h="21600" extrusionOk="0">
                <a:moveTo>
                  <a:pt x="26768" y="1350"/>
                </a:moveTo>
                <a:lnTo>
                  <a:pt x="25418" y="1350"/>
                </a:lnTo>
                <a:lnTo>
                  <a:pt x="24068" y="2700"/>
                </a:lnTo>
                <a:lnTo>
                  <a:pt x="1350" y="2700"/>
                </a:lnTo>
                <a:lnTo>
                  <a:pt x="0" y="20250"/>
                </a:lnTo>
                <a:lnTo>
                  <a:pt x="2700" y="18900"/>
                </a:lnTo>
                <a:lnTo>
                  <a:pt x="25418" y="18900"/>
                </a:lnTo>
                <a:close/>
                <a:moveTo>
                  <a:pt x="1350" y="5400"/>
                </a:moveTo>
                <a:close/>
                <a:moveTo>
                  <a:pt x="1350" y="5400"/>
                </a:moveTo>
                <a:close/>
                <a:moveTo>
                  <a:pt x="25418" y="2700"/>
                </a:moveTo>
                <a:close/>
                <a:moveTo>
                  <a:pt x="0" y="4050"/>
                </a:moveTo>
                <a:lnTo>
                  <a:pt x="24068" y="2700"/>
                </a:lnTo>
                <a:lnTo>
                  <a:pt x="24068" y="1350"/>
                </a:lnTo>
                <a:lnTo>
                  <a:pt x="26768" y="17550"/>
                </a:lnTo>
                <a:lnTo>
                  <a:pt x="2700" y="18900"/>
                </a:lnTo>
                <a:lnTo>
                  <a:pt x="2700" y="20250"/>
                </a:lnTo>
                <a:close/>
                <a:moveTo>
                  <a:pt x="24068" y="2700"/>
                </a:moveTo>
                <a:lnTo>
                  <a:pt x="25418" y="2700"/>
                </a:lnTo>
                <a:moveTo>
                  <a:pt x="25418" y="2700"/>
                </a:moveTo>
                <a:lnTo>
                  <a:pt x="25418" y="1350"/>
                </a:lnTo>
                <a:moveTo>
                  <a:pt x="1350" y="5400"/>
                </a:moveTo>
                <a:lnTo>
                  <a:pt x="1350" y="4050"/>
                </a:lnTo>
                <a:moveTo>
                  <a:pt x="2700" y="4050"/>
                </a:moveTo>
                <a:lnTo>
                  <a:pt x="2700" y="18900"/>
                </a:lnTo>
              </a:path>
            </a:pathLst>
          </a:custGeom>
          <a:solidFill>
            <a:srgbClr val="E8E6DA"/>
          </a:solidFill>
          <a:ln w="12600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000000"/>
                </a:solidFill>
                <a:highlight>
                  <a:srgbClr val="E7E6DB"/>
                </a:highlight>
                <a:latin typeface="Calibri"/>
                <a:ea typeface="Calibri"/>
                <a:cs typeface="Calibri"/>
                <a:sym typeface="Calibri"/>
              </a:rPr>
              <a:t>A SINCERE THANK YOU! </a:t>
            </a:r>
            <a:endParaRPr lang="en-US" sz="3200" b="0" i="0" u="none" strike="noStrike" cap="none">
              <a:highlight>
                <a:srgbClr val="E7E6DB"/>
              </a:highlight>
              <a:latin typeface="Arial"/>
              <a:ea typeface="Arial"/>
              <a:cs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chemeClr val="tx1"/>
              </a:solidFill>
              <a:highlight>
                <a:srgbClr val="E7E6DB"/>
              </a:highlight>
              <a:latin typeface="Arial"/>
              <a:ea typeface="Arial"/>
              <a:cs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0" u="none" strike="noStrike" cap="none">
                <a:solidFill>
                  <a:schemeClr val="tx1"/>
                </a:solidFill>
                <a:highlight>
                  <a:srgbClr val="E7E6DB"/>
                </a:highlight>
                <a:latin typeface="Calibri"/>
                <a:ea typeface="Calibri"/>
                <a:cs typeface="Calibri"/>
                <a:sym typeface="Calibri"/>
              </a:rPr>
              <a:t>TO PROFESSOR HINE AND OUR GTA KIRAN FOR YOUR SUPPORT AND FEEDBACK!</a:t>
            </a:r>
            <a:endParaRPr sz="2900" b="1" i="0" u="none" strike="noStrike" cap="none">
              <a:solidFill>
                <a:schemeClr val="tx1"/>
              </a:solidFill>
              <a:highlight>
                <a:srgbClr val="E7E6DB"/>
              </a:highlight>
              <a:latin typeface="Arial"/>
              <a:ea typeface="Arial"/>
              <a:cs typeface="Arial"/>
            </a:endParaRPr>
          </a:p>
        </p:txBody>
      </p:sp>
      <p:sp>
        <p:nvSpPr>
          <p:cNvPr id="493" name="Google Shape;493;p75"/>
          <p:cNvSpPr/>
          <p:nvPr/>
        </p:nvSpPr>
        <p:spPr>
          <a:xfrm>
            <a:off x="9565600" y="2908293"/>
            <a:ext cx="2474200" cy="1862694"/>
          </a:xfrm>
          <a:custGeom>
            <a:avLst/>
            <a:gdLst/>
            <a:ahLst/>
            <a:cxnLst/>
            <a:rect l="l" t="t" r="r" b="b"/>
            <a:pathLst>
              <a:path w="7157" h="7040" extrusionOk="0">
                <a:moveTo>
                  <a:pt x="1189" y="0"/>
                </a:moveTo>
                <a:lnTo>
                  <a:pt x="1189" y="0"/>
                </a:lnTo>
                <a:lnTo>
                  <a:pt x="1127" y="1"/>
                </a:lnTo>
                <a:lnTo>
                  <a:pt x="1065" y="6"/>
                </a:lnTo>
                <a:lnTo>
                  <a:pt x="1003" y="13"/>
                </a:lnTo>
                <a:lnTo>
                  <a:pt x="942" y="23"/>
                </a:lnTo>
                <a:lnTo>
                  <a:pt x="881" y="35"/>
                </a:lnTo>
                <a:lnTo>
                  <a:pt x="822" y="51"/>
                </a:lnTo>
                <a:lnTo>
                  <a:pt x="763" y="69"/>
                </a:lnTo>
                <a:lnTo>
                  <a:pt x="705" y="90"/>
                </a:lnTo>
                <a:lnTo>
                  <a:pt x="649" y="113"/>
                </a:lnTo>
                <a:lnTo>
                  <a:pt x="595" y="139"/>
                </a:lnTo>
                <a:lnTo>
                  <a:pt x="541" y="168"/>
                </a:lnTo>
                <a:lnTo>
                  <a:pt x="490" y="198"/>
                </a:lnTo>
                <a:lnTo>
                  <a:pt x="441" y="232"/>
                </a:lnTo>
                <a:lnTo>
                  <a:pt x="393" y="267"/>
                </a:lnTo>
                <a:lnTo>
                  <a:pt x="348" y="304"/>
                </a:lnTo>
                <a:lnTo>
                  <a:pt x="305" y="344"/>
                </a:lnTo>
                <a:lnTo>
                  <a:pt x="265" y="385"/>
                </a:lnTo>
                <a:lnTo>
                  <a:pt x="227" y="428"/>
                </a:lnTo>
                <a:lnTo>
                  <a:pt x="192" y="473"/>
                </a:lnTo>
                <a:lnTo>
                  <a:pt x="159" y="519"/>
                </a:lnTo>
                <a:lnTo>
                  <a:pt x="130" y="567"/>
                </a:lnTo>
                <a:lnTo>
                  <a:pt x="103" y="616"/>
                </a:lnTo>
                <a:lnTo>
                  <a:pt x="79" y="667"/>
                </a:lnTo>
                <a:lnTo>
                  <a:pt x="58" y="718"/>
                </a:lnTo>
                <a:lnTo>
                  <a:pt x="41" y="770"/>
                </a:lnTo>
                <a:lnTo>
                  <a:pt x="26" y="823"/>
                </a:lnTo>
                <a:lnTo>
                  <a:pt x="15" y="876"/>
                </a:lnTo>
                <a:lnTo>
                  <a:pt x="7" y="930"/>
                </a:lnTo>
                <a:lnTo>
                  <a:pt x="2" y="985"/>
                </a:lnTo>
                <a:lnTo>
                  <a:pt x="0" y="1039"/>
                </a:lnTo>
                <a:lnTo>
                  <a:pt x="0" y="1819"/>
                </a:lnTo>
                <a:lnTo>
                  <a:pt x="0" y="2598"/>
                </a:lnTo>
                <a:lnTo>
                  <a:pt x="0" y="3658"/>
                </a:lnTo>
                <a:lnTo>
                  <a:pt x="0" y="4437"/>
                </a:lnTo>
                <a:lnTo>
                  <a:pt x="0" y="5217"/>
                </a:lnTo>
                <a:lnTo>
                  <a:pt x="0" y="5217"/>
                </a:lnTo>
                <a:lnTo>
                  <a:pt x="2" y="5271"/>
                </a:lnTo>
                <a:lnTo>
                  <a:pt x="7" y="5326"/>
                </a:lnTo>
                <a:lnTo>
                  <a:pt x="15" y="5380"/>
                </a:lnTo>
                <a:lnTo>
                  <a:pt x="26" y="5433"/>
                </a:lnTo>
                <a:lnTo>
                  <a:pt x="41" y="5486"/>
                </a:lnTo>
                <a:lnTo>
                  <a:pt x="58" y="5538"/>
                </a:lnTo>
                <a:lnTo>
                  <a:pt x="79" y="5590"/>
                </a:lnTo>
                <a:lnTo>
                  <a:pt x="103" y="5640"/>
                </a:lnTo>
                <a:lnTo>
                  <a:pt x="130" y="5689"/>
                </a:lnTo>
                <a:lnTo>
                  <a:pt x="159" y="5737"/>
                </a:lnTo>
                <a:lnTo>
                  <a:pt x="192" y="5783"/>
                </a:lnTo>
                <a:lnTo>
                  <a:pt x="227" y="5828"/>
                </a:lnTo>
                <a:lnTo>
                  <a:pt x="265" y="5871"/>
                </a:lnTo>
                <a:lnTo>
                  <a:pt x="305" y="5913"/>
                </a:lnTo>
                <a:lnTo>
                  <a:pt x="348" y="5952"/>
                </a:lnTo>
                <a:lnTo>
                  <a:pt x="393" y="5990"/>
                </a:lnTo>
                <a:lnTo>
                  <a:pt x="441" y="6025"/>
                </a:lnTo>
                <a:lnTo>
                  <a:pt x="490" y="6058"/>
                </a:lnTo>
                <a:lnTo>
                  <a:pt x="541" y="6089"/>
                </a:lnTo>
                <a:lnTo>
                  <a:pt x="595" y="6118"/>
                </a:lnTo>
                <a:lnTo>
                  <a:pt x="649" y="6144"/>
                </a:lnTo>
                <a:lnTo>
                  <a:pt x="705" y="6167"/>
                </a:lnTo>
                <a:lnTo>
                  <a:pt x="763" y="6188"/>
                </a:lnTo>
                <a:lnTo>
                  <a:pt x="822" y="6206"/>
                </a:lnTo>
                <a:lnTo>
                  <a:pt x="881" y="6222"/>
                </a:lnTo>
                <a:lnTo>
                  <a:pt x="942" y="6234"/>
                </a:lnTo>
                <a:lnTo>
                  <a:pt x="1003" y="6244"/>
                </a:lnTo>
                <a:lnTo>
                  <a:pt x="1065" y="6251"/>
                </a:lnTo>
                <a:lnTo>
                  <a:pt x="1127" y="6256"/>
                </a:lnTo>
                <a:lnTo>
                  <a:pt x="1189" y="6257"/>
                </a:lnTo>
                <a:lnTo>
                  <a:pt x="2087" y="7039"/>
                </a:lnTo>
                <a:lnTo>
                  <a:pt x="2971" y="6257"/>
                </a:lnTo>
                <a:lnTo>
                  <a:pt x="4184" y="6257"/>
                </a:lnTo>
                <a:lnTo>
                  <a:pt x="5075" y="6257"/>
                </a:lnTo>
                <a:lnTo>
                  <a:pt x="5966" y="6257"/>
                </a:lnTo>
                <a:lnTo>
                  <a:pt x="5966" y="6257"/>
                </a:lnTo>
                <a:lnTo>
                  <a:pt x="6028" y="6256"/>
                </a:lnTo>
                <a:lnTo>
                  <a:pt x="6090" y="6251"/>
                </a:lnTo>
                <a:lnTo>
                  <a:pt x="6152" y="6244"/>
                </a:lnTo>
                <a:lnTo>
                  <a:pt x="6213" y="6234"/>
                </a:lnTo>
                <a:lnTo>
                  <a:pt x="6274" y="6222"/>
                </a:lnTo>
                <a:lnTo>
                  <a:pt x="6333" y="6206"/>
                </a:lnTo>
                <a:lnTo>
                  <a:pt x="6392" y="6188"/>
                </a:lnTo>
                <a:lnTo>
                  <a:pt x="6450" y="6167"/>
                </a:lnTo>
                <a:lnTo>
                  <a:pt x="6506" y="6144"/>
                </a:lnTo>
                <a:lnTo>
                  <a:pt x="6561" y="6118"/>
                </a:lnTo>
                <a:lnTo>
                  <a:pt x="6614" y="6089"/>
                </a:lnTo>
                <a:lnTo>
                  <a:pt x="6665" y="6058"/>
                </a:lnTo>
                <a:lnTo>
                  <a:pt x="6714" y="6025"/>
                </a:lnTo>
                <a:lnTo>
                  <a:pt x="6762" y="5990"/>
                </a:lnTo>
                <a:lnTo>
                  <a:pt x="6807" y="5952"/>
                </a:lnTo>
                <a:lnTo>
                  <a:pt x="6850" y="5913"/>
                </a:lnTo>
                <a:lnTo>
                  <a:pt x="6890" y="5871"/>
                </a:lnTo>
                <a:lnTo>
                  <a:pt x="6928" y="5828"/>
                </a:lnTo>
                <a:lnTo>
                  <a:pt x="6963" y="5783"/>
                </a:lnTo>
                <a:lnTo>
                  <a:pt x="6996" y="5737"/>
                </a:lnTo>
                <a:lnTo>
                  <a:pt x="7025" y="5689"/>
                </a:lnTo>
                <a:lnTo>
                  <a:pt x="7052" y="5640"/>
                </a:lnTo>
                <a:lnTo>
                  <a:pt x="7076" y="5590"/>
                </a:lnTo>
                <a:lnTo>
                  <a:pt x="7097" y="5538"/>
                </a:lnTo>
                <a:lnTo>
                  <a:pt x="7114" y="5486"/>
                </a:lnTo>
                <a:lnTo>
                  <a:pt x="7129" y="5433"/>
                </a:lnTo>
                <a:lnTo>
                  <a:pt x="7140" y="5380"/>
                </a:lnTo>
                <a:lnTo>
                  <a:pt x="7148" y="5326"/>
                </a:lnTo>
                <a:lnTo>
                  <a:pt x="7153" y="5271"/>
                </a:lnTo>
                <a:lnTo>
                  <a:pt x="7155" y="5217"/>
                </a:lnTo>
                <a:lnTo>
                  <a:pt x="7156" y="4437"/>
                </a:lnTo>
                <a:lnTo>
                  <a:pt x="7156" y="3658"/>
                </a:lnTo>
                <a:lnTo>
                  <a:pt x="7156" y="2598"/>
                </a:lnTo>
                <a:lnTo>
                  <a:pt x="7156" y="1819"/>
                </a:lnTo>
                <a:lnTo>
                  <a:pt x="7156" y="1039"/>
                </a:lnTo>
                <a:lnTo>
                  <a:pt x="7155" y="1039"/>
                </a:lnTo>
                <a:lnTo>
                  <a:pt x="7153" y="985"/>
                </a:lnTo>
                <a:lnTo>
                  <a:pt x="7148" y="930"/>
                </a:lnTo>
                <a:lnTo>
                  <a:pt x="7140" y="876"/>
                </a:lnTo>
                <a:lnTo>
                  <a:pt x="7129" y="823"/>
                </a:lnTo>
                <a:lnTo>
                  <a:pt x="7114" y="770"/>
                </a:lnTo>
                <a:lnTo>
                  <a:pt x="7097" y="718"/>
                </a:lnTo>
                <a:lnTo>
                  <a:pt x="7076" y="667"/>
                </a:lnTo>
                <a:lnTo>
                  <a:pt x="7052" y="616"/>
                </a:lnTo>
                <a:lnTo>
                  <a:pt x="7025" y="567"/>
                </a:lnTo>
                <a:lnTo>
                  <a:pt x="6996" y="520"/>
                </a:lnTo>
                <a:lnTo>
                  <a:pt x="6963" y="473"/>
                </a:lnTo>
                <a:lnTo>
                  <a:pt x="6928" y="428"/>
                </a:lnTo>
                <a:lnTo>
                  <a:pt x="6890" y="385"/>
                </a:lnTo>
                <a:lnTo>
                  <a:pt x="6850" y="344"/>
                </a:lnTo>
                <a:lnTo>
                  <a:pt x="6807" y="304"/>
                </a:lnTo>
                <a:lnTo>
                  <a:pt x="6762" y="267"/>
                </a:lnTo>
                <a:lnTo>
                  <a:pt x="6714" y="232"/>
                </a:lnTo>
                <a:lnTo>
                  <a:pt x="6665" y="198"/>
                </a:lnTo>
                <a:lnTo>
                  <a:pt x="6614" y="168"/>
                </a:lnTo>
                <a:lnTo>
                  <a:pt x="6561" y="139"/>
                </a:lnTo>
                <a:lnTo>
                  <a:pt x="6506" y="113"/>
                </a:lnTo>
                <a:lnTo>
                  <a:pt x="6450" y="90"/>
                </a:lnTo>
                <a:lnTo>
                  <a:pt x="6392" y="69"/>
                </a:lnTo>
                <a:lnTo>
                  <a:pt x="6333" y="51"/>
                </a:lnTo>
                <a:lnTo>
                  <a:pt x="6274" y="35"/>
                </a:lnTo>
                <a:lnTo>
                  <a:pt x="6213" y="23"/>
                </a:lnTo>
                <a:lnTo>
                  <a:pt x="6152" y="13"/>
                </a:lnTo>
                <a:lnTo>
                  <a:pt x="6090" y="6"/>
                </a:lnTo>
                <a:lnTo>
                  <a:pt x="6028" y="1"/>
                </a:lnTo>
                <a:lnTo>
                  <a:pt x="5966" y="0"/>
                </a:lnTo>
                <a:lnTo>
                  <a:pt x="5075" y="0"/>
                </a:lnTo>
                <a:lnTo>
                  <a:pt x="4184" y="0"/>
                </a:lnTo>
                <a:lnTo>
                  <a:pt x="2971" y="0"/>
                </a:lnTo>
                <a:lnTo>
                  <a:pt x="2080" y="0"/>
                </a:lnTo>
                <a:lnTo>
                  <a:pt x="1189" y="0"/>
                </a:lnTo>
              </a:path>
            </a:pathLst>
          </a:custGeom>
          <a:solidFill>
            <a:srgbClr val="E8E6DA"/>
          </a:solidFill>
          <a:ln w="12600" cap="flat" cmpd="sng">
            <a:solidFill>
              <a:srgbClr val="FFFF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553287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546214-58B6-4397-BB1C-99F0A2654B97}">
  <we:reference id="wa200007130" version="1.0.0.1" store="en-US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4615f49-6492-414b-a8ac-bae7b66e627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62FAA8EF8B742B6DC8585DFBEBC22" ma:contentTypeVersion="10" ma:contentTypeDescription="Create a new document." ma:contentTypeScope="" ma:versionID="e180a46541772a5d0f8eb21272289c79">
  <xsd:schema xmlns:xsd="http://www.w3.org/2001/XMLSchema" xmlns:xs="http://www.w3.org/2001/XMLSchema" xmlns:p="http://schemas.microsoft.com/office/2006/metadata/properties" xmlns:ns2="34615f49-6492-414b-a8ac-bae7b66e6273" targetNamespace="http://schemas.microsoft.com/office/2006/metadata/properties" ma:root="true" ma:fieldsID="9cbc2fc1809c47eb6978e62fedffdb04" ns2:_="">
    <xsd:import namespace="34615f49-6492-414b-a8ac-bae7b66e62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615f49-6492-414b-a8ac-bae7b66e62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238F92-D426-4BEE-805A-F80178872645}">
  <ds:schemaRefs>
    <ds:schemaRef ds:uri="34615f49-6492-414b-a8ac-bae7b66e62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1E4B866-3963-435A-98E6-72B22C6A86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97C558-62BF-4FEB-84AC-4C19DADD7D62}">
  <ds:schemaRefs>
    <ds:schemaRef ds:uri="34615f49-6492-414b-a8ac-bae7b66e62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4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AccentBoxVTI</vt:lpstr>
      <vt:lpstr>Custom Design</vt:lpstr>
      <vt:lpstr>1_Custom Design</vt:lpstr>
      <vt:lpstr>Office Theme</vt:lpstr>
      <vt:lpstr>PowerPoint Presentation</vt:lpstr>
      <vt:lpstr>PowerPoint Presentation</vt:lpstr>
      <vt:lpstr>Agenda</vt:lpstr>
      <vt:lpstr>Objective Of Our Test Plan</vt:lpstr>
      <vt:lpstr>In Scope Of Our Test Plan</vt:lpstr>
      <vt:lpstr>Out Of Scope For Our Test Plan </vt:lpstr>
      <vt:lpstr>Testing Methodology </vt:lpstr>
      <vt:lpstr>Test Environment</vt:lpstr>
      <vt:lpstr>Test Equipment</vt:lpstr>
      <vt:lpstr>PowerPoint Presentation</vt:lpstr>
      <vt:lpstr>Test Plan   </vt:lpstr>
      <vt:lpstr>PowerPoint Presentation</vt:lpstr>
      <vt:lpstr>PowerPoint Presentation</vt:lpstr>
      <vt:lpstr>Section 2 Use Case</vt:lpstr>
      <vt:lpstr>Web Booking Application</vt:lpstr>
      <vt:lpstr>Web Booking Application</vt:lpstr>
      <vt:lpstr>Web Booking Application</vt:lpstr>
      <vt:lpstr>Dialpad AI</vt:lpstr>
      <vt:lpstr>Dialpad AI </vt:lpstr>
      <vt:lpstr>Dialpad AI </vt:lpstr>
      <vt:lpstr>Bitrix &amp; CRM</vt:lpstr>
      <vt:lpstr>Bitrix &amp; CRM </vt:lpstr>
      <vt:lpstr>Bitrix &amp; CRM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Brandt</dc:creator>
  <cp:revision>1</cp:revision>
  <dcterms:created xsi:type="dcterms:W3CDTF">2024-04-18T20:24:44Z</dcterms:created>
  <dcterms:modified xsi:type="dcterms:W3CDTF">2026-03-17T20:48:51Z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0x010100C3C62FAA8EF8B742B6DC8585DFBEBC22</vt:lpwstr>
  </property>
  <property fmtid="{D5CDD505-2E9C-101B-9397-08002B2CF9AE}" pid="3" name="MediaServiceImageTags">
    <vt:lpwstr/>
  </property>
</Properties>
</file>