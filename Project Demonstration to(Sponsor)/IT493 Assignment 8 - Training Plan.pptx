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4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5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6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7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8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8" r:id="rId4"/>
    <p:sldMasterId id="2147483709" r:id="rId5"/>
  </p:sldMasterIdLst>
  <p:notesMasterIdLst>
    <p:notesMasterId r:id="rId17"/>
  </p:notesMasterIdLst>
  <p:sldIdLst>
    <p:sldId id="256" r:id="rId6"/>
    <p:sldId id="258" r:id="rId7"/>
    <p:sldId id="267" r:id="rId8"/>
    <p:sldId id="268" r:id="rId9"/>
    <p:sldId id="273" r:id="rId10"/>
    <p:sldId id="270" r:id="rId11"/>
    <p:sldId id="271" r:id="rId12"/>
    <p:sldId id="272" r:id="rId13"/>
    <p:sldId id="274" r:id="rId14"/>
    <p:sldId id="265" r:id="rId15"/>
    <p:sldId id="266" r:id="rId16"/>
  </p:sldIdLst>
  <p:sldSz cx="12192000" cy="6858000"/>
  <p:notesSz cx="6858000" cy="9144000"/>
  <p:embeddedFontLst>
    <p:embeddedFont>
      <p:font typeface="Libre Franklin" panose="020B0604020202020204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CCCB9"/>
    <a:srgbClr val="E7E6DB"/>
    <a:srgbClr val="BCE1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F751A8-827B-1023-4B06-82B73482FF25}" v="1" dt="2026-02-24T23:45:24.749"/>
    <p1510:client id="{240815F1-CA20-DCC3-37CF-1A1C1D8BC20C}" v="5" dt="2026-02-24T01:01:07.294"/>
    <p1510:client id="{73D1F521-5C13-0758-0B35-14E4ECCFB195}" v="789" dt="2026-02-24T01:24:02.808"/>
    <p1510:client id="{8E3177C1-7AC3-B413-6A87-97AB823FDBB7}" v="93" dt="2026-02-24T00:58:07.862"/>
    <p1510:client id="{8FFEDC69-0800-69E9-6F12-669E3951A718}" v="30" dt="2026-02-24T01:17:34.264"/>
    <p1510:client id="{A388D651-E6BA-EF0F-731F-5AFE7C3675A0}" v="10" dt="2026-02-24T01:20:35.744"/>
    <p1510:client id="{E017C116-9783-938C-6631-F45C7F35B85B}" v="15" dt="2026-02-24T01:06:32.947"/>
  </p1510:revLst>
</p1510:revInfo>
</file>

<file path=ppt/tableStyles.xml><?xml version="1.0" encoding="utf-8"?>
<a:tblStyleLst xmlns:a="http://schemas.openxmlformats.org/drawingml/2006/main" def="{5C22544A-7EE6-4342-B048-85BDC9FD1C3A}"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font" Target="fonts/font1.fntdata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font" Target="fonts/font4.fntdata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notesMaster" Target="notesMasters/notesMaster1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font" Target="fonts/font3.fntdata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openxmlformats.org/officeDocument/2006/relationships/font" Target="fonts/font2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is Mirza" userId="S::amirza20@gmu.edu::7cf37d13-fa58-4e6c-b027-2345587d419e" providerId="AD" clId="Web-{A388D651-E6BA-EF0F-731F-5AFE7C3675A0}"/>
    <pc:docChg chg="modSld">
      <pc:chgData name="Anis Mirza" userId="S::amirza20@gmu.edu::7cf37d13-fa58-4e6c-b027-2345587d419e" providerId="AD" clId="Web-{A388D651-E6BA-EF0F-731F-5AFE7C3675A0}" dt="2026-02-24T01:22:53.104" v="30" actId="20577"/>
      <pc:docMkLst>
        <pc:docMk/>
      </pc:docMkLst>
      <pc:sldChg chg="modSp">
        <pc:chgData name="Anis Mirza" userId="S::amirza20@gmu.edu::7cf37d13-fa58-4e6c-b027-2345587d419e" providerId="AD" clId="Web-{A388D651-E6BA-EF0F-731F-5AFE7C3675A0}" dt="2026-02-24T01:22:53.104" v="30" actId="20577"/>
        <pc:sldMkLst>
          <pc:docMk/>
          <pc:sldMk cId="614552050" sldId="271"/>
        </pc:sldMkLst>
        <pc:graphicFrameChg chg="modGraphic">
          <ac:chgData name="Anis Mirza" userId="S::amirza20@gmu.edu::7cf37d13-fa58-4e6c-b027-2345587d419e" providerId="AD" clId="Web-{A388D651-E6BA-EF0F-731F-5AFE7C3675A0}" dt="2026-02-24T01:22:53.104" v="30" actId="20577"/>
          <ac:graphicFrameMkLst>
            <pc:docMk/>
            <pc:sldMk cId="614552050" sldId="271"/>
            <ac:graphicFrameMk id="21" creationId="{D7F6CED3-8B5E-CAEF-B4C8-FFEC9EF99368}"/>
          </ac:graphicFrameMkLst>
        </pc:graphicFrameChg>
      </pc:sldChg>
      <pc:sldChg chg="modSp">
        <pc:chgData name="Anis Mirza" userId="S::amirza20@gmu.edu::7cf37d13-fa58-4e6c-b027-2345587d419e" providerId="AD" clId="Web-{A388D651-E6BA-EF0F-731F-5AFE7C3675A0}" dt="2026-02-24T01:22:40.401" v="28" actId="20577"/>
        <pc:sldMkLst>
          <pc:docMk/>
          <pc:sldMk cId="2526222921" sldId="272"/>
        </pc:sldMkLst>
        <pc:graphicFrameChg chg="modGraphic">
          <ac:chgData name="Anis Mirza" userId="S::amirza20@gmu.edu::7cf37d13-fa58-4e6c-b027-2345587d419e" providerId="AD" clId="Web-{A388D651-E6BA-EF0F-731F-5AFE7C3675A0}" dt="2026-02-24T01:22:40.401" v="28" actId="20577"/>
          <ac:graphicFrameMkLst>
            <pc:docMk/>
            <pc:sldMk cId="2526222921" sldId="272"/>
            <ac:graphicFrameMk id="7" creationId="{217C22AF-BB7F-8865-5730-E1D07C5C495C}"/>
          </ac:graphicFrameMkLst>
        </pc:graphicFrameChg>
      </pc:sldChg>
      <pc:sldChg chg="modSp">
        <pc:chgData name="Anis Mirza" userId="S::amirza20@gmu.edu::7cf37d13-fa58-4e6c-b027-2345587d419e" providerId="AD" clId="Web-{A388D651-E6BA-EF0F-731F-5AFE7C3675A0}" dt="2026-02-24T01:20:43.963" v="20" actId="20577"/>
        <pc:sldMkLst>
          <pc:docMk/>
          <pc:sldMk cId="483659288" sldId="273"/>
        </pc:sldMkLst>
        <pc:graphicFrameChg chg="mod modGraphic">
          <ac:chgData name="Anis Mirza" userId="S::amirza20@gmu.edu::7cf37d13-fa58-4e6c-b027-2345587d419e" providerId="AD" clId="Web-{A388D651-E6BA-EF0F-731F-5AFE7C3675A0}" dt="2026-02-24T01:20:43.963" v="20" actId="20577"/>
          <ac:graphicFrameMkLst>
            <pc:docMk/>
            <pc:sldMk cId="483659288" sldId="273"/>
            <ac:graphicFrameMk id="17" creationId="{6403DD8C-1A01-F6BD-74D4-9D78C03AEDB9}"/>
          </ac:graphicFrameMkLst>
        </pc:graphicFrameChg>
      </pc:sldChg>
    </pc:docChg>
  </pc:docChgLst>
  <pc:docChgLst>
    <pc:chgData name="Anis Mirza" userId="S::amirza20@gmu.edu::7cf37d13-fa58-4e6c-b027-2345587d419e" providerId="AD" clId="Web-{E017C116-9783-938C-6631-F45C7F35B85B}"/>
    <pc:docChg chg="modSld">
      <pc:chgData name="Anis Mirza" userId="S::amirza20@gmu.edu::7cf37d13-fa58-4e6c-b027-2345587d419e" providerId="AD" clId="Web-{E017C116-9783-938C-6631-F45C7F35B85B}" dt="2026-02-24T01:06:32.947" v="32" actId="1076"/>
      <pc:docMkLst>
        <pc:docMk/>
      </pc:docMkLst>
      <pc:sldChg chg="modSp">
        <pc:chgData name="Anis Mirza" userId="S::amirza20@gmu.edu::7cf37d13-fa58-4e6c-b027-2345587d419e" providerId="AD" clId="Web-{E017C116-9783-938C-6631-F45C7F35B85B}" dt="2026-02-24T01:05:51.101" v="28"/>
        <pc:sldMkLst>
          <pc:docMk/>
          <pc:sldMk cId="0" sldId="258"/>
        </pc:sldMkLst>
        <pc:graphicFrameChg chg="modGraphic">
          <ac:chgData name="Anis Mirza" userId="S::amirza20@gmu.edu::7cf37d13-fa58-4e6c-b027-2345587d419e" providerId="AD" clId="Web-{E017C116-9783-938C-6631-F45C7F35B85B}" dt="2026-02-24T01:05:51.101" v="28"/>
          <ac:graphicFrameMkLst>
            <pc:docMk/>
            <pc:sldMk cId="0" sldId="258"/>
            <ac:graphicFrameMk id="19" creationId="{37B98CB1-52E3-26A5-9896-B711EFEAE302}"/>
          </ac:graphicFrameMkLst>
        </pc:graphicFrameChg>
      </pc:sldChg>
      <pc:sldChg chg="modSp">
        <pc:chgData name="Anis Mirza" userId="S::amirza20@gmu.edu::7cf37d13-fa58-4e6c-b027-2345587d419e" providerId="AD" clId="Web-{E017C116-9783-938C-6631-F45C7F35B85B}" dt="2026-02-24T01:06:32.947" v="32" actId="1076"/>
        <pc:sldMkLst>
          <pc:docMk/>
          <pc:sldMk cId="3812515686" sldId="268"/>
        </pc:sldMkLst>
        <pc:graphicFrameChg chg="mod modGraphic">
          <ac:chgData name="Anis Mirza" userId="S::amirza20@gmu.edu::7cf37d13-fa58-4e6c-b027-2345587d419e" providerId="AD" clId="Web-{E017C116-9783-938C-6631-F45C7F35B85B}" dt="2026-02-24T01:04:47.331" v="22"/>
          <ac:graphicFrameMkLst>
            <pc:docMk/>
            <pc:sldMk cId="3812515686" sldId="268"/>
            <ac:graphicFrameMk id="31" creationId="{EE286F8C-BF8A-46F4-5F8D-F1DC60FEB646}"/>
          </ac:graphicFrameMkLst>
        </pc:graphicFrameChg>
        <pc:picChg chg="mod">
          <ac:chgData name="Anis Mirza" userId="S::amirza20@gmu.edu::7cf37d13-fa58-4e6c-b027-2345587d419e" providerId="AD" clId="Web-{E017C116-9783-938C-6631-F45C7F35B85B}" dt="2026-02-24T01:06:32.947" v="32" actId="1076"/>
          <ac:picMkLst>
            <pc:docMk/>
            <pc:sldMk cId="3812515686" sldId="268"/>
            <ac:picMk id="1083" creationId="{C80D06FB-74C9-34A9-0249-7EB52642739B}"/>
          </ac:picMkLst>
        </pc:picChg>
      </pc:sldChg>
      <pc:sldChg chg="modSp">
        <pc:chgData name="Anis Mirza" userId="S::amirza20@gmu.edu::7cf37d13-fa58-4e6c-b027-2345587d419e" providerId="AD" clId="Web-{E017C116-9783-938C-6631-F45C7F35B85B}" dt="2026-02-24T01:06:26.915" v="31"/>
        <pc:sldMkLst>
          <pc:docMk/>
          <pc:sldMk cId="558105415" sldId="269"/>
        </pc:sldMkLst>
        <pc:graphicFrameChg chg="modGraphic">
          <ac:chgData name="Anis Mirza" userId="S::amirza20@gmu.edu::7cf37d13-fa58-4e6c-b027-2345587d419e" providerId="AD" clId="Web-{E017C116-9783-938C-6631-F45C7F35B85B}" dt="2026-02-24T01:06:26.915" v="31"/>
          <ac:graphicFrameMkLst>
            <pc:docMk/>
            <pc:sldMk cId="558105415" sldId="269"/>
            <ac:graphicFrameMk id="2" creationId="{1E9F2FE8-B8A6-A8E9-B239-D0BBD746A6EF}"/>
          </ac:graphicFrameMkLst>
        </pc:graphicFrameChg>
      </pc:sldChg>
    </pc:docChg>
  </pc:docChgLst>
  <pc:docChgLst>
    <pc:chgData name="Anis Mirza" userId="S::amirza20@gmu.edu::7cf37d13-fa58-4e6c-b027-2345587d419e" providerId="AD" clId="Web-{20F751A8-827B-1023-4B06-82B73482FF25}"/>
    <pc:docChg chg="modSld">
      <pc:chgData name="Anis Mirza" userId="S::amirza20@gmu.edu::7cf37d13-fa58-4e6c-b027-2345587d419e" providerId="AD" clId="Web-{20F751A8-827B-1023-4B06-82B73482FF25}" dt="2026-02-24T23:45:24.749" v="2" actId="1076"/>
      <pc:docMkLst>
        <pc:docMk/>
      </pc:docMkLst>
      <pc:sldChg chg="modSp">
        <pc:chgData name="Anis Mirza" userId="S::amirza20@gmu.edu::7cf37d13-fa58-4e6c-b027-2345587d419e" providerId="AD" clId="Web-{20F751A8-827B-1023-4B06-82B73482FF25}" dt="2026-02-24T23:45:24.749" v="2" actId="1076"/>
        <pc:sldMkLst>
          <pc:docMk/>
          <pc:sldMk cId="0" sldId="256"/>
        </pc:sldMkLst>
        <pc:spChg chg="mod">
          <ac:chgData name="Anis Mirza" userId="S::amirza20@gmu.edu::7cf37d13-fa58-4e6c-b027-2345587d419e" providerId="AD" clId="Web-{20F751A8-827B-1023-4B06-82B73482FF25}" dt="2026-02-24T23:45:24.749" v="2" actId="1076"/>
          <ac:spMkLst>
            <pc:docMk/>
            <pc:sldMk cId="0" sldId="256"/>
            <ac:spMk id="293" creationId="{00000000-0000-0000-0000-000000000000}"/>
          </ac:spMkLst>
        </pc:spChg>
      </pc:sldChg>
      <pc:sldChg chg="modSp">
        <pc:chgData name="Anis Mirza" userId="S::amirza20@gmu.edu::7cf37d13-fa58-4e6c-b027-2345587d419e" providerId="AD" clId="Web-{20F751A8-827B-1023-4B06-82B73482FF25}" dt="2026-02-24T23:38:21.508" v="1" actId="1076"/>
        <pc:sldMkLst>
          <pc:docMk/>
          <pc:sldMk cId="2526222921" sldId="272"/>
        </pc:sldMkLst>
        <pc:graphicFrameChg chg="mod">
          <ac:chgData name="Anis Mirza" userId="S::amirza20@gmu.edu::7cf37d13-fa58-4e6c-b027-2345587d419e" providerId="AD" clId="Web-{20F751A8-827B-1023-4B06-82B73482FF25}" dt="2026-02-24T23:38:21.508" v="1" actId="1076"/>
          <ac:graphicFrameMkLst>
            <pc:docMk/>
            <pc:sldMk cId="2526222921" sldId="272"/>
            <ac:graphicFrameMk id="7" creationId="{217C22AF-BB7F-8865-5730-E1D07C5C495C}"/>
          </ac:graphicFrameMkLst>
        </pc:graphicFrameChg>
      </pc:sldChg>
    </pc:docChg>
  </pc:docChgLst>
  <pc:docChgLst>
    <pc:chgData name="Anis Mirza" userId="S::amirza20@gmu.edu::7cf37d13-fa58-4e6c-b027-2345587d419e" providerId="AD" clId="Web-{8FFEDC69-0800-69E9-6F12-669E3951A718}"/>
    <pc:docChg chg="addSld delSld modSld">
      <pc:chgData name="Anis Mirza" userId="S::amirza20@gmu.edu::7cf37d13-fa58-4e6c-b027-2345587d419e" providerId="AD" clId="Web-{8FFEDC69-0800-69E9-6F12-669E3951A718}" dt="2026-02-24T01:17:34.264" v="379"/>
      <pc:docMkLst>
        <pc:docMk/>
      </pc:docMkLst>
      <pc:sldChg chg="del">
        <pc:chgData name="Anis Mirza" userId="S::amirza20@gmu.edu::7cf37d13-fa58-4e6c-b027-2345587d419e" providerId="AD" clId="Web-{8FFEDC69-0800-69E9-6F12-669E3951A718}" dt="2026-02-24T01:08:07.461" v="0"/>
        <pc:sldMkLst>
          <pc:docMk/>
          <pc:sldMk cId="558105415" sldId="269"/>
        </pc:sldMkLst>
      </pc:sldChg>
      <pc:sldChg chg="modSp">
        <pc:chgData name="Anis Mirza" userId="S::amirza20@gmu.edu::7cf37d13-fa58-4e6c-b027-2345587d419e" providerId="AD" clId="Web-{8FFEDC69-0800-69E9-6F12-669E3951A718}" dt="2026-02-24T01:15:16.273" v="362" actId="1076"/>
        <pc:sldMkLst>
          <pc:docMk/>
          <pc:sldMk cId="614552050" sldId="271"/>
        </pc:sldMkLst>
        <pc:spChg chg="mod">
          <ac:chgData name="Anis Mirza" userId="S::amirza20@gmu.edu::7cf37d13-fa58-4e6c-b027-2345587d419e" providerId="AD" clId="Web-{8FFEDC69-0800-69E9-6F12-669E3951A718}" dt="2026-02-24T01:15:16.273" v="362" actId="1076"/>
          <ac:spMkLst>
            <pc:docMk/>
            <pc:sldMk cId="614552050" sldId="271"/>
            <ac:spMk id="316" creationId="{88B7E310-22BB-89E0-6BD5-C41BD0A42024}"/>
          </ac:spMkLst>
        </pc:spChg>
      </pc:sldChg>
      <pc:sldChg chg="modSp add replId">
        <pc:chgData name="Anis Mirza" userId="S::amirza20@gmu.edu::7cf37d13-fa58-4e6c-b027-2345587d419e" providerId="AD" clId="Web-{8FFEDC69-0800-69E9-6F12-669E3951A718}" dt="2026-02-24T01:17:34.264" v="379"/>
        <pc:sldMkLst>
          <pc:docMk/>
          <pc:sldMk cId="483659288" sldId="273"/>
        </pc:sldMkLst>
        <pc:graphicFrameChg chg="mod modGraphic">
          <ac:chgData name="Anis Mirza" userId="S::amirza20@gmu.edu::7cf37d13-fa58-4e6c-b027-2345587d419e" providerId="AD" clId="Web-{8FFEDC69-0800-69E9-6F12-669E3951A718}" dt="2026-02-24T01:17:34.264" v="379"/>
          <ac:graphicFrameMkLst>
            <pc:docMk/>
            <pc:sldMk cId="483659288" sldId="273"/>
            <ac:graphicFrameMk id="17" creationId="{6403DD8C-1A01-F6BD-74D4-9D78C03AEDB9}"/>
          </ac:graphicFrameMkLst>
        </pc:graphicFrameChg>
      </pc:sldChg>
      <pc:sldChg chg="new del">
        <pc:chgData name="Anis Mirza" userId="S::amirza20@gmu.edu::7cf37d13-fa58-4e6c-b027-2345587d419e" providerId="AD" clId="Web-{8FFEDC69-0800-69E9-6F12-669E3951A718}" dt="2026-02-24T01:10:06.294" v="2"/>
        <pc:sldMkLst>
          <pc:docMk/>
          <pc:sldMk cId="1900936714" sldId="273"/>
        </pc:sldMkLst>
      </pc:sldChg>
    </pc:docChg>
  </pc:docChgLst>
  <pc:docChgLst>
    <pc:chgData name="Anis Mirza" userId="S::amirza20@gmu.edu::7cf37d13-fa58-4e6c-b027-2345587d419e" providerId="AD" clId="Web-{73D1F521-5C13-0758-0B35-14E4ECCFB195}"/>
    <pc:docChg chg="addSld delSld modSld sldOrd">
      <pc:chgData name="Anis Mirza" userId="S::amirza20@gmu.edu::7cf37d13-fa58-4e6c-b027-2345587d419e" providerId="AD" clId="Web-{73D1F521-5C13-0758-0B35-14E4ECCFB195}" dt="2026-02-24T01:30:07.081" v="1569" actId="20577"/>
      <pc:docMkLst>
        <pc:docMk/>
      </pc:docMkLst>
      <pc:sldChg chg="modSp">
        <pc:chgData name="Anis Mirza" userId="S::amirza20@gmu.edu::7cf37d13-fa58-4e6c-b027-2345587d419e" providerId="AD" clId="Web-{73D1F521-5C13-0758-0B35-14E4ECCFB195}" dt="2026-02-23T19:00:38.670" v="6" actId="20577"/>
        <pc:sldMkLst>
          <pc:docMk/>
          <pc:sldMk cId="0" sldId="256"/>
        </pc:sldMkLst>
        <pc:spChg chg="mod">
          <ac:chgData name="Anis Mirza" userId="S::amirza20@gmu.edu::7cf37d13-fa58-4e6c-b027-2345587d419e" providerId="AD" clId="Web-{73D1F521-5C13-0758-0B35-14E4ECCFB195}" dt="2026-02-23T19:00:38.670" v="6" actId="20577"/>
          <ac:spMkLst>
            <pc:docMk/>
            <pc:sldMk cId="0" sldId="256"/>
            <ac:spMk id="2" creationId="{078ADC92-41B1-9FF6-0A93-CB5D02EA5ADC}"/>
          </ac:spMkLst>
        </pc:spChg>
      </pc:sldChg>
      <pc:sldChg chg="del">
        <pc:chgData name="Anis Mirza" userId="S::amirza20@gmu.edu::7cf37d13-fa58-4e6c-b027-2345587d419e" providerId="AD" clId="Web-{73D1F521-5C13-0758-0B35-14E4ECCFB195}" dt="2026-02-23T19:00:46.639" v="7"/>
        <pc:sldMkLst>
          <pc:docMk/>
          <pc:sldMk cId="0" sldId="257"/>
        </pc:sldMkLst>
      </pc:sldChg>
      <pc:sldChg chg="addSp delSp modSp">
        <pc:chgData name="Anis Mirza" userId="S::amirza20@gmu.edu::7cf37d13-fa58-4e6c-b027-2345587d419e" providerId="AD" clId="Web-{73D1F521-5C13-0758-0B35-14E4ECCFB195}" dt="2026-02-24T01:02:05.943" v="1437"/>
        <pc:sldMkLst>
          <pc:docMk/>
          <pc:sldMk cId="0" sldId="258"/>
        </pc:sldMkLst>
        <pc:spChg chg="mod">
          <ac:chgData name="Anis Mirza" userId="S::amirza20@gmu.edu::7cf37d13-fa58-4e6c-b027-2345587d419e" providerId="AD" clId="Web-{73D1F521-5C13-0758-0B35-14E4ECCFB195}" dt="2026-02-23T20:21:17.797" v="1032" actId="20577"/>
          <ac:spMkLst>
            <pc:docMk/>
            <pc:sldMk cId="0" sldId="258"/>
            <ac:spMk id="316" creationId="{00000000-0000-0000-0000-000000000000}"/>
          </ac:spMkLst>
        </pc:spChg>
        <pc:graphicFrameChg chg="del">
          <ac:chgData name="Anis Mirza" userId="S::amirza20@gmu.edu::7cf37d13-fa58-4e6c-b027-2345587d419e" providerId="AD" clId="Web-{73D1F521-5C13-0758-0B35-14E4ECCFB195}" dt="2026-02-23T19:21:01.501" v="23"/>
          <ac:graphicFrameMkLst>
            <pc:docMk/>
            <pc:sldMk cId="0" sldId="258"/>
            <ac:graphicFrameMk id="5" creationId="{0B718BF8-E19C-8028-FA3A-7BABAAD5F644}"/>
          </ac:graphicFrameMkLst>
        </pc:graphicFrameChg>
        <pc:graphicFrameChg chg="add mod modGraphic">
          <ac:chgData name="Anis Mirza" userId="S::amirza20@gmu.edu::7cf37d13-fa58-4e6c-b027-2345587d419e" providerId="AD" clId="Web-{73D1F521-5C13-0758-0B35-14E4ECCFB195}" dt="2026-02-24T01:02:05.943" v="1437"/>
          <ac:graphicFrameMkLst>
            <pc:docMk/>
            <pc:sldMk cId="0" sldId="258"/>
            <ac:graphicFrameMk id="19" creationId="{37B98CB1-52E3-26A5-9896-B711EFEAE302}"/>
          </ac:graphicFrameMkLst>
        </pc:graphicFrameChg>
        <pc:graphicFrameChg chg="add mod modGraphic">
          <ac:chgData name="Anis Mirza" userId="S::amirza20@gmu.edu::7cf37d13-fa58-4e6c-b027-2345587d419e" providerId="AD" clId="Web-{73D1F521-5C13-0758-0B35-14E4ECCFB195}" dt="2026-02-23T19:26:43.345" v="66"/>
          <ac:graphicFrameMkLst>
            <pc:docMk/>
            <pc:sldMk cId="0" sldId="258"/>
            <ac:graphicFrameMk id="333" creationId="{3324515E-50E4-E273-8CA5-CD0E683434D2}"/>
          </ac:graphicFrameMkLst>
        </pc:graphicFrameChg>
      </pc:sldChg>
      <pc:sldChg chg="del">
        <pc:chgData name="Anis Mirza" userId="S::amirza20@gmu.edu::7cf37d13-fa58-4e6c-b027-2345587d419e" providerId="AD" clId="Web-{73D1F521-5C13-0758-0B35-14E4ECCFB195}" dt="2026-02-23T19:28:45.908" v="74"/>
        <pc:sldMkLst>
          <pc:docMk/>
          <pc:sldMk cId="0" sldId="259"/>
        </pc:sldMkLst>
      </pc:sldChg>
      <pc:sldChg chg="add del">
        <pc:chgData name="Anis Mirza" userId="S::amirza20@gmu.edu::7cf37d13-fa58-4e6c-b027-2345587d419e" providerId="AD" clId="Web-{73D1F521-5C13-0758-0B35-14E4ECCFB195}" dt="2026-02-23T19:29:01.517" v="83"/>
        <pc:sldMkLst>
          <pc:docMk/>
          <pc:sldMk cId="0" sldId="265"/>
        </pc:sldMkLst>
      </pc:sldChg>
      <pc:sldChg chg="modSp">
        <pc:chgData name="Anis Mirza" userId="S::amirza20@gmu.edu::7cf37d13-fa58-4e6c-b027-2345587d419e" providerId="AD" clId="Web-{73D1F521-5C13-0758-0B35-14E4ECCFB195}" dt="2026-02-24T01:24:02.808" v="1506" actId="20577"/>
        <pc:sldMkLst>
          <pc:docMk/>
          <pc:sldMk cId="0" sldId="266"/>
        </pc:sldMkLst>
        <pc:spChg chg="mod">
          <ac:chgData name="Anis Mirza" userId="S::amirza20@gmu.edu::7cf37d13-fa58-4e6c-b027-2345587d419e" providerId="AD" clId="Web-{73D1F521-5C13-0758-0B35-14E4ECCFB195}" dt="2026-02-24T01:16:35.576" v="1484" actId="20577"/>
          <ac:spMkLst>
            <pc:docMk/>
            <pc:sldMk cId="0" sldId="266"/>
            <ac:spMk id="498" creationId="{00000000-0000-0000-0000-000000000000}"/>
          </ac:spMkLst>
        </pc:spChg>
        <pc:spChg chg="mod">
          <ac:chgData name="Anis Mirza" userId="S::amirza20@gmu.edu::7cf37d13-fa58-4e6c-b027-2345587d419e" providerId="AD" clId="Web-{73D1F521-5C13-0758-0B35-14E4ECCFB195}" dt="2026-02-24T01:24:02.808" v="1506" actId="20577"/>
          <ac:spMkLst>
            <pc:docMk/>
            <pc:sldMk cId="0" sldId="266"/>
            <ac:spMk id="501" creationId="{00000000-0000-0000-0000-000000000000}"/>
          </ac:spMkLst>
        </pc:spChg>
      </pc:sldChg>
      <pc:sldChg chg="addSp delSp modSp add replId">
        <pc:chgData name="Anis Mirza" userId="S::amirza20@gmu.edu::7cf37d13-fa58-4e6c-b027-2345587d419e" providerId="AD" clId="Web-{73D1F521-5C13-0758-0B35-14E4ECCFB195}" dt="2026-02-23T19:58:44.504" v="447" actId="20577"/>
        <pc:sldMkLst>
          <pc:docMk/>
          <pc:sldMk cId="2599315849" sldId="267"/>
        </pc:sldMkLst>
        <pc:spChg chg="add mod">
          <ac:chgData name="Anis Mirza" userId="S::amirza20@gmu.edu::7cf37d13-fa58-4e6c-b027-2345587d419e" providerId="AD" clId="Web-{73D1F521-5C13-0758-0B35-14E4ECCFB195}" dt="2026-02-23T19:58:44.504" v="447" actId="20577"/>
          <ac:spMkLst>
            <pc:docMk/>
            <pc:sldMk cId="2599315849" sldId="267"/>
            <ac:spMk id="30" creationId="{F8339D03-9618-FD69-E168-209F2D786005}"/>
          </ac:spMkLst>
        </pc:spChg>
        <pc:spChg chg="del mod">
          <ac:chgData name="Anis Mirza" userId="S::amirza20@gmu.edu::7cf37d13-fa58-4e6c-b027-2345587d419e" providerId="AD" clId="Web-{73D1F521-5C13-0758-0B35-14E4ECCFB195}" dt="2026-02-23T19:30:15.674" v="89"/>
          <ac:spMkLst>
            <pc:docMk/>
            <pc:sldMk cId="2599315849" sldId="267"/>
            <ac:spMk id="316" creationId="{1A1F6875-5038-0184-6413-E9EE3CEF66DB}"/>
          </ac:spMkLst>
        </pc:spChg>
        <pc:spChg chg="add mod">
          <ac:chgData name="Anis Mirza" userId="S::amirza20@gmu.edu::7cf37d13-fa58-4e6c-b027-2345587d419e" providerId="AD" clId="Web-{73D1F521-5C13-0758-0B35-14E4ECCFB195}" dt="2026-02-23T19:37:17.602" v="162" actId="14100"/>
          <ac:spMkLst>
            <pc:docMk/>
            <pc:sldMk cId="2599315849" sldId="267"/>
            <ac:spMk id="329" creationId="{197E9207-CF87-9279-C8A1-CB5408861578}"/>
          </ac:spMkLst>
        </pc:spChg>
        <pc:graphicFrameChg chg="del">
          <ac:chgData name="Anis Mirza" userId="S::amirza20@gmu.edu::7cf37d13-fa58-4e6c-b027-2345587d419e" providerId="AD" clId="Web-{73D1F521-5C13-0758-0B35-14E4ECCFB195}" dt="2026-02-23T19:31:43.393" v="99"/>
          <ac:graphicFrameMkLst>
            <pc:docMk/>
            <pc:sldMk cId="2599315849" sldId="267"/>
            <ac:graphicFrameMk id="19" creationId="{B26668FC-40C0-6554-8C4B-9D985E88EF48}"/>
          </ac:graphicFrameMkLst>
        </pc:graphicFrameChg>
        <pc:graphicFrameChg chg="add del mod modGraphic">
          <ac:chgData name="Anis Mirza" userId="S::amirza20@gmu.edu::7cf37d13-fa58-4e6c-b027-2345587d419e" providerId="AD" clId="Web-{73D1F521-5C13-0758-0B35-14E4ECCFB195}" dt="2026-02-23T19:32:56.816" v="106"/>
          <ac:graphicFrameMkLst>
            <pc:docMk/>
            <pc:sldMk cId="2599315849" sldId="267"/>
            <ac:graphicFrameMk id="31" creationId="{D1CE3F69-D96B-6B18-1666-6664299CEBB5}"/>
          </ac:graphicFrameMkLst>
        </pc:graphicFrameChg>
        <pc:graphicFrameChg chg="add mod modGraphic">
          <ac:chgData name="Anis Mirza" userId="S::amirza20@gmu.edu::7cf37d13-fa58-4e6c-b027-2345587d419e" providerId="AD" clId="Web-{73D1F521-5C13-0758-0B35-14E4ECCFB195}" dt="2026-02-23T19:33:55.646" v="118" actId="20577"/>
          <ac:graphicFrameMkLst>
            <pc:docMk/>
            <pc:sldMk cId="2599315849" sldId="267"/>
            <ac:graphicFrameMk id="258" creationId="{2B88812D-26A7-5844-3AC7-B43D7A31C015}"/>
          </ac:graphicFrameMkLst>
        </pc:graphicFrameChg>
        <pc:graphicFrameChg chg="del">
          <ac:chgData name="Anis Mirza" userId="S::amirza20@gmu.edu::7cf37d13-fa58-4e6c-b027-2345587d419e" providerId="AD" clId="Web-{73D1F521-5C13-0758-0B35-14E4ECCFB195}" dt="2026-02-23T19:31:44.628" v="100"/>
          <ac:graphicFrameMkLst>
            <pc:docMk/>
            <pc:sldMk cId="2599315849" sldId="267"/>
            <ac:graphicFrameMk id="333" creationId="{514750DA-3E76-87BC-60A0-C6F024C8F462}"/>
          </ac:graphicFrameMkLst>
        </pc:graphicFrameChg>
      </pc:sldChg>
      <pc:sldChg chg="new del">
        <pc:chgData name="Anis Mirza" userId="S::amirza20@gmu.edu::7cf37d13-fa58-4e6c-b027-2345587d419e" providerId="AD" clId="Web-{73D1F521-5C13-0758-0B35-14E4ECCFB195}" dt="2026-02-23T19:29:24.768" v="85"/>
        <pc:sldMkLst>
          <pc:docMk/>
          <pc:sldMk cId="3375423851" sldId="267"/>
        </pc:sldMkLst>
      </pc:sldChg>
      <pc:sldChg chg="addSp delSp modSp add ord replId">
        <pc:chgData name="Anis Mirza" userId="S::amirza20@gmu.edu::7cf37d13-fa58-4e6c-b027-2345587d419e" providerId="AD" clId="Web-{73D1F521-5C13-0758-0B35-14E4ECCFB195}" dt="2026-02-24T01:27:28.250" v="1518" actId="1076"/>
        <pc:sldMkLst>
          <pc:docMk/>
          <pc:sldMk cId="3812515686" sldId="268"/>
        </pc:sldMkLst>
        <pc:spChg chg="mod">
          <ac:chgData name="Anis Mirza" userId="S::amirza20@gmu.edu::7cf37d13-fa58-4e6c-b027-2345587d419e" providerId="AD" clId="Web-{73D1F521-5C13-0758-0B35-14E4ECCFB195}" dt="2026-02-23T20:20:47.358" v="1026" actId="20577"/>
          <ac:spMkLst>
            <pc:docMk/>
            <pc:sldMk cId="3812515686" sldId="268"/>
            <ac:spMk id="316" creationId="{330B5E21-1B08-EF97-D770-48B90EB094E5}"/>
          </ac:spMkLst>
        </pc:spChg>
        <pc:spChg chg="add mod">
          <ac:chgData name="Anis Mirza" userId="S::amirza20@gmu.edu::7cf37d13-fa58-4e6c-b027-2345587d419e" providerId="AD" clId="Web-{73D1F521-5C13-0758-0B35-14E4ECCFB195}" dt="2026-02-23T20:00:48.069" v="554"/>
          <ac:spMkLst>
            <pc:docMk/>
            <pc:sldMk cId="3812515686" sldId="268"/>
            <ac:spMk id="1082" creationId="{B346E88E-954F-1DDC-9E0B-168763B9CA01}"/>
          </ac:spMkLst>
        </pc:spChg>
        <pc:graphicFrameChg chg="del">
          <ac:chgData name="Anis Mirza" userId="S::amirza20@gmu.edu::7cf37d13-fa58-4e6c-b027-2345587d419e" providerId="AD" clId="Web-{73D1F521-5C13-0758-0B35-14E4ECCFB195}" dt="2026-02-23T19:39:16.839" v="165"/>
          <ac:graphicFrameMkLst>
            <pc:docMk/>
            <pc:sldMk cId="3812515686" sldId="268"/>
            <ac:graphicFrameMk id="19" creationId="{E5E43616-B2D9-829E-5BA8-095F046D96ED}"/>
          </ac:graphicFrameMkLst>
        </pc:graphicFrameChg>
        <pc:graphicFrameChg chg="add del mod modGraphic">
          <ac:chgData name="Anis Mirza" userId="S::amirza20@gmu.edu::7cf37d13-fa58-4e6c-b027-2345587d419e" providerId="AD" clId="Web-{73D1F521-5C13-0758-0B35-14E4ECCFB195}" dt="2026-02-23T19:43:40.238" v="242"/>
          <ac:graphicFrameMkLst>
            <pc:docMk/>
            <pc:sldMk cId="3812515686" sldId="268"/>
            <ac:graphicFrameMk id="29" creationId="{5019D00A-1EE3-FFC2-8D18-CFD1E29FE043}"/>
          </ac:graphicFrameMkLst>
        </pc:graphicFrameChg>
        <pc:graphicFrameChg chg="mod modGraphic">
          <ac:chgData name="Anis Mirza" userId="S::amirza20@gmu.edu::7cf37d13-fa58-4e6c-b027-2345587d419e" providerId="AD" clId="Web-{73D1F521-5C13-0758-0B35-14E4ECCFB195}" dt="2026-02-24T01:27:28.250" v="1518" actId="1076"/>
          <ac:graphicFrameMkLst>
            <pc:docMk/>
            <pc:sldMk cId="3812515686" sldId="268"/>
            <ac:graphicFrameMk id="31" creationId="{EE286F8C-BF8A-46F4-5F8D-F1DC60FEB646}"/>
          </ac:graphicFrameMkLst>
        </pc:graphicFrameChg>
        <pc:graphicFrameChg chg="del">
          <ac:chgData name="Anis Mirza" userId="S::amirza20@gmu.edu::7cf37d13-fa58-4e6c-b027-2345587d419e" providerId="AD" clId="Web-{73D1F521-5C13-0758-0B35-14E4ECCFB195}" dt="2026-02-23T19:40:07.359" v="166"/>
          <ac:graphicFrameMkLst>
            <pc:docMk/>
            <pc:sldMk cId="3812515686" sldId="268"/>
            <ac:graphicFrameMk id="333" creationId="{BDB06716-AF50-9D16-55FC-86528D38F618}"/>
          </ac:graphicFrameMkLst>
        </pc:graphicFrameChg>
        <pc:graphicFrameChg chg="add del mod modGraphic">
          <ac:chgData name="Anis Mirza" userId="S::amirza20@gmu.edu::7cf37d13-fa58-4e6c-b027-2345587d419e" providerId="AD" clId="Web-{73D1F521-5C13-0758-0B35-14E4ECCFB195}" dt="2026-02-23T19:45:58.910" v="274"/>
          <ac:graphicFrameMkLst>
            <pc:docMk/>
            <pc:sldMk cId="3812515686" sldId="268"/>
            <ac:graphicFrameMk id="749" creationId="{25BE27F7-3924-7BAC-48EF-42C203E1B59A}"/>
          </ac:graphicFrameMkLst>
        </pc:graphicFrameChg>
        <pc:graphicFrameChg chg="add del mod modGraphic">
          <ac:chgData name="Anis Mirza" userId="S::amirza20@gmu.edu::7cf37d13-fa58-4e6c-b027-2345587d419e" providerId="AD" clId="Web-{73D1F521-5C13-0758-0B35-14E4ECCFB195}" dt="2026-02-23T19:48:24.403" v="285"/>
          <ac:graphicFrameMkLst>
            <pc:docMk/>
            <pc:sldMk cId="3812515686" sldId="268"/>
            <ac:graphicFrameMk id="936" creationId="{48308160-0BC2-EBA7-348A-8F428636AACB}"/>
          </ac:graphicFrameMkLst>
        </pc:graphicFrameChg>
        <pc:graphicFrameChg chg="add del mod modGraphic">
          <ac:chgData name="Anis Mirza" userId="S::amirza20@gmu.edu::7cf37d13-fa58-4e6c-b027-2345587d419e" providerId="AD" clId="Web-{73D1F521-5C13-0758-0B35-14E4ECCFB195}" dt="2026-02-23T19:51:39.105" v="289"/>
          <ac:graphicFrameMkLst>
            <pc:docMk/>
            <pc:sldMk cId="3812515686" sldId="268"/>
            <ac:graphicFrameMk id="1058" creationId="{62159088-464A-38E4-20D3-3D237FF02C67}"/>
          </ac:graphicFrameMkLst>
        </pc:graphicFrameChg>
        <pc:graphicFrameChg chg="add del mod">
          <ac:chgData name="Anis Mirza" userId="S::amirza20@gmu.edu::7cf37d13-fa58-4e6c-b027-2345587d419e" providerId="AD" clId="Web-{73D1F521-5C13-0758-0B35-14E4ECCFB195}" dt="2026-02-23T19:52:20.422" v="293"/>
          <ac:graphicFrameMkLst>
            <pc:docMk/>
            <pc:sldMk cId="3812515686" sldId="268"/>
            <ac:graphicFrameMk id="1080" creationId="{9A37E8FC-F480-CE7C-9257-4F6FBBD64CEF}"/>
          </ac:graphicFrameMkLst>
        </pc:graphicFrameChg>
        <pc:graphicFrameChg chg="add del mod modGraphic">
          <ac:chgData name="Anis Mirza" userId="S::amirza20@gmu.edu::7cf37d13-fa58-4e6c-b027-2345587d419e" providerId="AD" clId="Web-{73D1F521-5C13-0758-0B35-14E4ECCFB195}" dt="2026-02-23T19:55:39.107" v="320"/>
          <ac:graphicFrameMkLst>
            <pc:docMk/>
            <pc:sldMk cId="3812515686" sldId="268"/>
            <ac:graphicFrameMk id="1081" creationId="{257121FA-DE81-1C1E-81AE-4B79E03C290C}"/>
          </ac:graphicFrameMkLst>
        </pc:graphicFrameChg>
        <pc:picChg chg="add mod">
          <ac:chgData name="Anis Mirza" userId="S::amirza20@gmu.edu::7cf37d13-fa58-4e6c-b027-2345587d419e" providerId="AD" clId="Web-{73D1F521-5C13-0758-0B35-14E4ECCFB195}" dt="2026-02-23T20:01:49.212" v="558" actId="1076"/>
          <ac:picMkLst>
            <pc:docMk/>
            <pc:sldMk cId="3812515686" sldId="268"/>
            <ac:picMk id="1083" creationId="{C80D06FB-74C9-34A9-0249-7EB52642739B}"/>
          </ac:picMkLst>
        </pc:picChg>
      </pc:sldChg>
      <pc:sldChg chg="addSp delSp modSp add replId">
        <pc:chgData name="Anis Mirza" userId="S::amirza20@gmu.edu::7cf37d13-fa58-4e6c-b027-2345587d419e" providerId="AD" clId="Web-{73D1F521-5C13-0758-0B35-14E4ECCFB195}" dt="2026-02-23T20:20:42.061" v="1025" actId="20577"/>
        <pc:sldMkLst>
          <pc:docMk/>
          <pc:sldMk cId="558105415" sldId="269"/>
        </pc:sldMkLst>
        <pc:spChg chg="mod">
          <ac:chgData name="Anis Mirza" userId="S::amirza20@gmu.edu::7cf37d13-fa58-4e6c-b027-2345587d419e" providerId="AD" clId="Web-{73D1F521-5C13-0758-0B35-14E4ECCFB195}" dt="2026-02-23T20:20:42.061" v="1025" actId="20577"/>
          <ac:spMkLst>
            <pc:docMk/>
            <pc:sldMk cId="558105415" sldId="269"/>
            <ac:spMk id="316" creationId="{4B0569AE-A52C-CF86-0F59-B743B566880B}"/>
          </ac:spMkLst>
        </pc:spChg>
        <pc:spChg chg="mod">
          <ac:chgData name="Anis Mirza" userId="S::amirza20@gmu.edu::7cf37d13-fa58-4e6c-b027-2345587d419e" providerId="AD" clId="Web-{73D1F521-5C13-0758-0B35-14E4ECCFB195}" dt="2026-02-23T20:05:22.106" v="561" actId="20577"/>
          <ac:spMkLst>
            <pc:docMk/>
            <pc:sldMk cId="558105415" sldId="269"/>
            <ac:spMk id="1082" creationId="{BF697F42-50FC-0C13-A2E6-21DE106BEB72}"/>
          </ac:spMkLst>
        </pc:spChg>
        <pc:graphicFrameChg chg="add mod modGraphic">
          <ac:chgData name="Anis Mirza" userId="S::amirza20@gmu.edu::7cf37d13-fa58-4e6c-b027-2345587d419e" providerId="AD" clId="Web-{73D1F521-5C13-0758-0B35-14E4ECCFB195}" dt="2026-02-23T20:11:03.408" v="770" actId="20577"/>
          <ac:graphicFrameMkLst>
            <pc:docMk/>
            <pc:sldMk cId="558105415" sldId="269"/>
            <ac:graphicFrameMk id="2" creationId="{1E9F2FE8-B8A6-A8E9-B239-D0BBD746A6EF}"/>
          </ac:graphicFrameMkLst>
        </pc:graphicFrameChg>
        <pc:picChg chg="del">
          <ac:chgData name="Anis Mirza" userId="S::amirza20@gmu.edu::7cf37d13-fa58-4e6c-b027-2345587d419e" providerId="AD" clId="Web-{73D1F521-5C13-0758-0B35-14E4ECCFB195}" dt="2026-02-23T20:05:29.309" v="563"/>
          <ac:picMkLst>
            <pc:docMk/>
            <pc:sldMk cId="558105415" sldId="269"/>
            <ac:picMk id="1083" creationId="{02EDC4D0-6F9D-3497-F616-B2D4509779E7}"/>
          </ac:picMkLst>
        </pc:picChg>
      </pc:sldChg>
      <pc:sldChg chg="addSp delSp modSp add replId">
        <pc:chgData name="Anis Mirza" userId="S::amirza20@gmu.edu::7cf37d13-fa58-4e6c-b027-2345587d419e" providerId="AD" clId="Web-{73D1F521-5C13-0758-0B35-14E4ECCFB195}" dt="2026-02-24T01:21:35.084" v="1502" actId="20577"/>
        <pc:sldMkLst>
          <pc:docMk/>
          <pc:sldMk cId="84705598" sldId="270"/>
        </pc:sldMkLst>
        <pc:spChg chg="mod">
          <ac:chgData name="Anis Mirza" userId="S::amirza20@gmu.edu::7cf37d13-fa58-4e6c-b027-2345587d419e" providerId="AD" clId="Web-{73D1F521-5C13-0758-0B35-14E4ECCFB195}" dt="2026-02-24T01:21:35.084" v="1502" actId="20577"/>
          <ac:spMkLst>
            <pc:docMk/>
            <pc:sldMk cId="84705598" sldId="270"/>
            <ac:spMk id="316" creationId="{A9C1EEB1-477A-D94F-955F-A92AE552AA50}"/>
          </ac:spMkLst>
        </pc:spChg>
        <pc:graphicFrameChg chg="del">
          <ac:chgData name="Anis Mirza" userId="S::amirza20@gmu.edu::7cf37d13-fa58-4e6c-b027-2345587d419e" providerId="AD" clId="Web-{73D1F521-5C13-0758-0B35-14E4ECCFB195}" dt="2026-02-23T20:12:35.331" v="773"/>
          <ac:graphicFrameMkLst>
            <pc:docMk/>
            <pc:sldMk cId="84705598" sldId="270"/>
            <ac:graphicFrameMk id="2" creationId="{B5739DCA-B78C-9610-947F-F731AED981BB}"/>
          </ac:graphicFrameMkLst>
        </pc:graphicFrameChg>
        <pc:graphicFrameChg chg="add modGraphic">
          <ac:chgData name="Anis Mirza" userId="S::amirza20@gmu.edu::7cf37d13-fa58-4e6c-b027-2345587d419e" providerId="AD" clId="Web-{73D1F521-5C13-0758-0B35-14E4ECCFB195}" dt="2026-02-24T00:44:38.556" v="1034" actId="20577"/>
          <ac:graphicFrameMkLst>
            <pc:docMk/>
            <pc:sldMk cId="84705598" sldId="270"/>
            <ac:graphicFrameMk id="17" creationId="{DFB0ABC9-9275-13B7-1B9A-7CF37E2F2B54}"/>
          </ac:graphicFrameMkLst>
        </pc:graphicFrameChg>
      </pc:sldChg>
      <pc:sldChg chg="addSp delSp modSp add replId">
        <pc:chgData name="Anis Mirza" userId="S::amirza20@gmu.edu::7cf37d13-fa58-4e6c-b027-2345587d419e" providerId="AD" clId="Web-{73D1F521-5C13-0758-0B35-14E4ECCFB195}" dt="2026-02-24T01:30:07.081" v="1569" actId="20577"/>
        <pc:sldMkLst>
          <pc:docMk/>
          <pc:sldMk cId="614552050" sldId="271"/>
        </pc:sldMkLst>
        <pc:spChg chg="mod">
          <ac:chgData name="Anis Mirza" userId="S::amirza20@gmu.edu::7cf37d13-fa58-4e6c-b027-2345587d419e" providerId="AD" clId="Web-{73D1F521-5C13-0758-0B35-14E4ECCFB195}" dt="2026-02-24T00:48:24.154" v="1056" actId="1076"/>
          <ac:spMkLst>
            <pc:docMk/>
            <pc:sldMk cId="614552050" sldId="271"/>
            <ac:spMk id="316" creationId="{88B7E310-22BB-89E0-6BD5-C41BD0A42024}"/>
          </ac:spMkLst>
        </pc:spChg>
        <pc:graphicFrameChg chg="del">
          <ac:chgData name="Anis Mirza" userId="S::amirza20@gmu.edu::7cf37d13-fa58-4e6c-b027-2345587d419e" providerId="AD" clId="Web-{73D1F521-5C13-0758-0B35-14E4ECCFB195}" dt="2026-02-24T00:48:31.060" v="1057"/>
          <ac:graphicFrameMkLst>
            <pc:docMk/>
            <pc:sldMk cId="614552050" sldId="271"/>
            <ac:graphicFrameMk id="17" creationId="{CC460882-546A-7312-63D3-7542EBA66D36}"/>
          </ac:graphicFrameMkLst>
        </pc:graphicFrameChg>
        <pc:graphicFrameChg chg="add mod modGraphic">
          <ac:chgData name="Anis Mirza" userId="S::amirza20@gmu.edu::7cf37d13-fa58-4e6c-b027-2345587d419e" providerId="AD" clId="Web-{73D1F521-5C13-0758-0B35-14E4ECCFB195}" dt="2026-02-24T01:30:07.081" v="1569" actId="20577"/>
          <ac:graphicFrameMkLst>
            <pc:docMk/>
            <pc:sldMk cId="614552050" sldId="271"/>
            <ac:graphicFrameMk id="21" creationId="{D7F6CED3-8B5E-CAEF-B4C8-FFEC9EF99368}"/>
          </ac:graphicFrameMkLst>
        </pc:graphicFrameChg>
      </pc:sldChg>
      <pc:sldChg chg="addSp delSp modSp add replId">
        <pc:chgData name="Anis Mirza" userId="S::amirza20@gmu.edu::7cf37d13-fa58-4e6c-b027-2345587d419e" providerId="AD" clId="Web-{73D1F521-5C13-0758-0B35-14E4ECCFB195}" dt="2026-02-24T01:09:42.017" v="1465"/>
        <pc:sldMkLst>
          <pc:docMk/>
          <pc:sldMk cId="2526222921" sldId="272"/>
        </pc:sldMkLst>
        <pc:spChg chg="mod">
          <ac:chgData name="Anis Mirza" userId="S::amirza20@gmu.edu::7cf37d13-fa58-4e6c-b027-2345587d419e" providerId="AD" clId="Web-{73D1F521-5C13-0758-0B35-14E4ECCFB195}" dt="2026-02-24T00:58:54.472" v="1310" actId="1076"/>
          <ac:spMkLst>
            <pc:docMk/>
            <pc:sldMk cId="2526222921" sldId="272"/>
            <ac:spMk id="316" creationId="{302AAC8A-B1E4-F0A1-31C1-85E27DB7A2FF}"/>
          </ac:spMkLst>
        </pc:spChg>
        <pc:graphicFrameChg chg="add mod modGraphic">
          <ac:chgData name="Anis Mirza" userId="S::amirza20@gmu.edu::7cf37d13-fa58-4e6c-b027-2345587d419e" providerId="AD" clId="Web-{73D1F521-5C13-0758-0B35-14E4ECCFB195}" dt="2026-02-24T01:09:42.017" v="1465"/>
          <ac:graphicFrameMkLst>
            <pc:docMk/>
            <pc:sldMk cId="2526222921" sldId="272"/>
            <ac:graphicFrameMk id="7" creationId="{217C22AF-BB7F-8865-5730-E1D07C5C495C}"/>
          </ac:graphicFrameMkLst>
        </pc:graphicFrameChg>
        <pc:graphicFrameChg chg="del">
          <ac:chgData name="Anis Mirza" userId="S::amirza20@gmu.edu::7cf37d13-fa58-4e6c-b027-2345587d419e" providerId="AD" clId="Web-{73D1F521-5C13-0758-0B35-14E4ECCFB195}" dt="2026-02-24T00:58:12.939" v="1306"/>
          <ac:graphicFrameMkLst>
            <pc:docMk/>
            <pc:sldMk cId="2526222921" sldId="272"/>
            <ac:graphicFrameMk id="21" creationId="{66F70032-0F0B-E1CC-EDBF-0E4C8F4772C3}"/>
          </ac:graphicFrameMkLst>
        </pc:graphicFrameChg>
        <pc:picChg chg="add mod modCrop">
          <ac:chgData name="Anis Mirza" userId="S::amirza20@gmu.edu::7cf37d13-fa58-4e6c-b027-2345587d419e" providerId="AD" clId="Web-{73D1F521-5C13-0758-0B35-14E4ECCFB195}" dt="2026-02-24T01:08:21.938" v="1455" actId="1076"/>
          <ac:picMkLst>
            <pc:docMk/>
            <pc:sldMk cId="2526222921" sldId="272"/>
            <ac:picMk id="2223" creationId="{1D02068C-A63A-7617-FAEC-96442E049503}"/>
          </ac:picMkLst>
        </pc:picChg>
      </pc:sldChg>
      <pc:sldChg chg="modSp ord">
        <pc:chgData name="Anis Mirza" userId="S::amirza20@gmu.edu::7cf37d13-fa58-4e6c-b027-2345587d419e" providerId="AD" clId="Web-{73D1F521-5C13-0758-0B35-14E4ECCFB195}" dt="2026-02-24T01:28:17.688" v="1521" actId="20577"/>
        <pc:sldMkLst>
          <pc:docMk/>
          <pc:sldMk cId="483659288" sldId="273"/>
        </pc:sldMkLst>
        <pc:spChg chg="mod">
          <ac:chgData name="Anis Mirza" userId="S::amirza20@gmu.edu::7cf37d13-fa58-4e6c-b027-2345587d419e" providerId="AD" clId="Web-{73D1F521-5C13-0758-0B35-14E4ECCFB195}" dt="2026-02-24T01:21:22.646" v="1500" actId="20577"/>
          <ac:spMkLst>
            <pc:docMk/>
            <pc:sldMk cId="483659288" sldId="273"/>
            <ac:spMk id="316" creationId="{3883E80D-CE23-36F3-A622-9C928878898A}"/>
          </ac:spMkLst>
        </pc:spChg>
        <pc:graphicFrameChg chg="modGraphic">
          <ac:chgData name="Anis Mirza" userId="S::amirza20@gmu.edu::7cf37d13-fa58-4e6c-b027-2345587d419e" providerId="AD" clId="Web-{73D1F521-5C13-0758-0B35-14E4ECCFB195}" dt="2026-02-24T01:28:17.688" v="1521" actId="20577"/>
          <ac:graphicFrameMkLst>
            <pc:docMk/>
            <pc:sldMk cId="483659288" sldId="273"/>
            <ac:graphicFrameMk id="17" creationId="{6403DD8C-1A01-F6BD-74D4-9D78C03AEDB9}"/>
          </ac:graphicFrameMkLst>
        </pc:graphicFrameChg>
      </pc:sldChg>
      <pc:sldChg chg="addSp delSp modSp new mod setBg">
        <pc:chgData name="Anis Mirza" userId="S::amirza20@gmu.edu::7cf37d13-fa58-4e6c-b027-2345587d419e" providerId="AD" clId="Web-{73D1F521-5C13-0758-0B35-14E4ECCFB195}" dt="2026-02-24T01:11:24.706" v="1481"/>
        <pc:sldMkLst>
          <pc:docMk/>
          <pc:sldMk cId="3738279633" sldId="274"/>
        </pc:sldMkLst>
        <pc:spChg chg="del">
          <ac:chgData name="Anis Mirza" userId="S::amirza20@gmu.edu::7cf37d13-fa58-4e6c-b027-2345587d419e" providerId="AD" clId="Web-{73D1F521-5C13-0758-0B35-14E4ECCFB195}" dt="2026-02-24T01:10:55.097" v="1471"/>
          <ac:spMkLst>
            <pc:docMk/>
            <pc:sldMk cId="3738279633" sldId="274"/>
            <ac:spMk id="2" creationId="{06295E17-D42A-4ED8-8112-10BA0210C364}"/>
          </ac:spMkLst>
        </pc:spChg>
        <pc:spChg chg="del">
          <ac:chgData name="Anis Mirza" userId="S::amirza20@gmu.edu::7cf37d13-fa58-4e6c-b027-2345587d419e" providerId="AD" clId="Web-{73D1F521-5C13-0758-0B35-14E4ECCFB195}" dt="2026-02-24T01:10:52.503" v="1470"/>
          <ac:spMkLst>
            <pc:docMk/>
            <pc:sldMk cId="3738279633" sldId="274"/>
            <ac:spMk id="3" creationId="{36C7C23C-A373-B7A7-4E5A-96D1C042BB7B}"/>
          </ac:spMkLst>
        </pc:spChg>
        <pc:spChg chg="add del mod">
          <ac:chgData name="Anis Mirza" userId="S::amirza20@gmu.edu::7cf37d13-fa58-4e6c-b027-2345587d419e" providerId="AD" clId="Web-{73D1F521-5C13-0758-0B35-14E4ECCFB195}" dt="2026-02-24T01:10:49.346" v="1469"/>
          <ac:spMkLst>
            <pc:docMk/>
            <pc:sldMk cId="3738279633" sldId="274"/>
            <ac:spMk id="4" creationId="{1E17CEF8-1EEE-7383-CD82-2343963D7B97}"/>
          </ac:spMkLst>
        </pc:spChg>
        <pc:spChg chg="add del">
          <ac:chgData name="Anis Mirza" userId="S::amirza20@gmu.edu::7cf37d13-fa58-4e6c-b027-2345587d419e" providerId="AD" clId="Web-{73D1F521-5C13-0758-0B35-14E4ECCFB195}" dt="2026-02-24T01:11:14.612" v="1474"/>
          <ac:spMkLst>
            <pc:docMk/>
            <pc:sldMk cId="3738279633" sldId="274"/>
            <ac:spMk id="10" creationId="{AB8C311F-7253-4AED-9701-7FC0708C41C7}"/>
          </ac:spMkLst>
        </pc:spChg>
        <pc:spChg chg="add del">
          <ac:chgData name="Anis Mirza" userId="S::amirza20@gmu.edu::7cf37d13-fa58-4e6c-b027-2345587d419e" providerId="AD" clId="Web-{73D1F521-5C13-0758-0B35-14E4ECCFB195}" dt="2026-02-24T01:11:14.612" v="1474"/>
          <ac:spMkLst>
            <pc:docMk/>
            <pc:sldMk cId="3738279633" sldId="274"/>
            <ac:spMk id="12" creationId="{E2384209-CB15-4CDF-9D31-C44FD9A3F20D}"/>
          </ac:spMkLst>
        </pc:spChg>
        <pc:spChg chg="add del">
          <ac:chgData name="Anis Mirza" userId="S::amirza20@gmu.edu::7cf37d13-fa58-4e6c-b027-2345587d419e" providerId="AD" clId="Web-{73D1F521-5C13-0758-0B35-14E4ECCFB195}" dt="2026-02-24T01:11:14.612" v="1474"/>
          <ac:spMkLst>
            <pc:docMk/>
            <pc:sldMk cId="3738279633" sldId="274"/>
            <ac:spMk id="14" creationId="{2633B3B5-CC90-43F0-8714-D31D1F3F0209}"/>
          </ac:spMkLst>
        </pc:spChg>
        <pc:spChg chg="add del">
          <ac:chgData name="Anis Mirza" userId="S::amirza20@gmu.edu::7cf37d13-fa58-4e6c-b027-2345587d419e" providerId="AD" clId="Web-{73D1F521-5C13-0758-0B35-14E4ECCFB195}" dt="2026-02-24T01:11:14.612" v="1474"/>
          <ac:spMkLst>
            <pc:docMk/>
            <pc:sldMk cId="3738279633" sldId="274"/>
            <ac:spMk id="16" creationId="{A8D57A06-A426-446D-B02C-A2DC6B62E45E}"/>
          </ac:spMkLst>
        </pc:spChg>
        <pc:spChg chg="add del">
          <ac:chgData name="Anis Mirza" userId="S::amirza20@gmu.edu::7cf37d13-fa58-4e6c-b027-2345587d419e" providerId="AD" clId="Web-{73D1F521-5C13-0758-0B35-14E4ECCFB195}" dt="2026-02-24T01:11:17.441" v="1476"/>
          <ac:spMkLst>
            <pc:docMk/>
            <pc:sldMk cId="3738279633" sldId="274"/>
            <ac:spMk id="18" creationId="{42A4FC2C-047E-45A5-965D-8E1E3BF09BC6}"/>
          </ac:spMkLst>
        </pc:spChg>
        <pc:spChg chg="add del">
          <ac:chgData name="Anis Mirza" userId="S::amirza20@gmu.edu::7cf37d13-fa58-4e6c-b027-2345587d419e" providerId="AD" clId="Web-{73D1F521-5C13-0758-0B35-14E4ECCFB195}" dt="2026-02-24T01:11:22.050" v="1478"/>
          <ac:spMkLst>
            <pc:docMk/>
            <pc:sldMk cId="3738279633" sldId="274"/>
            <ac:spMk id="20" creationId="{AB8C311F-7253-4AED-9701-7FC0708C41C7}"/>
          </ac:spMkLst>
        </pc:spChg>
        <pc:spChg chg="add del">
          <ac:chgData name="Anis Mirza" userId="S::amirza20@gmu.edu::7cf37d13-fa58-4e6c-b027-2345587d419e" providerId="AD" clId="Web-{73D1F521-5C13-0758-0B35-14E4ECCFB195}" dt="2026-02-24T01:11:22.050" v="1478"/>
          <ac:spMkLst>
            <pc:docMk/>
            <pc:sldMk cId="3738279633" sldId="274"/>
            <ac:spMk id="21" creationId="{E2384209-CB15-4CDF-9D31-C44FD9A3F20D}"/>
          </ac:spMkLst>
        </pc:spChg>
        <pc:spChg chg="add del">
          <ac:chgData name="Anis Mirza" userId="S::amirza20@gmu.edu::7cf37d13-fa58-4e6c-b027-2345587d419e" providerId="AD" clId="Web-{73D1F521-5C13-0758-0B35-14E4ECCFB195}" dt="2026-02-24T01:11:22.050" v="1478"/>
          <ac:spMkLst>
            <pc:docMk/>
            <pc:sldMk cId="3738279633" sldId="274"/>
            <ac:spMk id="22" creationId="{2633B3B5-CC90-43F0-8714-D31D1F3F0209}"/>
          </ac:spMkLst>
        </pc:spChg>
        <pc:spChg chg="add del">
          <ac:chgData name="Anis Mirza" userId="S::amirza20@gmu.edu::7cf37d13-fa58-4e6c-b027-2345587d419e" providerId="AD" clId="Web-{73D1F521-5C13-0758-0B35-14E4ECCFB195}" dt="2026-02-24T01:11:22.050" v="1478"/>
          <ac:spMkLst>
            <pc:docMk/>
            <pc:sldMk cId="3738279633" sldId="274"/>
            <ac:spMk id="23" creationId="{A8D57A06-A426-446D-B02C-A2DC6B62E45E}"/>
          </ac:spMkLst>
        </pc:spChg>
        <pc:spChg chg="add del">
          <ac:chgData name="Anis Mirza" userId="S::amirza20@gmu.edu::7cf37d13-fa58-4e6c-b027-2345587d419e" providerId="AD" clId="Web-{73D1F521-5C13-0758-0B35-14E4ECCFB195}" dt="2026-02-24T01:11:24.706" v="1480"/>
          <ac:spMkLst>
            <pc:docMk/>
            <pc:sldMk cId="3738279633" sldId="274"/>
            <ac:spMk id="25" creationId="{2215C6C6-E45C-4179-9FC1-E8A4C1D47430}"/>
          </ac:spMkLst>
        </pc:spChg>
        <pc:spChg chg="add del">
          <ac:chgData name="Anis Mirza" userId="S::amirza20@gmu.edu::7cf37d13-fa58-4e6c-b027-2345587d419e" providerId="AD" clId="Web-{73D1F521-5C13-0758-0B35-14E4ECCFB195}" dt="2026-02-24T01:11:24.706" v="1480"/>
          <ac:spMkLst>
            <pc:docMk/>
            <pc:sldMk cId="3738279633" sldId="274"/>
            <ac:spMk id="28" creationId="{3776B14B-F2F4-4825-8DA8-8C7A0F2B3960}"/>
          </ac:spMkLst>
        </pc:spChg>
        <pc:spChg chg="add">
          <ac:chgData name="Anis Mirza" userId="S::amirza20@gmu.edu::7cf37d13-fa58-4e6c-b027-2345587d419e" providerId="AD" clId="Web-{73D1F521-5C13-0758-0B35-14E4ECCFB195}" dt="2026-02-24T01:11:24.706" v="1481"/>
          <ac:spMkLst>
            <pc:docMk/>
            <pc:sldMk cId="3738279633" sldId="274"/>
            <ac:spMk id="30" creationId="{AB8C311F-7253-4AED-9701-7FC0708C41C7}"/>
          </ac:spMkLst>
        </pc:spChg>
        <pc:spChg chg="add">
          <ac:chgData name="Anis Mirza" userId="S::amirza20@gmu.edu::7cf37d13-fa58-4e6c-b027-2345587d419e" providerId="AD" clId="Web-{73D1F521-5C13-0758-0B35-14E4ECCFB195}" dt="2026-02-24T01:11:24.706" v="1481"/>
          <ac:spMkLst>
            <pc:docMk/>
            <pc:sldMk cId="3738279633" sldId="274"/>
            <ac:spMk id="31" creationId="{E2384209-CB15-4CDF-9D31-C44FD9A3F20D}"/>
          </ac:spMkLst>
        </pc:spChg>
        <pc:spChg chg="add">
          <ac:chgData name="Anis Mirza" userId="S::amirza20@gmu.edu::7cf37d13-fa58-4e6c-b027-2345587d419e" providerId="AD" clId="Web-{73D1F521-5C13-0758-0B35-14E4ECCFB195}" dt="2026-02-24T01:11:24.706" v="1481"/>
          <ac:spMkLst>
            <pc:docMk/>
            <pc:sldMk cId="3738279633" sldId="274"/>
            <ac:spMk id="32" creationId="{2633B3B5-CC90-43F0-8714-D31D1F3F0209}"/>
          </ac:spMkLst>
        </pc:spChg>
        <pc:spChg chg="add">
          <ac:chgData name="Anis Mirza" userId="S::amirza20@gmu.edu::7cf37d13-fa58-4e6c-b027-2345587d419e" providerId="AD" clId="Web-{73D1F521-5C13-0758-0B35-14E4ECCFB195}" dt="2026-02-24T01:11:24.706" v="1481"/>
          <ac:spMkLst>
            <pc:docMk/>
            <pc:sldMk cId="3738279633" sldId="274"/>
            <ac:spMk id="33" creationId="{A8D57A06-A426-446D-B02C-A2DC6B62E45E}"/>
          </ac:spMkLst>
        </pc:spChg>
        <pc:grpChg chg="add del">
          <ac:chgData name="Anis Mirza" userId="S::amirza20@gmu.edu::7cf37d13-fa58-4e6c-b027-2345587d419e" providerId="AD" clId="Web-{73D1F521-5C13-0758-0B35-14E4ECCFB195}" dt="2026-02-24T01:11:24.706" v="1480"/>
          <ac:grpSpMkLst>
            <pc:docMk/>
            <pc:sldMk cId="3738279633" sldId="274"/>
            <ac:grpSpMk id="26" creationId="{5FE9FE4C-C9E0-4C54-8010-EA9D29CD4D59}"/>
          </ac:grpSpMkLst>
        </pc:grpChg>
        <pc:picChg chg="add mod">
          <ac:chgData name="Anis Mirza" userId="S::amirza20@gmu.edu::7cf37d13-fa58-4e6c-b027-2345587d419e" providerId="AD" clId="Web-{73D1F521-5C13-0758-0B35-14E4ECCFB195}" dt="2026-02-24T01:11:24.706" v="1481"/>
          <ac:picMkLst>
            <pc:docMk/>
            <pc:sldMk cId="3738279633" sldId="274"/>
            <ac:picMk id="5" creationId="{254B48A2-F8DA-8E75-CA28-6BD0D3BC788F}"/>
          </ac:picMkLst>
        </pc:picChg>
      </pc:sldChg>
      <pc:sldChg chg="del">
        <pc:chgData name="Anis Mirza" userId="S::amirza20@gmu.edu::7cf37d13-fa58-4e6c-b027-2345587d419e" providerId="AD" clId="Web-{73D1F521-5C13-0758-0B35-14E4ECCFB195}" dt="2026-02-23T19:28:52.627" v="75"/>
        <pc:sldMkLst>
          <pc:docMk/>
          <pc:sldMk cId="1066532918" sldId="295"/>
        </pc:sldMkLst>
      </pc:sldChg>
      <pc:sldChg chg="del">
        <pc:chgData name="Anis Mirza" userId="S::amirza20@gmu.edu::7cf37d13-fa58-4e6c-b027-2345587d419e" providerId="AD" clId="Web-{73D1F521-5C13-0758-0B35-14E4ECCFB195}" dt="2026-02-23T19:28:53.736" v="76"/>
        <pc:sldMkLst>
          <pc:docMk/>
          <pc:sldMk cId="2775575272" sldId="296"/>
        </pc:sldMkLst>
      </pc:sldChg>
      <pc:sldChg chg="del">
        <pc:chgData name="Anis Mirza" userId="S::amirza20@gmu.edu::7cf37d13-fa58-4e6c-b027-2345587d419e" providerId="AD" clId="Web-{73D1F521-5C13-0758-0B35-14E4ECCFB195}" dt="2026-02-23T19:28:54.299" v="77"/>
        <pc:sldMkLst>
          <pc:docMk/>
          <pc:sldMk cId="3949841196" sldId="297"/>
        </pc:sldMkLst>
      </pc:sldChg>
      <pc:sldChg chg="del">
        <pc:chgData name="Anis Mirza" userId="S::amirza20@gmu.edu::7cf37d13-fa58-4e6c-b027-2345587d419e" providerId="AD" clId="Web-{73D1F521-5C13-0758-0B35-14E4ECCFB195}" dt="2026-02-23T19:28:54.799" v="78"/>
        <pc:sldMkLst>
          <pc:docMk/>
          <pc:sldMk cId="211229296" sldId="298"/>
        </pc:sldMkLst>
      </pc:sldChg>
      <pc:sldChg chg="del">
        <pc:chgData name="Anis Mirza" userId="S::amirza20@gmu.edu::7cf37d13-fa58-4e6c-b027-2345587d419e" providerId="AD" clId="Web-{73D1F521-5C13-0758-0B35-14E4ECCFB195}" dt="2026-02-23T19:28:55.361" v="79"/>
        <pc:sldMkLst>
          <pc:docMk/>
          <pc:sldMk cId="1320284246" sldId="299"/>
        </pc:sldMkLst>
      </pc:sldChg>
      <pc:sldChg chg="del">
        <pc:chgData name="Anis Mirza" userId="S::amirza20@gmu.edu::7cf37d13-fa58-4e6c-b027-2345587d419e" providerId="AD" clId="Web-{73D1F521-5C13-0758-0B35-14E4ECCFB195}" dt="2026-02-23T19:28:58.736" v="80"/>
        <pc:sldMkLst>
          <pc:docMk/>
          <pc:sldMk cId="4264141005" sldId="300"/>
        </pc:sldMkLst>
      </pc:sldChg>
      <pc:sldChg chg="del">
        <pc:chgData name="Anis Mirza" userId="S::amirza20@gmu.edu::7cf37d13-fa58-4e6c-b027-2345587d419e" providerId="AD" clId="Web-{73D1F521-5C13-0758-0B35-14E4ECCFB195}" dt="2026-02-23T19:28:58.814" v="81"/>
        <pc:sldMkLst>
          <pc:docMk/>
          <pc:sldMk cId="1664632528" sldId="301"/>
        </pc:sldMkLst>
      </pc:sldChg>
    </pc:docChg>
  </pc:docChgLst>
  <pc:docChgLst>
    <pc:chgData name="Anis Mirza" userId="S::amirza20@gmu.edu::7cf37d13-fa58-4e6c-b027-2345587d419e" providerId="AD" clId="Web-{C5803A9F-8AC2-2A58-9861-7B3DE8781E08}"/>
    <pc:docChg chg="modSld">
      <pc:chgData name="Anis Mirza" userId="S::amirza20@gmu.edu::7cf37d13-fa58-4e6c-b027-2345587d419e" providerId="AD" clId="Web-{C5803A9F-8AC2-2A58-9861-7B3DE8781E08}" dt="2026-02-24T00:50:59.801" v="4" actId="20577"/>
      <pc:docMkLst>
        <pc:docMk/>
      </pc:docMkLst>
      <pc:sldChg chg="modSp">
        <pc:chgData name="Anis Mirza" userId="S::amirza20@gmu.edu::7cf37d13-fa58-4e6c-b027-2345587d419e" providerId="AD" clId="Web-{C5803A9F-8AC2-2A58-9861-7B3DE8781E08}" dt="2026-02-24T00:50:59.801" v="4" actId="20577"/>
        <pc:sldMkLst>
          <pc:docMk/>
          <pc:sldMk cId="2599315849" sldId="267"/>
        </pc:sldMkLst>
        <pc:graphicFrameChg chg="modGraphic">
          <ac:chgData name="Anis Mirza" userId="S::amirza20@gmu.edu::7cf37d13-fa58-4e6c-b027-2345587d419e" providerId="AD" clId="Web-{C5803A9F-8AC2-2A58-9861-7B3DE8781E08}" dt="2026-02-24T00:50:59.801" v="4" actId="20577"/>
          <ac:graphicFrameMkLst>
            <pc:docMk/>
            <pc:sldMk cId="2599315849" sldId="267"/>
            <ac:graphicFrameMk id="258" creationId="{2B88812D-26A7-5844-3AC7-B43D7A31C015}"/>
          </ac:graphicFrameMkLst>
        </pc:graphicFrameChg>
      </pc:sldChg>
    </pc:docChg>
  </pc:docChgLst>
  <pc:docChgLst>
    <pc:chgData clId="Web-{73D1F521-5C13-0758-0B35-14E4ECCFB195}"/>
    <pc:docChg chg="modSld">
      <pc:chgData name="" userId="" providerId="" clId="Web-{73D1F521-5C13-0758-0B35-14E4ECCFB195}" dt="2026-02-23T19:00:30.014" v="0" actId="20577"/>
      <pc:docMkLst>
        <pc:docMk/>
      </pc:docMkLst>
      <pc:sldChg chg="modSp">
        <pc:chgData name="" userId="" providerId="" clId="Web-{73D1F521-5C13-0758-0B35-14E4ECCFB195}" dt="2026-02-23T19:00:30.014" v="0" actId="20577"/>
        <pc:sldMkLst>
          <pc:docMk/>
          <pc:sldMk cId="0" sldId="256"/>
        </pc:sldMkLst>
        <pc:spChg chg="mod">
          <ac:chgData name="" userId="" providerId="" clId="Web-{73D1F521-5C13-0758-0B35-14E4ECCFB195}" dt="2026-02-23T19:00:30.014" v="0" actId="20577"/>
          <ac:spMkLst>
            <pc:docMk/>
            <pc:sldMk cId="0" sldId="256"/>
            <ac:spMk id="2" creationId="{078ADC92-41B1-9FF6-0A93-CB5D02EA5ADC}"/>
          </ac:spMkLst>
        </pc:spChg>
      </pc:sldChg>
    </pc:docChg>
  </pc:docChgLst>
  <pc:docChgLst>
    <pc:chgData name="Anis Mirza" userId="S::amirza20@gmu.edu::7cf37d13-fa58-4e6c-b027-2345587d419e" providerId="AD" clId="Web-{240815F1-CA20-DCC3-37CF-1A1C1D8BC20C}"/>
    <pc:docChg chg="modSld">
      <pc:chgData name="Anis Mirza" userId="S::amirza20@gmu.edu::7cf37d13-fa58-4e6c-b027-2345587d419e" providerId="AD" clId="Web-{240815F1-CA20-DCC3-37CF-1A1C1D8BC20C}" dt="2026-02-24T01:01:31.372" v="283" actId="14100"/>
      <pc:docMkLst>
        <pc:docMk/>
      </pc:docMkLst>
      <pc:sldChg chg="delSp modSp">
        <pc:chgData name="Anis Mirza" userId="S::amirza20@gmu.edu::7cf37d13-fa58-4e6c-b027-2345587d419e" providerId="AD" clId="Web-{240815F1-CA20-DCC3-37CF-1A1C1D8BC20C}" dt="2026-02-24T01:01:31.372" v="283" actId="14100"/>
        <pc:sldMkLst>
          <pc:docMk/>
          <pc:sldMk cId="3812515686" sldId="268"/>
        </pc:sldMkLst>
        <pc:spChg chg="del mod">
          <ac:chgData name="Anis Mirza" userId="S::amirza20@gmu.edu::7cf37d13-fa58-4e6c-b027-2345587d419e" providerId="AD" clId="Web-{240815F1-CA20-DCC3-37CF-1A1C1D8BC20C}" dt="2026-02-24T01:01:07.294" v="279"/>
          <ac:spMkLst>
            <pc:docMk/>
            <pc:sldMk cId="3812515686" sldId="268"/>
            <ac:spMk id="1082" creationId="{B346E88E-954F-1DDC-9E0B-168763B9CA01}"/>
          </ac:spMkLst>
        </pc:spChg>
        <pc:graphicFrameChg chg="mod modGraphic">
          <ac:chgData name="Anis Mirza" userId="S::amirza20@gmu.edu::7cf37d13-fa58-4e6c-b027-2345587d419e" providerId="AD" clId="Web-{240815F1-CA20-DCC3-37CF-1A1C1D8BC20C}" dt="2026-02-24T01:01:31.372" v="283" actId="14100"/>
          <ac:graphicFrameMkLst>
            <pc:docMk/>
            <pc:sldMk cId="3812515686" sldId="268"/>
            <ac:graphicFrameMk id="31" creationId="{EE286F8C-BF8A-46F4-5F8D-F1DC60FEB646}"/>
          </ac:graphicFrameMkLst>
        </pc:graphicFrameChg>
      </pc:sldChg>
    </pc:docChg>
  </pc:docChgLst>
  <pc:docChgLst>
    <pc:chgData name="Anis Mirza" userId="S::amirza20@gmu.edu::7cf37d13-fa58-4e6c-b027-2345587d419e" providerId="AD" clId="Web-{8E3177C1-7AC3-B413-6A87-97AB823FDBB7}"/>
    <pc:docChg chg="modSld">
      <pc:chgData name="Anis Mirza" userId="S::amirza20@gmu.edu::7cf37d13-fa58-4e6c-b027-2345587d419e" providerId="AD" clId="Web-{8E3177C1-7AC3-B413-6A87-97AB823FDBB7}" dt="2026-02-24T00:58:38.269" v="135" actId="1076"/>
      <pc:docMkLst>
        <pc:docMk/>
      </pc:docMkLst>
      <pc:sldChg chg="addSp delSp modSp">
        <pc:chgData name="Anis Mirza" userId="S::amirza20@gmu.edu::7cf37d13-fa58-4e6c-b027-2345587d419e" providerId="AD" clId="Web-{8E3177C1-7AC3-B413-6A87-97AB823FDBB7}" dt="2026-02-24T00:58:38.269" v="135" actId="1076"/>
        <pc:sldMkLst>
          <pc:docMk/>
          <pc:sldMk cId="3812515686" sldId="268"/>
        </pc:sldMkLst>
        <pc:spChg chg="mod">
          <ac:chgData name="Anis Mirza" userId="S::amirza20@gmu.edu::7cf37d13-fa58-4e6c-b027-2345587d419e" providerId="AD" clId="Web-{8E3177C1-7AC3-B413-6A87-97AB823FDBB7}" dt="2026-02-24T00:53:48.443" v="52" actId="1076"/>
          <ac:spMkLst>
            <pc:docMk/>
            <pc:sldMk cId="3812515686" sldId="268"/>
            <ac:spMk id="1082" creationId="{B346E88E-954F-1DDC-9E0B-168763B9CA01}"/>
          </ac:spMkLst>
        </pc:spChg>
        <pc:graphicFrameChg chg="add del mod modGraphic">
          <ac:chgData name="Anis Mirza" userId="S::amirza20@gmu.edu::7cf37d13-fa58-4e6c-b027-2345587d419e" providerId="AD" clId="Web-{8E3177C1-7AC3-B413-6A87-97AB823FDBB7}" dt="2026-02-24T00:57:15.861" v="72"/>
          <ac:graphicFrameMkLst>
            <pc:docMk/>
            <pc:sldMk cId="3812515686" sldId="268"/>
            <ac:graphicFrameMk id="2" creationId="{F1B13792-D2D1-1CD0-2A03-7610284C22C8}"/>
          </ac:graphicFrameMkLst>
        </pc:graphicFrameChg>
        <pc:graphicFrameChg chg="add del mod modGraphic">
          <ac:chgData name="Anis Mirza" userId="S::amirza20@gmu.edu::7cf37d13-fa58-4e6c-b027-2345587d419e" providerId="AD" clId="Web-{8E3177C1-7AC3-B413-6A87-97AB823FDBB7}" dt="2026-02-24T00:57:32.002" v="74"/>
          <ac:graphicFrameMkLst>
            <pc:docMk/>
            <pc:sldMk cId="3812515686" sldId="268"/>
            <ac:graphicFrameMk id="13" creationId="{B5F164F8-6D9B-5CB3-0240-646D87F3637C}"/>
          </ac:graphicFrameMkLst>
        </pc:graphicFrameChg>
        <pc:graphicFrameChg chg="add del mod modGraphic">
          <ac:chgData name="Anis Mirza" userId="S::amirza20@gmu.edu::7cf37d13-fa58-4e6c-b027-2345587d419e" providerId="AD" clId="Web-{8E3177C1-7AC3-B413-6A87-97AB823FDBB7}" dt="2026-02-24T00:57:52.034" v="76"/>
          <ac:graphicFrameMkLst>
            <pc:docMk/>
            <pc:sldMk cId="3812515686" sldId="268"/>
            <ac:graphicFrameMk id="21" creationId="{D94E8135-09FA-7FA8-F5D7-17CB6342AC36}"/>
          </ac:graphicFrameMkLst>
        </pc:graphicFrameChg>
        <pc:graphicFrameChg chg="add mod modGraphic">
          <ac:chgData name="Anis Mirza" userId="S::amirza20@gmu.edu::7cf37d13-fa58-4e6c-b027-2345587d419e" providerId="AD" clId="Web-{8E3177C1-7AC3-B413-6A87-97AB823FDBB7}" dt="2026-02-24T00:58:38.269" v="135" actId="1076"/>
          <ac:graphicFrameMkLst>
            <pc:docMk/>
            <pc:sldMk cId="3812515686" sldId="268"/>
            <ac:graphicFrameMk id="31" creationId="{EE286F8C-BF8A-46F4-5F8D-F1DC60FEB646}"/>
          </ac:graphicFrameMkLst>
        </pc:graphicFrameChg>
      </pc:sldChg>
      <pc:sldChg chg="modSp">
        <pc:chgData name="Anis Mirza" userId="S::amirza20@gmu.edu::7cf37d13-fa58-4e6c-b027-2345587d419e" providerId="AD" clId="Web-{8E3177C1-7AC3-B413-6A87-97AB823FDBB7}" dt="2026-02-24T00:56:47.204" v="70" actId="1076"/>
        <pc:sldMkLst>
          <pc:docMk/>
          <pc:sldMk cId="558105415" sldId="269"/>
        </pc:sldMkLst>
        <pc:spChg chg="mod">
          <ac:chgData name="Anis Mirza" userId="S::amirza20@gmu.edu::7cf37d13-fa58-4e6c-b027-2345587d419e" providerId="AD" clId="Web-{8E3177C1-7AC3-B413-6A87-97AB823FDBB7}" dt="2026-02-24T00:56:47.204" v="70" actId="1076"/>
          <ac:spMkLst>
            <pc:docMk/>
            <pc:sldMk cId="558105415" sldId="269"/>
            <ac:spMk id="316" creationId="{4B0569AE-A52C-CF86-0F59-B743B566880B}"/>
          </ac:spMkLst>
        </pc:spChg>
      </pc:sldChg>
      <pc:sldChg chg="modSp">
        <pc:chgData name="Anis Mirza" userId="S::amirza20@gmu.edu::7cf37d13-fa58-4e6c-b027-2345587d419e" providerId="AD" clId="Web-{8E3177C1-7AC3-B413-6A87-97AB823FDBB7}" dt="2026-02-24T00:56:25.312" v="68" actId="14100"/>
        <pc:sldMkLst>
          <pc:docMk/>
          <pc:sldMk cId="84705598" sldId="270"/>
        </pc:sldMkLst>
        <pc:spChg chg="mod">
          <ac:chgData name="Anis Mirza" userId="S::amirza20@gmu.edu::7cf37d13-fa58-4e6c-b027-2345587d419e" providerId="AD" clId="Web-{8E3177C1-7AC3-B413-6A87-97AB823FDBB7}" dt="2026-02-24T00:56:25.312" v="68" actId="14100"/>
          <ac:spMkLst>
            <pc:docMk/>
            <pc:sldMk cId="84705598" sldId="270"/>
            <ac:spMk id="316" creationId="{A9C1EEB1-477A-D94F-955F-A92AE552AA50}"/>
          </ac:spMkLst>
        </pc:spChg>
        <pc:graphicFrameChg chg="mod modGraphic">
          <ac:chgData name="Anis Mirza" userId="S::amirza20@gmu.edu::7cf37d13-fa58-4e6c-b027-2345587d419e" providerId="AD" clId="Web-{8E3177C1-7AC3-B413-6A87-97AB823FDBB7}" dt="2026-02-24T00:56:07.265" v="65" actId="1076"/>
          <ac:graphicFrameMkLst>
            <pc:docMk/>
            <pc:sldMk cId="84705598" sldId="270"/>
            <ac:graphicFrameMk id="17" creationId="{DFB0ABC9-9275-13B7-1B9A-7CF37E2F2B54}"/>
          </ac:graphicFrameMkLst>
        </pc:graphicFrame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41ACDBC-7F36-40C4-B338-057043B94459}" type="doc">
      <dgm:prSet loTypeId="urn:microsoft.com/office/officeart/2005/8/layout/hList3" loCatId="list" qsTypeId="urn:microsoft.com/office/officeart/2005/8/quickstyle/simple1" qsCatId="simple" csTypeId="urn:microsoft.com/office/officeart/2005/8/colors/accent3_1" csCatId="accent3" phldr="1"/>
      <dgm:spPr/>
      <dgm:t>
        <a:bodyPr/>
        <a:lstStyle/>
        <a:p>
          <a:endParaRPr lang="en-US"/>
        </a:p>
      </dgm:t>
    </dgm:pt>
    <dgm:pt modelId="{9CFD74E4-036E-440C-990C-52505DEA7A6E}">
      <dgm:prSet phldrT="[Text]" phldr="0"/>
      <dgm:spPr/>
      <dgm:t>
        <a:bodyPr/>
        <a:lstStyle/>
        <a:p>
          <a:pPr rtl="0"/>
          <a:r>
            <a:rPr lang="en-US"/>
            <a:t>Web/Mobile Booking Application</a:t>
          </a:r>
        </a:p>
      </dgm:t>
    </dgm:pt>
    <dgm:pt modelId="{62B2E3BB-1282-47B9-AD64-A57A96FA2764}" type="parTrans" cxnId="{1DB50BC4-4197-4148-BF74-1A57B910A9FD}">
      <dgm:prSet/>
      <dgm:spPr/>
      <dgm:t>
        <a:bodyPr/>
        <a:lstStyle/>
        <a:p>
          <a:endParaRPr lang="en-US"/>
        </a:p>
      </dgm:t>
    </dgm:pt>
    <dgm:pt modelId="{EC46FAD1-D4E0-41FB-A68C-D99659075AA8}" type="sibTrans" cxnId="{1DB50BC4-4197-4148-BF74-1A57B910A9FD}">
      <dgm:prSet/>
      <dgm:spPr/>
      <dgm:t>
        <a:bodyPr/>
        <a:lstStyle/>
        <a:p>
          <a:endParaRPr lang="en-US"/>
        </a:p>
      </dgm:t>
    </dgm:pt>
    <dgm:pt modelId="{1F0FC1EE-1FEE-4402-AA3E-D12FC30F4539}">
      <dgm:prSet phldrT="[Text]" phldr="0"/>
      <dgm:spPr/>
      <dgm:t>
        <a:bodyPr/>
        <a:lstStyle/>
        <a:p>
          <a:pPr rtl="0"/>
          <a:r>
            <a:rPr lang="en-US"/>
            <a:t>Bitrix CRM Platform</a:t>
          </a:r>
        </a:p>
      </dgm:t>
    </dgm:pt>
    <dgm:pt modelId="{0ED09865-F17B-42D3-BFEB-E027D0C1D7C0}" type="parTrans" cxnId="{1CD5E042-361D-4160-8593-45E96A893ECF}">
      <dgm:prSet/>
      <dgm:spPr/>
      <dgm:t>
        <a:bodyPr/>
        <a:lstStyle/>
        <a:p>
          <a:endParaRPr lang="en-US"/>
        </a:p>
      </dgm:t>
    </dgm:pt>
    <dgm:pt modelId="{3FAECDAB-07D9-4A42-82E1-3C8EC2B1A426}" type="sibTrans" cxnId="{1CD5E042-361D-4160-8593-45E96A893ECF}">
      <dgm:prSet/>
      <dgm:spPr/>
      <dgm:t>
        <a:bodyPr/>
        <a:lstStyle/>
        <a:p>
          <a:endParaRPr lang="en-US"/>
        </a:p>
      </dgm:t>
    </dgm:pt>
    <dgm:pt modelId="{60163AF7-9611-427A-A312-076341879037}">
      <dgm:prSet phldrT="[Text]" phldr="0"/>
      <dgm:spPr/>
      <dgm:t>
        <a:bodyPr/>
        <a:lstStyle/>
        <a:p>
          <a:pPr rtl="0"/>
          <a:r>
            <a:rPr lang="en-US"/>
            <a:t>Dialpad AI Chat Assistant</a:t>
          </a:r>
        </a:p>
      </dgm:t>
    </dgm:pt>
    <dgm:pt modelId="{C284C160-AE20-4734-B38E-29CD5084C04D}" type="parTrans" cxnId="{59FF7A79-BEF7-405A-92D4-8BDBE89B95BF}">
      <dgm:prSet/>
      <dgm:spPr/>
      <dgm:t>
        <a:bodyPr/>
        <a:lstStyle/>
        <a:p>
          <a:endParaRPr lang="en-US"/>
        </a:p>
      </dgm:t>
    </dgm:pt>
    <dgm:pt modelId="{00C86C70-3ADE-485C-B3ED-F11E74C99134}" type="sibTrans" cxnId="{59FF7A79-BEF7-405A-92D4-8BDBE89B95BF}">
      <dgm:prSet/>
      <dgm:spPr/>
      <dgm:t>
        <a:bodyPr/>
        <a:lstStyle/>
        <a:p>
          <a:endParaRPr lang="en-US"/>
        </a:p>
      </dgm:t>
    </dgm:pt>
    <dgm:pt modelId="{13B6C661-5DC0-4FE7-8E32-8BCD2C39C197}">
      <dgm:prSet phldr="0"/>
      <dgm:spPr/>
      <dgm:t>
        <a:bodyPr/>
        <a:lstStyle/>
        <a:p>
          <a:pPr algn="l" rtl="0"/>
          <a:r>
            <a:rPr lang="en-US">
              <a:latin typeface="Arial"/>
            </a:rPr>
            <a:t>Training</a:t>
          </a:r>
          <a:r>
            <a:rPr lang="en-US"/>
            <a:t> prepares Tour Catchers LLC to independently operate and sustain:</a:t>
          </a:r>
          <a:endParaRPr lang="en-US">
            <a:latin typeface="Arial"/>
          </a:endParaRPr>
        </a:p>
      </dgm:t>
    </dgm:pt>
    <dgm:pt modelId="{1715B390-1AF8-47B2-8B78-868070596E4A}" type="parTrans" cxnId="{EB613893-F04C-4220-B3A9-3E4FAB239672}">
      <dgm:prSet/>
      <dgm:spPr/>
    </dgm:pt>
    <dgm:pt modelId="{AE14A822-45AA-4BFF-B5CA-FFC90550F56F}" type="sibTrans" cxnId="{EB613893-F04C-4220-B3A9-3E4FAB239672}">
      <dgm:prSet/>
      <dgm:spPr/>
    </dgm:pt>
    <dgm:pt modelId="{2484FDB5-F746-4933-9D0B-B18859676288}" type="pres">
      <dgm:prSet presAssocID="{941ACDBC-7F36-40C4-B338-057043B94459}" presName="composite" presStyleCnt="0">
        <dgm:presLayoutVars>
          <dgm:chMax val="1"/>
          <dgm:dir/>
          <dgm:resizeHandles val="exact"/>
        </dgm:presLayoutVars>
      </dgm:prSet>
      <dgm:spPr/>
    </dgm:pt>
    <dgm:pt modelId="{F351369A-5CD4-4010-B26D-7DBE720B60C7}" type="pres">
      <dgm:prSet presAssocID="{13B6C661-5DC0-4FE7-8E32-8BCD2C39C197}" presName="roof" presStyleLbl="dkBgShp" presStyleIdx="0" presStyleCnt="2"/>
      <dgm:spPr/>
    </dgm:pt>
    <dgm:pt modelId="{289DCD8D-846E-4353-9FDB-6ED50EC53AD0}" type="pres">
      <dgm:prSet presAssocID="{13B6C661-5DC0-4FE7-8E32-8BCD2C39C197}" presName="pillars" presStyleCnt="0"/>
      <dgm:spPr/>
    </dgm:pt>
    <dgm:pt modelId="{FB9B3DAB-7D3D-46AB-B7DC-3FEBC89685A2}" type="pres">
      <dgm:prSet presAssocID="{13B6C661-5DC0-4FE7-8E32-8BCD2C39C197}" presName="pillar1" presStyleLbl="node1" presStyleIdx="0" presStyleCnt="3">
        <dgm:presLayoutVars>
          <dgm:bulletEnabled val="1"/>
        </dgm:presLayoutVars>
      </dgm:prSet>
      <dgm:spPr/>
    </dgm:pt>
    <dgm:pt modelId="{442520BA-2928-437F-9E6C-19BBC429FC61}" type="pres">
      <dgm:prSet presAssocID="{1F0FC1EE-1FEE-4402-AA3E-D12FC30F4539}" presName="pillarX" presStyleLbl="node1" presStyleIdx="1" presStyleCnt="3">
        <dgm:presLayoutVars>
          <dgm:bulletEnabled val="1"/>
        </dgm:presLayoutVars>
      </dgm:prSet>
      <dgm:spPr/>
    </dgm:pt>
    <dgm:pt modelId="{EB8014A3-FAEC-41B6-AC7F-98658823B916}" type="pres">
      <dgm:prSet presAssocID="{60163AF7-9611-427A-A312-076341879037}" presName="pillarX" presStyleLbl="node1" presStyleIdx="2" presStyleCnt="3">
        <dgm:presLayoutVars>
          <dgm:bulletEnabled val="1"/>
        </dgm:presLayoutVars>
      </dgm:prSet>
      <dgm:spPr/>
    </dgm:pt>
    <dgm:pt modelId="{FDF58BCA-C37C-48DC-8AE0-231E48FF8DDD}" type="pres">
      <dgm:prSet presAssocID="{13B6C661-5DC0-4FE7-8E32-8BCD2C39C197}" presName="base" presStyleLbl="dkBgShp" presStyleIdx="1" presStyleCnt="2"/>
      <dgm:spPr/>
    </dgm:pt>
  </dgm:ptLst>
  <dgm:cxnLst>
    <dgm:cxn modelId="{8988FB15-4F77-43E2-B2C8-180253B51C45}" type="presOf" srcId="{9CFD74E4-036E-440C-990C-52505DEA7A6E}" destId="{FB9B3DAB-7D3D-46AB-B7DC-3FEBC89685A2}" srcOrd="0" destOrd="0" presId="urn:microsoft.com/office/officeart/2005/8/layout/hList3"/>
    <dgm:cxn modelId="{1CD5E042-361D-4160-8593-45E96A893ECF}" srcId="{13B6C661-5DC0-4FE7-8E32-8BCD2C39C197}" destId="{1F0FC1EE-1FEE-4402-AA3E-D12FC30F4539}" srcOrd="1" destOrd="0" parTransId="{0ED09865-F17B-42D3-BFEB-E027D0C1D7C0}" sibTransId="{3FAECDAB-07D9-4A42-82E1-3C8EC2B1A426}"/>
    <dgm:cxn modelId="{EEF6B16F-B00A-43A9-A665-C05648F37D34}" type="presOf" srcId="{13B6C661-5DC0-4FE7-8E32-8BCD2C39C197}" destId="{F351369A-5CD4-4010-B26D-7DBE720B60C7}" srcOrd="0" destOrd="0" presId="urn:microsoft.com/office/officeart/2005/8/layout/hList3"/>
    <dgm:cxn modelId="{59FF7A79-BEF7-405A-92D4-8BDBE89B95BF}" srcId="{13B6C661-5DC0-4FE7-8E32-8BCD2C39C197}" destId="{60163AF7-9611-427A-A312-076341879037}" srcOrd="2" destOrd="0" parTransId="{C284C160-AE20-4734-B38E-29CD5084C04D}" sibTransId="{00C86C70-3ADE-485C-B3ED-F11E74C99134}"/>
    <dgm:cxn modelId="{EB613893-F04C-4220-B3A9-3E4FAB239672}" srcId="{941ACDBC-7F36-40C4-B338-057043B94459}" destId="{13B6C661-5DC0-4FE7-8E32-8BCD2C39C197}" srcOrd="0" destOrd="0" parTransId="{1715B390-1AF8-47B2-8B78-868070596E4A}" sibTransId="{AE14A822-45AA-4BFF-B5CA-FFC90550F56F}"/>
    <dgm:cxn modelId="{1DB50BC4-4197-4148-BF74-1A57B910A9FD}" srcId="{13B6C661-5DC0-4FE7-8E32-8BCD2C39C197}" destId="{9CFD74E4-036E-440C-990C-52505DEA7A6E}" srcOrd="0" destOrd="0" parTransId="{62B2E3BB-1282-47B9-AD64-A57A96FA2764}" sibTransId="{EC46FAD1-D4E0-41FB-A68C-D99659075AA8}"/>
    <dgm:cxn modelId="{CF9CD6D0-C245-4DC4-AD6B-05CC079F9713}" type="presOf" srcId="{60163AF7-9611-427A-A312-076341879037}" destId="{EB8014A3-FAEC-41B6-AC7F-98658823B916}" srcOrd="0" destOrd="0" presId="urn:microsoft.com/office/officeart/2005/8/layout/hList3"/>
    <dgm:cxn modelId="{550595EE-A767-4AC0-9AD0-64744D6E8F4B}" type="presOf" srcId="{941ACDBC-7F36-40C4-B338-057043B94459}" destId="{2484FDB5-F746-4933-9D0B-B18859676288}" srcOrd="0" destOrd="0" presId="urn:microsoft.com/office/officeart/2005/8/layout/hList3"/>
    <dgm:cxn modelId="{4C0BABF0-298B-4D6E-8849-7640A062273F}" type="presOf" srcId="{1F0FC1EE-1FEE-4402-AA3E-D12FC30F4539}" destId="{442520BA-2928-437F-9E6C-19BBC429FC61}" srcOrd="0" destOrd="0" presId="urn:microsoft.com/office/officeart/2005/8/layout/hList3"/>
    <dgm:cxn modelId="{680D3AE6-F651-4383-9D0F-E699CD4240BA}" type="presParOf" srcId="{2484FDB5-F746-4933-9D0B-B18859676288}" destId="{F351369A-5CD4-4010-B26D-7DBE720B60C7}" srcOrd="0" destOrd="0" presId="urn:microsoft.com/office/officeart/2005/8/layout/hList3"/>
    <dgm:cxn modelId="{41F6F636-3FCF-41EF-9544-DB2AE733F846}" type="presParOf" srcId="{2484FDB5-F746-4933-9D0B-B18859676288}" destId="{289DCD8D-846E-4353-9FDB-6ED50EC53AD0}" srcOrd="1" destOrd="0" presId="urn:microsoft.com/office/officeart/2005/8/layout/hList3"/>
    <dgm:cxn modelId="{83A2D1F2-0F78-4075-ABAC-46B5D54D3E5B}" type="presParOf" srcId="{289DCD8D-846E-4353-9FDB-6ED50EC53AD0}" destId="{FB9B3DAB-7D3D-46AB-B7DC-3FEBC89685A2}" srcOrd="0" destOrd="0" presId="urn:microsoft.com/office/officeart/2005/8/layout/hList3"/>
    <dgm:cxn modelId="{3D2E021A-BC4B-4057-B611-8EF568A156D8}" type="presParOf" srcId="{289DCD8D-846E-4353-9FDB-6ED50EC53AD0}" destId="{442520BA-2928-437F-9E6C-19BBC429FC61}" srcOrd="1" destOrd="0" presId="urn:microsoft.com/office/officeart/2005/8/layout/hList3"/>
    <dgm:cxn modelId="{E7620896-2719-4F05-AFD4-3134EF3CF32C}" type="presParOf" srcId="{289DCD8D-846E-4353-9FDB-6ED50EC53AD0}" destId="{EB8014A3-FAEC-41B6-AC7F-98658823B916}" srcOrd="2" destOrd="0" presId="urn:microsoft.com/office/officeart/2005/8/layout/hList3"/>
    <dgm:cxn modelId="{034C579B-C00F-4DC2-B350-718DB608512E}" type="presParOf" srcId="{2484FDB5-F746-4933-9D0B-B18859676288}" destId="{FDF58BCA-C37C-48DC-8AE0-231E48FF8DDD}" srcOrd="2" destOrd="0" presId="urn:microsoft.com/office/officeart/2005/8/layout/hLis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41ACDBC-7F36-40C4-B338-057043B94459}" type="doc">
      <dgm:prSet loTypeId="urn:microsoft.com/office/officeart/2005/8/layout/hList3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9CFD74E4-036E-440C-990C-52505DEA7A6E}">
      <dgm:prSet phldrT="[Text]" phldr="0"/>
      <dgm:spPr/>
      <dgm:t>
        <a:bodyPr/>
        <a:lstStyle/>
        <a:p>
          <a:pPr algn="l"/>
          <a:r>
            <a:rPr lang="en-US"/>
            <a:t>Accurate data management</a:t>
          </a:r>
        </a:p>
      </dgm:t>
    </dgm:pt>
    <dgm:pt modelId="{62B2E3BB-1282-47B9-AD64-A57A96FA2764}" type="parTrans" cxnId="{1DB50BC4-4197-4148-BF74-1A57B910A9FD}">
      <dgm:prSet/>
      <dgm:spPr/>
      <dgm:t>
        <a:bodyPr/>
        <a:lstStyle/>
        <a:p>
          <a:endParaRPr lang="en-US"/>
        </a:p>
      </dgm:t>
    </dgm:pt>
    <dgm:pt modelId="{EC46FAD1-D4E0-41FB-A68C-D99659075AA8}" type="sibTrans" cxnId="{1DB50BC4-4197-4148-BF74-1A57B910A9FD}">
      <dgm:prSet/>
      <dgm:spPr/>
      <dgm:t>
        <a:bodyPr/>
        <a:lstStyle/>
        <a:p>
          <a:endParaRPr lang="en-US"/>
        </a:p>
      </dgm:t>
    </dgm:pt>
    <dgm:pt modelId="{1F0FC1EE-1FEE-4402-AA3E-D12FC30F4539}">
      <dgm:prSet phldrT="[Text]" phldr="0"/>
      <dgm:spPr/>
      <dgm:t>
        <a:bodyPr/>
        <a:lstStyle/>
        <a:p>
          <a:pPr algn="l"/>
          <a:r>
            <a:rPr lang="en-US"/>
            <a:t>Reduced operational errors</a:t>
          </a:r>
        </a:p>
      </dgm:t>
    </dgm:pt>
    <dgm:pt modelId="{0ED09865-F17B-42D3-BFEB-E027D0C1D7C0}" type="parTrans" cxnId="{1CD5E042-361D-4160-8593-45E96A893ECF}">
      <dgm:prSet/>
      <dgm:spPr/>
      <dgm:t>
        <a:bodyPr/>
        <a:lstStyle/>
        <a:p>
          <a:endParaRPr lang="en-US"/>
        </a:p>
      </dgm:t>
    </dgm:pt>
    <dgm:pt modelId="{3FAECDAB-07D9-4A42-82E1-3C8EC2B1A426}" type="sibTrans" cxnId="{1CD5E042-361D-4160-8593-45E96A893ECF}">
      <dgm:prSet/>
      <dgm:spPr/>
      <dgm:t>
        <a:bodyPr/>
        <a:lstStyle/>
        <a:p>
          <a:endParaRPr lang="en-US"/>
        </a:p>
      </dgm:t>
    </dgm:pt>
    <dgm:pt modelId="{60163AF7-9611-427A-A312-076341879037}">
      <dgm:prSet phldrT="[Text]" phldr="0"/>
      <dgm:spPr/>
      <dgm:t>
        <a:bodyPr/>
        <a:lstStyle/>
        <a:p>
          <a:r>
            <a:rPr lang="en-US"/>
            <a:t>Long term sustainability after capstone handoff</a:t>
          </a:r>
        </a:p>
      </dgm:t>
    </dgm:pt>
    <dgm:pt modelId="{C284C160-AE20-4734-B38E-29CD5084C04D}" type="parTrans" cxnId="{59FF7A79-BEF7-405A-92D4-8BDBE89B95BF}">
      <dgm:prSet/>
      <dgm:spPr/>
      <dgm:t>
        <a:bodyPr/>
        <a:lstStyle/>
        <a:p>
          <a:endParaRPr lang="en-US"/>
        </a:p>
      </dgm:t>
    </dgm:pt>
    <dgm:pt modelId="{00C86C70-3ADE-485C-B3ED-F11E74C99134}" type="sibTrans" cxnId="{59FF7A79-BEF7-405A-92D4-8BDBE89B95BF}">
      <dgm:prSet/>
      <dgm:spPr/>
      <dgm:t>
        <a:bodyPr/>
        <a:lstStyle/>
        <a:p>
          <a:endParaRPr lang="en-US"/>
        </a:p>
      </dgm:t>
    </dgm:pt>
    <dgm:pt modelId="{13B6C661-5DC0-4FE7-8E32-8BCD2C39C197}">
      <dgm:prSet phldr="0" custT="1"/>
      <dgm:spPr/>
      <dgm:t>
        <a:bodyPr/>
        <a:lstStyle/>
        <a:p>
          <a:pPr algn="l"/>
          <a:r>
            <a:rPr lang="en-US" sz="3600"/>
            <a:t>Training ensures:</a:t>
          </a:r>
        </a:p>
      </dgm:t>
    </dgm:pt>
    <dgm:pt modelId="{1715B390-1AF8-47B2-8B78-868070596E4A}" type="parTrans" cxnId="{EB613893-F04C-4220-B3A9-3E4FAB239672}">
      <dgm:prSet/>
      <dgm:spPr/>
    </dgm:pt>
    <dgm:pt modelId="{AE14A822-45AA-4BFF-B5CA-FFC90550F56F}" type="sibTrans" cxnId="{EB613893-F04C-4220-B3A9-3E4FAB239672}">
      <dgm:prSet/>
      <dgm:spPr/>
    </dgm:pt>
    <dgm:pt modelId="{BE00F55D-8AF6-42D7-BA8A-C0F955D39F12}">
      <dgm:prSet phldr="0"/>
      <dgm:spPr/>
      <dgm:t>
        <a:bodyPr/>
        <a:lstStyle/>
        <a:p>
          <a:pPr algn="l"/>
          <a:r>
            <a:rPr lang="en-US"/>
            <a:t>Proper system adoption</a:t>
          </a:r>
        </a:p>
      </dgm:t>
    </dgm:pt>
    <dgm:pt modelId="{09E0E037-A314-47DD-9B5A-9976B8473ACA}" type="parTrans" cxnId="{53D42487-6C4C-4110-A9E3-52D0DA710B07}">
      <dgm:prSet/>
      <dgm:spPr/>
    </dgm:pt>
    <dgm:pt modelId="{86127496-C4A2-4539-B302-FDC24B24DA02}" type="sibTrans" cxnId="{53D42487-6C4C-4110-A9E3-52D0DA710B07}">
      <dgm:prSet/>
      <dgm:spPr/>
    </dgm:pt>
    <dgm:pt modelId="{2484FDB5-F746-4933-9D0B-B18859676288}" type="pres">
      <dgm:prSet presAssocID="{941ACDBC-7F36-40C4-B338-057043B94459}" presName="composite" presStyleCnt="0">
        <dgm:presLayoutVars>
          <dgm:chMax val="1"/>
          <dgm:dir/>
          <dgm:resizeHandles val="exact"/>
        </dgm:presLayoutVars>
      </dgm:prSet>
      <dgm:spPr/>
    </dgm:pt>
    <dgm:pt modelId="{F351369A-5CD4-4010-B26D-7DBE720B60C7}" type="pres">
      <dgm:prSet presAssocID="{13B6C661-5DC0-4FE7-8E32-8BCD2C39C197}" presName="roof" presStyleLbl="dkBgShp" presStyleIdx="0" presStyleCnt="2"/>
      <dgm:spPr/>
    </dgm:pt>
    <dgm:pt modelId="{289DCD8D-846E-4353-9FDB-6ED50EC53AD0}" type="pres">
      <dgm:prSet presAssocID="{13B6C661-5DC0-4FE7-8E32-8BCD2C39C197}" presName="pillars" presStyleCnt="0"/>
      <dgm:spPr/>
    </dgm:pt>
    <dgm:pt modelId="{FB9B3DAB-7D3D-46AB-B7DC-3FEBC89685A2}" type="pres">
      <dgm:prSet presAssocID="{13B6C661-5DC0-4FE7-8E32-8BCD2C39C197}" presName="pillar1" presStyleLbl="node1" presStyleIdx="0" presStyleCnt="4">
        <dgm:presLayoutVars>
          <dgm:bulletEnabled val="1"/>
        </dgm:presLayoutVars>
      </dgm:prSet>
      <dgm:spPr/>
    </dgm:pt>
    <dgm:pt modelId="{2C17AE29-88A5-4C78-95F6-66FFCF7528E6}" type="pres">
      <dgm:prSet presAssocID="{9CFD74E4-036E-440C-990C-52505DEA7A6E}" presName="pillarX" presStyleLbl="node1" presStyleIdx="1" presStyleCnt="4">
        <dgm:presLayoutVars>
          <dgm:bulletEnabled val="1"/>
        </dgm:presLayoutVars>
      </dgm:prSet>
      <dgm:spPr/>
    </dgm:pt>
    <dgm:pt modelId="{442520BA-2928-437F-9E6C-19BBC429FC61}" type="pres">
      <dgm:prSet presAssocID="{1F0FC1EE-1FEE-4402-AA3E-D12FC30F4539}" presName="pillarX" presStyleLbl="node1" presStyleIdx="2" presStyleCnt="4">
        <dgm:presLayoutVars>
          <dgm:bulletEnabled val="1"/>
        </dgm:presLayoutVars>
      </dgm:prSet>
      <dgm:spPr/>
    </dgm:pt>
    <dgm:pt modelId="{EB8014A3-FAEC-41B6-AC7F-98658823B916}" type="pres">
      <dgm:prSet presAssocID="{60163AF7-9611-427A-A312-076341879037}" presName="pillarX" presStyleLbl="node1" presStyleIdx="3" presStyleCnt="4">
        <dgm:presLayoutVars>
          <dgm:bulletEnabled val="1"/>
        </dgm:presLayoutVars>
      </dgm:prSet>
      <dgm:spPr/>
    </dgm:pt>
    <dgm:pt modelId="{FDF58BCA-C37C-48DC-8AE0-231E48FF8DDD}" type="pres">
      <dgm:prSet presAssocID="{13B6C661-5DC0-4FE7-8E32-8BCD2C39C197}" presName="base" presStyleLbl="dkBgShp" presStyleIdx="1" presStyleCnt="2"/>
      <dgm:spPr/>
    </dgm:pt>
  </dgm:ptLst>
  <dgm:cxnLst>
    <dgm:cxn modelId="{C52BD33B-E7A3-484B-894E-B501BDEFB31C}" type="presOf" srcId="{13B6C661-5DC0-4FE7-8E32-8BCD2C39C197}" destId="{F351369A-5CD4-4010-B26D-7DBE720B60C7}" srcOrd="0" destOrd="0" presId="urn:microsoft.com/office/officeart/2005/8/layout/hList3"/>
    <dgm:cxn modelId="{1CD5E042-361D-4160-8593-45E96A893ECF}" srcId="{13B6C661-5DC0-4FE7-8E32-8BCD2C39C197}" destId="{1F0FC1EE-1FEE-4402-AA3E-D12FC30F4539}" srcOrd="2" destOrd="0" parTransId="{0ED09865-F17B-42D3-BFEB-E027D0C1D7C0}" sibTransId="{3FAECDAB-07D9-4A42-82E1-3C8EC2B1A426}"/>
    <dgm:cxn modelId="{5D340844-D6E2-44B2-8641-D6447F3854DD}" type="presOf" srcId="{1F0FC1EE-1FEE-4402-AA3E-D12FC30F4539}" destId="{442520BA-2928-437F-9E6C-19BBC429FC61}" srcOrd="0" destOrd="0" presId="urn:microsoft.com/office/officeart/2005/8/layout/hList3"/>
    <dgm:cxn modelId="{D08B7870-D507-4F1A-947F-78BF622EA488}" type="presOf" srcId="{941ACDBC-7F36-40C4-B338-057043B94459}" destId="{2484FDB5-F746-4933-9D0B-B18859676288}" srcOrd="0" destOrd="0" presId="urn:microsoft.com/office/officeart/2005/8/layout/hList3"/>
    <dgm:cxn modelId="{59FF7A79-BEF7-405A-92D4-8BDBE89B95BF}" srcId="{13B6C661-5DC0-4FE7-8E32-8BCD2C39C197}" destId="{60163AF7-9611-427A-A312-076341879037}" srcOrd="3" destOrd="0" parTransId="{C284C160-AE20-4734-B38E-29CD5084C04D}" sibTransId="{00C86C70-3ADE-485C-B3ED-F11E74C99134}"/>
    <dgm:cxn modelId="{53D42487-6C4C-4110-A9E3-52D0DA710B07}" srcId="{13B6C661-5DC0-4FE7-8E32-8BCD2C39C197}" destId="{BE00F55D-8AF6-42D7-BA8A-C0F955D39F12}" srcOrd="0" destOrd="0" parTransId="{09E0E037-A314-47DD-9B5A-9976B8473ACA}" sibTransId="{86127496-C4A2-4539-B302-FDC24B24DA02}"/>
    <dgm:cxn modelId="{EB613893-F04C-4220-B3A9-3E4FAB239672}" srcId="{941ACDBC-7F36-40C4-B338-057043B94459}" destId="{13B6C661-5DC0-4FE7-8E32-8BCD2C39C197}" srcOrd="0" destOrd="0" parTransId="{1715B390-1AF8-47B2-8B78-868070596E4A}" sibTransId="{AE14A822-45AA-4BFF-B5CA-FFC90550F56F}"/>
    <dgm:cxn modelId="{1D6D76A2-5243-4F02-BE5B-5B28FF8A5FC3}" type="presOf" srcId="{60163AF7-9611-427A-A312-076341879037}" destId="{EB8014A3-FAEC-41B6-AC7F-98658823B916}" srcOrd="0" destOrd="0" presId="urn:microsoft.com/office/officeart/2005/8/layout/hList3"/>
    <dgm:cxn modelId="{1DB50BC4-4197-4148-BF74-1A57B910A9FD}" srcId="{13B6C661-5DC0-4FE7-8E32-8BCD2C39C197}" destId="{9CFD74E4-036E-440C-990C-52505DEA7A6E}" srcOrd="1" destOrd="0" parTransId="{62B2E3BB-1282-47B9-AD64-A57A96FA2764}" sibTransId="{EC46FAD1-D4E0-41FB-A68C-D99659075AA8}"/>
    <dgm:cxn modelId="{A8A35BCD-6E74-4CB0-B9AE-1E22AEA05437}" type="presOf" srcId="{BE00F55D-8AF6-42D7-BA8A-C0F955D39F12}" destId="{FB9B3DAB-7D3D-46AB-B7DC-3FEBC89685A2}" srcOrd="0" destOrd="0" presId="urn:microsoft.com/office/officeart/2005/8/layout/hList3"/>
    <dgm:cxn modelId="{40E9BDF0-600A-4321-B717-9D3F3F49A090}" type="presOf" srcId="{9CFD74E4-036E-440C-990C-52505DEA7A6E}" destId="{2C17AE29-88A5-4C78-95F6-66FFCF7528E6}" srcOrd="0" destOrd="0" presId="urn:microsoft.com/office/officeart/2005/8/layout/hList3"/>
    <dgm:cxn modelId="{C9CCEA2E-1670-4F72-B463-07FF8C8679F2}" type="presParOf" srcId="{2484FDB5-F746-4933-9D0B-B18859676288}" destId="{F351369A-5CD4-4010-B26D-7DBE720B60C7}" srcOrd="0" destOrd="0" presId="urn:microsoft.com/office/officeart/2005/8/layout/hList3"/>
    <dgm:cxn modelId="{56ACB33A-33DC-4C9D-8545-1F4615236C71}" type="presParOf" srcId="{2484FDB5-F746-4933-9D0B-B18859676288}" destId="{289DCD8D-846E-4353-9FDB-6ED50EC53AD0}" srcOrd="1" destOrd="0" presId="urn:microsoft.com/office/officeart/2005/8/layout/hList3"/>
    <dgm:cxn modelId="{E5237431-0ED8-4497-877D-AA15AA723334}" type="presParOf" srcId="{289DCD8D-846E-4353-9FDB-6ED50EC53AD0}" destId="{FB9B3DAB-7D3D-46AB-B7DC-3FEBC89685A2}" srcOrd="0" destOrd="0" presId="urn:microsoft.com/office/officeart/2005/8/layout/hList3"/>
    <dgm:cxn modelId="{41865CB1-7424-4C2D-9E27-50C8434424C5}" type="presParOf" srcId="{289DCD8D-846E-4353-9FDB-6ED50EC53AD0}" destId="{2C17AE29-88A5-4C78-95F6-66FFCF7528E6}" srcOrd="1" destOrd="0" presId="urn:microsoft.com/office/officeart/2005/8/layout/hList3"/>
    <dgm:cxn modelId="{836DB9B2-C720-42A6-A640-F19F7F190F38}" type="presParOf" srcId="{289DCD8D-846E-4353-9FDB-6ED50EC53AD0}" destId="{442520BA-2928-437F-9E6C-19BBC429FC61}" srcOrd="2" destOrd="0" presId="urn:microsoft.com/office/officeart/2005/8/layout/hList3"/>
    <dgm:cxn modelId="{D7CB1C9F-0840-44B5-9455-89F9978EE19A}" type="presParOf" srcId="{289DCD8D-846E-4353-9FDB-6ED50EC53AD0}" destId="{EB8014A3-FAEC-41B6-AC7F-98658823B916}" srcOrd="3" destOrd="0" presId="urn:microsoft.com/office/officeart/2005/8/layout/hList3"/>
    <dgm:cxn modelId="{877E1074-E145-49B9-8550-F04B99174B1F}" type="presParOf" srcId="{2484FDB5-F746-4933-9D0B-B18859676288}" destId="{FDF58BCA-C37C-48DC-8AE0-231E48FF8DDD}" srcOrd="2" destOrd="0" presId="urn:microsoft.com/office/officeart/2005/8/layout/hList3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210BCAA-7409-4F21-9424-90FA323EB820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</dgm:pt>
    <dgm:pt modelId="{908A4B85-E0D8-4AEB-8E21-BD2EA0ACF1CA}">
      <dgm:prSet phldrT="[Text]" phldr="0"/>
      <dgm:spPr/>
      <dgm:t>
        <a:bodyPr/>
        <a:lstStyle/>
        <a:p>
          <a:pPr rtl="0"/>
          <a:r>
            <a:rPr lang="en-US"/>
            <a:t>Sprint </a:t>
          </a:r>
          <a:r>
            <a:rPr lang="en-US">
              <a:latin typeface="Arial"/>
            </a:rPr>
            <a:t>4/5</a:t>
          </a:r>
          <a:r>
            <a:rPr lang="en-US"/>
            <a:t> → Full Integration + UAT</a:t>
          </a:r>
        </a:p>
      </dgm:t>
    </dgm:pt>
    <dgm:pt modelId="{683F4570-DF76-4D6D-B4B8-F8EDCE9B34B6}" type="parTrans" cxnId="{8F245107-32C1-4C5D-96C0-478957389491}">
      <dgm:prSet/>
      <dgm:spPr/>
    </dgm:pt>
    <dgm:pt modelId="{F4D3E5CF-CAEF-4DB1-B1D9-E60113D40231}" type="sibTrans" cxnId="{8F245107-32C1-4C5D-96C0-478957389491}">
      <dgm:prSet/>
      <dgm:spPr/>
    </dgm:pt>
    <dgm:pt modelId="{FAE77A68-5674-412F-BCEE-9669CA88DAD0}">
      <dgm:prSet phldr="0"/>
      <dgm:spPr/>
      <dgm:t>
        <a:bodyPr/>
        <a:lstStyle/>
        <a:p>
          <a:pPr algn="l" rtl="0"/>
          <a:r>
            <a:rPr lang="en-US"/>
            <a:t>Sprint 2 → Booking Application</a:t>
          </a:r>
          <a:endParaRPr lang="en-US">
            <a:latin typeface="Arial"/>
          </a:endParaRPr>
        </a:p>
      </dgm:t>
    </dgm:pt>
    <dgm:pt modelId="{B4D17F28-8C1B-450F-B38F-B6A8C18FE994}" type="parTrans" cxnId="{CE1FC991-7B11-4311-9125-A42D7FC07D2E}">
      <dgm:prSet/>
      <dgm:spPr/>
    </dgm:pt>
    <dgm:pt modelId="{DC29BF5F-4DA9-454E-943C-39C298ED12E5}" type="sibTrans" cxnId="{CE1FC991-7B11-4311-9125-A42D7FC07D2E}">
      <dgm:prSet/>
      <dgm:spPr/>
    </dgm:pt>
    <dgm:pt modelId="{52C8A18C-A6EC-4B4B-91FB-48F6DA1506D0}">
      <dgm:prSet phldr="0"/>
      <dgm:spPr/>
      <dgm:t>
        <a:bodyPr/>
        <a:lstStyle/>
        <a:p>
          <a:pPr algn="l"/>
          <a:r>
            <a:rPr lang="en-US"/>
            <a:t>Sprint 3 → CRM + AI</a:t>
          </a:r>
        </a:p>
      </dgm:t>
    </dgm:pt>
    <dgm:pt modelId="{6E838C21-97BF-4D31-8A29-7DE2FB695E6C}" type="parTrans" cxnId="{54256279-0AA4-43E8-BD5B-D5E26AEBC6D5}">
      <dgm:prSet/>
      <dgm:spPr/>
    </dgm:pt>
    <dgm:pt modelId="{8CFF3ED0-4876-40CE-BA67-9E8903395E95}" type="sibTrans" cxnId="{54256279-0AA4-43E8-BD5B-D5E26AEBC6D5}">
      <dgm:prSet/>
      <dgm:spPr/>
    </dgm:pt>
    <dgm:pt modelId="{E4EEA07B-68A1-4EDE-8C0B-FA878151B6C4}" type="pres">
      <dgm:prSet presAssocID="{2210BCAA-7409-4F21-9424-90FA323EB820}" presName="CompostProcess" presStyleCnt="0">
        <dgm:presLayoutVars>
          <dgm:dir/>
          <dgm:resizeHandles val="exact"/>
        </dgm:presLayoutVars>
      </dgm:prSet>
      <dgm:spPr/>
    </dgm:pt>
    <dgm:pt modelId="{93492E96-D343-4D1F-831C-AA3BB4208A10}" type="pres">
      <dgm:prSet presAssocID="{2210BCAA-7409-4F21-9424-90FA323EB820}" presName="arrow" presStyleLbl="bgShp" presStyleIdx="0" presStyleCnt="1"/>
      <dgm:spPr/>
    </dgm:pt>
    <dgm:pt modelId="{2F924FDE-697E-48DD-9E32-5380594F37DF}" type="pres">
      <dgm:prSet presAssocID="{2210BCAA-7409-4F21-9424-90FA323EB820}" presName="linearProcess" presStyleCnt="0"/>
      <dgm:spPr/>
    </dgm:pt>
    <dgm:pt modelId="{77B1DD40-FFC5-4E3E-8BAA-1D37A8C2AFA7}" type="pres">
      <dgm:prSet presAssocID="{FAE77A68-5674-412F-BCEE-9669CA88DAD0}" presName="textNode" presStyleLbl="node1" presStyleIdx="0" presStyleCnt="3">
        <dgm:presLayoutVars>
          <dgm:bulletEnabled val="1"/>
        </dgm:presLayoutVars>
      </dgm:prSet>
      <dgm:spPr/>
    </dgm:pt>
    <dgm:pt modelId="{54AD6203-EA01-48F0-9B92-44D685301BD9}" type="pres">
      <dgm:prSet presAssocID="{DC29BF5F-4DA9-454E-943C-39C298ED12E5}" presName="sibTrans" presStyleCnt="0"/>
      <dgm:spPr/>
    </dgm:pt>
    <dgm:pt modelId="{0D1A038A-8E34-4501-8E93-8C15D301F9DE}" type="pres">
      <dgm:prSet presAssocID="{52C8A18C-A6EC-4B4B-91FB-48F6DA1506D0}" presName="textNode" presStyleLbl="node1" presStyleIdx="1" presStyleCnt="3">
        <dgm:presLayoutVars>
          <dgm:bulletEnabled val="1"/>
        </dgm:presLayoutVars>
      </dgm:prSet>
      <dgm:spPr/>
    </dgm:pt>
    <dgm:pt modelId="{1F7368CF-E14E-4393-9EE3-C447B7B3CF35}" type="pres">
      <dgm:prSet presAssocID="{8CFF3ED0-4876-40CE-BA67-9E8903395E95}" presName="sibTrans" presStyleCnt="0"/>
      <dgm:spPr/>
    </dgm:pt>
    <dgm:pt modelId="{B75A630A-2104-450B-BDD6-B852AF821F8C}" type="pres">
      <dgm:prSet presAssocID="{908A4B85-E0D8-4AEB-8E21-BD2EA0ACF1CA}" presName="textNode" presStyleLbl="node1" presStyleIdx="2" presStyleCnt="3">
        <dgm:presLayoutVars>
          <dgm:bulletEnabled val="1"/>
        </dgm:presLayoutVars>
      </dgm:prSet>
      <dgm:spPr/>
    </dgm:pt>
  </dgm:ptLst>
  <dgm:cxnLst>
    <dgm:cxn modelId="{8F245107-32C1-4C5D-96C0-478957389491}" srcId="{2210BCAA-7409-4F21-9424-90FA323EB820}" destId="{908A4B85-E0D8-4AEB-8E21-BD2EA0ACF1CA}" srcOrd="2" destOrd="0" parTransId="{683F4570-DF76-4D6D-B4B8-F8EDCE9B34B6}" sibTransId="{F4D3E5CF-CAEF-4DB1-B1D9-E60113D40231}"/>
    <dgm:cxn modelId="{99E39E11-D1FD-400F-8AF9-ABFA0CEF4FB4}" type="presOf" srcId="{908A4B85-E0D8-4AEB-8E21-BD2EA0ACF1CA}" destId="{B75A630A-2104-450B-BDD6-B852AF821F8C}" srcOrd="0" destOrd="0" presId="urn:microsoft.com/office/officeart/2005/8/layout/hProcess9"/>
    <dgm:cxn modelId="{54256279-0AA4-43E8-BD5B-D5E26AEBC6D5}" srcId="{2210BCAA-7409-4F21-9424-90FA323EB820}" destId="{52C8A18C-A6EC-4B4B-91FB-48F6DA1506D0}" srcOrd="1" destOrd="0" parTransId="{6E838C21-97BF-4D31-8A29-7DE2FB695E6C}" sibTransId="{8CFF3ED0-4876-40CE-BA67-9E8903395E95}"/>
    <dgm:cxn modelId="{02A0437A-9C9F-4A1F-A33E-43FB78F26465}" type="presOf" srcId="{2210BCAA-7409-4F21-9424-90FA323EB820}" destId="{E4EEA07B-68A1-4EDE-8C0B-FA878151B6C4}" srcOrd="0" destOrd="0" presId="urn:microsoft.com/office/officeart/2005/8/layout/hProcess9"/>
    <dgm:cxn modelId="{CE1FC991-7B11-4311-9125-A42D7FC07D2E}" srcId="{2210BCAA-7409-4F21-9424-90FA323EB820}" destId="{FAE77A68-5674-412F-BCEE-9669CA88DAD0}" srcOrd="0" destOrd="0" parTransId="{B4D17F28-8C1B-450F-B38F-B6A8C18FE994}" sibTransId="{DC29BF5F-4DA9-454E-943C-39C298ED12E5}"/>
    <dgm:cxn modelId="{5889F8C2-6706-4FA4-965B-F2D0038F8FDA}" type="presOf" srcId="{FAE77A68-5674-412F-BCEE-9669CA88DAD0}" destId="{77B1DD40-FFC5-4E3E-8BAA-1D37A8C2AFA7}" srcOrd="0" destOrd="0" presId="urn:microsoft.com/office/officeart/2005/8/layout/hProcess9"/>
    <dgm:cxn modelId="{38B4CFCA-F2C1-47C0-9641-9AA26975384F}" type="presOf" srcId="{52C8A18C-A6EC-4B4B-91FB-48F6DA1506D0}" destId="{0D1A038A-8E34-4501-8E93-8C15D301F9DE}" srcOrd="0" destOrd="0" presId="urn:microsoft.com/office/officeart/2005/8/layout/hProcess9"/>
    <dgm:cxn modelId="{285E03CC-C8EA-4A47-903A-06FDB282C0A8}" type="presParOf" srcId="{E4EEA07B-68A1-4EDE-8C0B-FA878151B6C4}" destId="{93492E96-D343-4D1F-831C-AA3BB4208A10}" srcOrd="0" destOrd="0" presId="urn:microsoft.com/office/officeart/2005/8/layout/hProcess9"/>
    <dgm:cxn modelId="{FA324C63-37D4-4AF5-9009-35508EA9A02C}" type="presParOf" srcId="{E4EEA07B-68A1-4EDE-8C0B-FA878151B6C4}" destId="{2F924FDE-697E-48DD-9E32-5380594F37DF}" srcOrd="1" destOrd="0" presId="urn:microsoft.com/office/officeart/2005/8/layout/hProcess9"/>
    <dgm:cxn modelId="{65AA58E5-DD91-4F30-96CA-752024190C89}" type="presParOf" srcId="{2F924FDE-697E-48DD-9E32-5380594F37DF}" destId="{77B1DD40-FFC5-4E3E-8BAA-1D37A8C2AFA7}" srcOrd="0" destOrd="0" presId="urn:microsoft.com/office/officeart/2005/8/layout/hProcess9"/>
    <dgm:cxn modelId="{B1DB2927-A80D-4ED4-9E72-9C7922A568C5}" type="presParOf" srcId="{2F924FDE-697E-48DD-9E32-5380594F37DF}" destId="{54AD6203-EA01-48F0-9B92-44D685301BD9}" srcOrd="1" destOrd="0" presId="urn:microsoft.com/office/officeart/2005/8/layout/hProcess9"/>
    <dgm:cxn modelId="{CA9799A4-1E6B-4109-9669-C9F291C0D984}" type="presParOf" srcId="{2F924FDE-697E-48DD-9E32-5380594F37DF}" destId="{0D1A038A-8E34-4501-8E93-8C15D301F9DE}" srcOrd="2" destOrd="0" presId="urn:microsoft.com/office/officeart/2005/8/layout/hProcess9"/>
    <dgm:cxn modelId="{1C1A3F07-EC4B-4BFB-8A8A-16FD6CAD7685}" type="presParOf" srcId="{2F924FDE-697E-48DD-9E32-5380594F37DF}" destId="{1F7368CF-E14E-4393-9EE3-C447B7B3CF35}" srcOrd="3" destOrd="0" presId="urn:microsoft.com/office/officeart/2005/8/layout/hProcess9"/>
    <dgm:cxn modelId="{CA015AD9-C2AC-4718-9414-A9621EF8FAB9}" type="presParOf" srcId="{2F924FDE-697E-48DD-9E32-5380594F37DF}" destId="{B75A630A-2104-450B-BDD6-B852AF821F8C}" srcOrd="4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D101692-02F1-4EFB-A165-C0D906BB6535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D3186B2-6A84-4914-A9D1-374B1A002828}">
      <dgm:prSet phldrT="[Text]" custT="0"/>
      <dgm:spPr/>
      <dgm:t>
        <a:bodyPr/>
        <a:lstStyle/>
        <a:p>
          <a:pPr algn="l">
            <a:lnSpc>
              <a:spcPct val="90000"/>
            </a:lnSpc>
          </a:pPr>
          <a:r>
            <a:rPr lang="en-US" sz="2700" b="1" u="none">
              <a:solidFill>
                <a:schemeClr val="bg1"/>
              </a:solidFill>
              <a:latin typeface="Arial"/>
              <a:ea typeface="+mn-ea"/>
              <a:cs typeface="+mn-cs"/>
            </a:rPr>
            <a:t>Audience:</a:t>
          </a:r>
          <a:endParaRPr lang="en-US" sz="2700" b="1" u="none">
            <a:solidFill>
              <a:schemeClr val="bg1"/>
            </a:solidFill>
            <a:ea typeface="+mn-ea"/>
            <a:cs typeface="+mn-cs"/>
          </a:endParaRPr>
        </a:p>
      </dgm:t>
    </dgm:pt>
    <dgm:pt modelId="{A0464C8C-512D-4706-8E06-CB92D48B9A2C}" type="parTrans" cxnId="{9AD6A10C-7FF5-44B7-87AA-FCAAB354C774}">
      <dgm:prSet/>
      <dgm:spPr/>
      <dgm:t>
        <a:bodyPr/>
        <a:lstStyle/>
        <a:p>
          <a:endParaRPr lang="en-US"/>
        </a:p>
      </dgm:t>
    </dgm:pt>
    <dgm:pt modelId="{4DBABB90-F302-45AC-98C3-9C59AFCD55DB}" type="sibTrans" cxnId="{9AD6A10C-7FF5-44B7-87AA-FCAAB354C774}">
      <dgm:prSet/>
      <dgm:spPr/>
      <dgm:t>
        <a:bodyPr/>
        <a:lstStyle/>
        <a:p>
          <a:endParaRPr lang="en-US"/>
        </a:p>
      </dgm:t>
    </dgm:pt>
    <dgm:pt modelId="{66B53991-F754-45ED-BD52-789700C84319}">
      <dgm:prSet phldrT="[Text]"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2300">
              <a:solidFill>
                <a:schemeClr val="tx1"/>
              </a:solidFill>
              <a:latin typeface="Arial"/>
              <a:ea typeface="+mn-ea"/>
              <a:cs typeface="+mn-cs"/>
            </a:rPr>
            <a:t>Sponsor</a:t>
          </a:r>
          <a:endParaRPr lang="en-US" sz="2300">
            <a:solidFill>
              <a:schemeClr val="tx1"/>
            </a:solidFill>
            <a:ea typeface="+mn-ea"/>
            <a:cs typeface="+mn-cs"/>
          </a:endParaRPr>
        </a:p>
      </dgm:t>
    </dgm:pt>
    <dgm:pt modelId="{564613B3-E5B7-4A3B-8511-34D871D07917}" type="parTrans" cxnId="{1ACD0ED4-78A4-4266-B11A-71C10F82269E}">
      <dgm:prSet/>
      <dgm:spPr/>
      <dgm:t>
        <a:bodyPr/>
        <a:lstStyle/>
        <a:p>
          <a:endParaRPr lang="en-US"/>
        </a:p>
      </dgm:t>
    </dgm:pt>
    <dgm:pt modelId="{7C65049F-F0A4-4F22-AA54-9DA59A63385A}" type="sibTrans" cxnId="{1ACD0ED4-78A4-4266-B11A-71C10F82269E}">
      <dgm:prSet/>
      <dgm:spPr/>
      <dgm:t>
        <a:bodyPr/>
        <a:lstStyle/>
        <a:p>
          <a:endParaRPr lang="en-US"/>
        </a:p>
      </dgm:t>
    </dgm:pt>
    <dgm:pt modelId="{BD80C6C1-FF68-4F5D-93F5-5440CB96E7CB}">
      <dgm:prSet phldrT="[Text]" phldr="0"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2300">
              <a:solidFill>
                <a:schemeClr val="tx1"/>
              </a:solidFill>
              <a:latin typeface="Arial"/>
              <a:ea typeface="+mn-ea"/>
              <a:cs typeface="+mn-cs"/>
            </a:rPr>
            <a:t>Reservation Staff</a:t>
          </a:r>
          <a:endParaRPr lang="en-US" sz="2300">
            <a:solidFill>
              <a:schemeClr val="tx1"/>
            </a:solidFill>
            <a:ea typeface="+mn-ea"/>
            <a:cs typeface="+mn-cs"/>
          </a:endParaRPr>
        </a:p>
      </dgm:t>
    </dgm:pt>
    <dgm:pt modelId="{95A78591-6199-4450-8B7B-6E901AE958FF}" type="parTrans" cxnId="{8A67C3FA-21BE-411F-AA18-4E5B9796D166}">
      <dgm:prSet/>
      <dgm:spPr/>
      <dgm:t>
        <a:bodyPr/>
        <a:lstStyle/>
        <a:p>
          <a:endParaRPr lang="en-US"/>
        </a:p>
      </dgm:t>
    </dgm:pt>
    <dgm:pt modelId="{63B73C7F-93F6-49CA-A36E-18C2053BBB61}" type="sibTrans" cxnId="{8A67C3FA-21BE-411F-AA18-4E5B9796D166}">
      <dgm:prSet/>
      <dgm:spPr/>
      <dgm:t>
        <a:bodyPr/>
        <a:lstStyle/>
        <a:p>
          <a:endParaRPr lang="en-US"/>
        </a:p>
      </dgm:t>
    </dgm:pt>
    <dgm:pt modelId="{F090FC34-1668-4A25-BFF3-C0F1FD8C180F}">
      <dgm:prSet phldr="0"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2700" b="1" u="none">
              <a:solidFill>
                <a:schemeClr val="bg1"/>
              </a:solidFill>
              <a:latin typeface="Arial"/>
              <a:ea typeface="+mn-ea"/>
              <a:cs typeface="+mn-cs"/>
            </a:rPr>
            <a:t>Hands on Requirement:</a:t>
          </a:r>
        </a:p>
      </dgm:t>
    </dgm:pt>
    <dgm:pt modelId="{126D0166-C7E3-41A2-BD0F-ECA510557A51}" type="parTrans" cxnId="{E4E5182C-4EEA-48C3-9C2A-6D673CA5211E}">
      <dgm:prSet/>
      <dgm:spPr/>
    </dgm:pt>
    <dgm:pt modelId="{70D1D808-3C91-4392-9A7C-1C9600EF9001}" type="sibTrans" cxnId="{E4E5182C-4EEA-48C3-9C2A-6D673CA5211E}">
      <dgm:prSet/>
      <dgm:spPr/>
    </dgm:pt>
    <dgm:pt modelId="{3AFE15F4-9E70-4B18-9092-9E11700B6716}">
      <dgm:prSet phldr="0"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2300">
              <a:solidFill>
                <a:schemeClr val="tx1"/>
              </a:solidFill>
              <a:latin typeface="Arial"/>
              <a:ea typeface="+mn-ea"/>
              <a:cs typeface="+mn-cs"/>
            </a:rPr>
            <a:t>Complete full mock booking including payment and confirmation.</a:t>
          </a:r>
        </a:p>
      </dgm:t>
    </dgm:pt>
    <dgm:pt modelId="{397F9BF8-E2A0-4E71-A8C2-F8AE6B8858EE}" type="parTrans" cxnId="{5BF835AE-D750-4990-9E43-611B9A7D2E2F}">
      <dgm:prSet/>
      <dgm:spPr/>
    </dgm:pt>
    <dgm:pt modelId="{26851263-7E80-49EC-AE8D-EE24ACF4585B}" type="sibTrans" cxnId="{5BF835AE-D750-4990-9E43-611B9A7D2E2F}">
      <dgm:prSet/>
      <dgm:spPr/>
    </dgm:pt>
    <dgm:pt modelId="{8CD5268B-15F2-430A-BB16-C76E70C59182}">
      <dgm:prSet phldr="0"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2700" b="1">
              <a:solidFill>
                <a:schemeClr val="bg1"/>
              </a:solidFill>
              <a:latin typeface="Arial"/>
              <a:ea typeface="+mn-ea"/>
              <a:cs typeface="+mn-cs"/>
            </a:rPr>
            <a:t>Core Modules:</a:t>
          </a:r>
        </a:p>
      </dgm:t>
    </dgm:pt>
    <dgm:pt modelId="{4DA39024-9338-4FFA-A4D2-65AA958F3A34}" type="parTrans" cxnId="{97B8418C-1C44-415F-A5DC-9E30D4C9FED6}">
      <dgm:prSet/>
      <dgm:spPr/>
    </dgm:pt>
    <dgm:pt modelId="{4BD89062-DD8B-4A1D-855B-9BA69CA600C1}" type="sibTrans" cxnId="{97B8418C-1C44-415F-A5DC-9E30D4C9FED6}">
      <dgm:prSet/>
      <dgm:spPr/>
    </dgm:pt>
    <dgm:pt modelId="{718FBD38-0069-43A5-B1A6-DB0AFED8B88B}">
      <dgm:prSet phldr="0"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2300">
              <a:solidFill>
                <a:schemeClr val="tx1"/>
              </a:solidFill>
              <a:latin typeface="Arial"/>
              <a:ea typeface="+mn-ea"/>
              <a:cs typeface="+mn-cs"/>
            </a:rPr>
            <a:t>System workflow overview</a:t>
          </a:r>
        </a:p>
      </dgm:t>
    </dgm:pt>
    <dgm:pt modelId="{57B8CC62-62DE-490D-A82F-C0DCFE8AA0D0}" type="parTrans" cxnId="{8A78AD96-832B-493E-9DB6-07FF24875F9D}">
      <dgm:prSet/>
      <dgm:spPr/>
    </dgm:pt>
    <dgm:pt modelId="{B6BA6F35-BFCA-4F15-B7E2-9315745B1D8F}" type="sibTrans" cxnId="{8A78AD96-832B-493E-9DB6-07FF24875F9D}">
      <dgm:prSet/>
      <dgm:spPr/>
    </dgm:pt>
    <dgm:pt modelId="{4B2DB8AA-AC0D-4186-A420-B2C84A55894D}">
      <dgm:prSet phldr="0"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2300">
              <a:solidFill>
                <a:schemeClr val="tx1"/>
              </a:solidFill>
              <a:latin typeface="Arial"/>
              <a:ea typeface="+mn-ea"/>
              <a:cs typeface="+mn-cs"/>
            </a:rPr>
            <a:t>Booking submission process</a:t>
          </a:r>
        </a:p>
      </dgm:t>
    </dgm:pt>
    <dgm:pt modelId="{BFA6084B-95BB-4F65-BD2A-F794CA5D6877}" type="parTrans" cxnId="{7AB897E9-C9EA-488C-8E67-7004DA7B25E4}">
      <dgm:prSet/>
      <dgm:spPr/>
    </dgm:pt>
    <dgm:pt modelId="{0ECF4050-0F89-4000-9244-31B1AF4FE78D}" type="sibTrans" cxnId="{7AB897E9-C9EA-488C-8E67-7004DA7B25E4}">
      <dgm:prSet/>
      <dgm:spPr/>
    </dgm:pt>
    <dgm:pt modelId="{4042A864-EB9E-4FB4-BDCE-C58895F10B8F}">
      <dgm:prSet phldr="0"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2300">
              <a:solidFill>
                <a:schemeClr val="tx1"/>
              </a:solidFill>
              <a:latin typeface="Arial"/>
              <a:ea typeface="+mn-ea"/>
              <a:cs typeface="+mn-cs"/>
            </a:rPr>
            <a:t>Payment integration</a:t>
          </a:r>
        </a:p>
      </dgm:t>
    </dgm:pt>
    <dgm:pt modelId="{1ED2BCD8-898C-4E3F-8C74-8E3413A893CF}" type="parTrans" cxnId="{179D610E-9FD4-4499-B829-2CE4DFBD1DCD}">
      <dgm:prSet/>
      <dgm:spPr/>
    </dgm:pt>
    <dgm:pt modelId="{79F5CD07-C005-4AE9-8346-7617452CF387}" type="sibTrans" cxnId="{179D610E-9FD4-4499-B829-2CE4DFBD1DCD}">
      <dgm:prSet/>
      <dgm:spPr/>
    </dgm:pt>
    <dgm:pt modelId="{E8B11CD8-260F-4021-BCD5-73EC006579E1}">
      <dgm:prSet phldr="0"/>
      <dgm:spPr/>
      <dgm:t>
        <a:bodyPr/>
        <a:lstStyle/>
        <a:p>
          <a:pPr rtl="0"/>
          <a:r>
            <a:rPr lang="en-US" sz="2300">
              <a:solidFill>
                <a:schemeClr val="tx1"/>
              </a:solidFill>
              <a:latin typeface="Arial"/>
              <a:ea typeface="+mn-ea"/>
              <a:cs typeface="+mn-cs"/>
            </a:rPr>
            <a:t>Admin controls</a:t>
          </a:r>
          <a:endParaRPr lang="en-US" sz="2300">
            <a:solidFill>
              <a:schemeClr val="tx1"/>
            </a:solidFill>
            <a:ea typeface="+mn-ea"/>
            <a:cs typeface="+mn-cs"/>
          </a:endParaRPr>
        </a:p>
      </dgm:t>
    </dgm:pt>
    <dgm:pt modelId="{D6602E97-0DD7-427E-A3A4-4957B9179BF8}" type="parTrans" cxnId="{A15F0C82-D9C7-4F8F-A087-274A7C891327}">
      <dgm:prSet/>
      <dgm:spPr/>
    </dgm:pt>
    <dgm:pt modelId="{81C98DB9-C079-4955-8748-5F4F721FB379}" type="sibTrans" cxnId="{A15F0C82-D9C7-4F8F-A087-274A7C891327}">
      <dgm:prSet/>
      <dgm:spPr/>
    </dgm:pt>
    <dgm:pt modelId="{046F1EB0-9F77-4F2B-A518-9E412731A9AF}">
      <dgm:prSet phldr="0"/>
      <dgm:spPr/>
      <dgm:t>
        <a:bodyPr/>
        <a:lstStyle/>
        <a:p>
          <a:pPr rtl="0"/>
          <a:r>
            <a:rPr lang="en-US" sz="2300">
              <a:solidFill>
                <a:schemeClr val="tx1"/>
              </a:solidFill>
              <a:latin typeface="Arial"/>
              <a:ea typeface="+mn-ea"/>
              <a:cs typeface="+mn-cs"/>
            </a:rPr>
            <a:t>Error handling</a:t>
          </a:r>
        </a:p>
      </dgm:t>
    </dgm:pt>
    <dgm:pt modelId="{E326098A-551C-4839-B14D-042F71C855EF}" type="parTrans" cxnId="{AABED6A9-3C78-438C-857B-CD099EA7E84D}">
      <dgm:prSet/>
      <dgm:spPr/>
    </dgm:pt>
    <dgm:pt modelId="{B8150013-CC52-4C91-B173-5F215633575B}" type="sibTrans" cxnId="{AABED6A9-3C78-438C-857B-CD099EA7E84D}">
      <dgm:prSet/>
      <dgm:spPr/>
    </dgm:pt>
    <dgm:pt modelId="{3AF8E86C-607D-4C29-96D0-2AA953F82B99}">
      <dgm:prSet phldr="0"/>
      <dgm:spPr/>
      <dgm:t>
        <a:bodyPr/>
        <a:lstStyle/>
        <a:p>
          <a:pPr rtl="0"/>
          <a:r>
            <a:rPr lang="en-US" sz="2200" b="1">
              <a:solidFill>
                <a:schemeClr val="bg1"/>
              </a:solidFill>
              <a:latin typeface="Arial"/>
            </a:rPr>
            <a:t>Objectives:</a:t>
          </a:r>
        </a:p>
      </dgm:t>
    </dgm:pt>
    <dgm:pt modelId="{03B00E43-AC30-4E74-B6B5-9DA01DFFD9D3}" type="parTrans" cxnId="{9C80D1D6-634F-4AF3-8A5B-48C87B28FCE7}">
      <dgm:prSet/>
      <dgm:spPr/>
    </dgm:pt>
    <dgm:pt modelId="{4BCA4E12-A1B5-4D8D-9F70-47DF64940D24}" type="sibTrans" cxnId="{9C80D1D6-634F-4AF3-8A5B-48C87B28FCE7}">
      <dgm:prSet/>
      <dgm:spPr/>
    </dgm:pt>
    <dgm:pt modelId="{D6C92BBE-E5DB-44F6-B008-B243C698E6E1}">
      <dgm:prSet phldr="0"/>
      <dgm:spPr/>
      <dgm:t>
        <a:bodyPr/>
        <a:lstStyle/>
        <a:p>
          <a:pPr rtl="0"/>
          <a:r>
            <a:rPr lang="en-US" sz="1800">
              <a:solidFill>
                <a:schemeClr val="tx1"/>
              </a:solidFill>
              <a:latin typeface="Arial"/>
            </a:rPr>
            <a:t>Complete end to end booking</a:t>
          </a:r>
          <a:endParaRPr lang="en-US" sz="1800">
            <a:solidFill>
              <a:schemeClr val="tx1"/>
            </a:solidFill>
          </a:endParaRPr>
        </a:p>
      </dgm:t>
    </dgm:pt>
    <dgm:pt modelId="{B8FF5A70-83BB-4211-BE28-5400BDBAFE45}" type="parTrans" cxnId="{EF87755E-18DF-4ED8-A73A-52076C4A2C84}">
      <dgm:prSet/>
      <dgm:spPr/>
    </dgm:pt>
    <dgm:pt modelId="{9A4C4CAC-E787-4C53-9406-7146560695A7}" type="sibTrans" cxnId="{EF87755E-18DF-4ED8-A73A-52076C4A2C84}">
      <dgm:prSet/>
      <dgm:spPr/>
    </dgm:pt>
    <dgm:pt modelId="{7FA459D3-D231-4520-B934-89A81EC1A6A3}">
      <dgm:prSet phldr="0"/>
      <dgm:spPr/>
      <dgm:t>
        <a:bodyPr/>
        <a:lstStyle/>
        <a:p>
          <a:pPr rtl="0"/>
          <a:r>
            <a:rPr lang="en-US" sz="1800">
              <a:solidFill>
                <a:schemeClr val="tx1"/>
              </a:solidFill>
              <a:latin typeface="Arial"/>
            </a:rPr>
            <a:t>Process payments and refunds</a:t>
          </a:r>
        </a:p>
      </dgm:t>
    </dgm:pt>
    <dgm:pt modelId="{55B7592B-8CDE-401B-8D9F-1AB110644109}" type="parTrans" cxnId="{363E6177-F3BD-4384-BB98-53B6875D434C}">
      <dgm:prSet/>
      <dgm:spPr/>
    </dgm:pt>
    <dgm:pt modelId="{256C5A17-7984-416C-8873-538B08E864E0}" type="sibTrans" cxnId="{363E6177-F3BD-4384-BB98-53B6875D434C}">
      <dgm:prSet/>
      <dgm:spPr/>
    </dgm:pt>
    <dgm:pt modelId="{08A800AF-EB2A-4977-BF3B-BDCC321AAAAD}">
      <dgm:prSet phldr="0"/>
      <dgm:spPr/>
      <dgm:t>
        <a:bodyPr/>
        <a:lstStyle/>
        <a:p>
          <a:pPr rtl="0"/>
          <a:r>
            <a:rPr lang="en-US" sz="1800">
              <a:solidFill>
                <a:schemeClr val="tx1"/>
              </a:solidFill>
              <a:latin typeface="Arial"/>
            </a:rPr>
            <a:t>Modify itineraries</a:t>
          </a:r>
        </a:p>
      </dgm:t>
    </dgm:pt>
    <dgm:pt modelId="{D6486EA4-1A71-4DF1-A7CB-E9AE49196D4B}" type="parTrans" cxnId="{6DF479C1-90A3-4EBA-ADF6-21390394BBAA}">
      <dgm:prSet/>
      <dgm:spPr/>
    </dgm:pt>
    <dgm:pt modelId="{1B184A69-42A3-4FA2-8B4B-9EB9E60AA68D}" type="sibTrans" cxnId="{6DF479C1-90A3-4EBA-ADF6-21390394BBAA}">
      <dgm:prSet/>
      <dgm:spPr/>
    </dgm:pt>
    <dgm:pt modelId="{B816E64F-F150-49D2-8A6E-2D03CDFFA9CD}">
      <dgm:prSet phldr="0"/>
      <dgm:spPr/>
      <dgm:t>
        <a:bodyPr/>
        <a:lstStyle/>
        <a:p>
          <a:pPr rtl="0"/>
          <a:r>
            <a:rPr lang="en-US" sz="1800">
              <a:solidFill>
                <a:schemeClr val="tx1"/>
              </a:solidFill>
              <a:latin typeface="Arial"/>
            </a:rPr>
            <a:t>Generate booking reports</a:t>
          </a:r>
        </a:p>
      </dgm:t>
    </dgm:pt>
    <dgm:pt modelId="{71945D85-6269-4C68-BE1C-B0B832735091}" type="parTrans" cxnId="{777A4D0F-8113-43ED-A7C1-652777ABFE08}">
      <dgm:prSet/>
      <dgm:spPr/>
    </dgm:pt>
    <dgm:pt modelId="{80BD31B4-C804-47ED-A37E-A8ADC9AE3B4C}" type="sibTrans" cxnId="{777A4D0F-8113-43ED-A7C1-652777ABFE08}">
      <dgm:prSet/>
      <dgm:spPr/>
    </dgm:pt>
    <dgm:pt modelId="{DBE7D148-C015-468B-B519-A048F958EEC5}">
      <dgm:prSet phldr="0"/>
      <dgm:spPr/>
      <dgm:t>
        <a:bodyPr/>
        <a:lstStyle/>
        <a:p>
          <a:pPr rtl="0"/>
          <a:r>
            <a:rPr lang="en-US" sz="1800">
              <a:solidFill>
                <a:schemeClr val="tx1"/>
              </a:solidFill>
              <a:latin typeface="Arial"/>
            </a:rPr>
            <a:t>Troubleshoot booking errors</a:t>
          </a:r>
        </a:p>
      </dgm:t>
    </dgm:pt>
    <dgm:pt modelId="{0AA158B1-05F3-4875-9C51-C8ADD8C0654E}" type="parTrans" cxnId="{86C70E60-B95D-403E-A39D-CC3E8AB7DB44}">
      <dgm:prSet/>
      <dgm:spPr/>
    </dgm:pt>
    <dgm:pt modelId="{333FCC9B-522A-434F-85A6-DCE59A555814}" type="sibTrans" cxnId="{86C70E60-B95D-403E-A39D-CC3E8AB7DB44}">
      <dgm:prSet/>
      <dgm:spPr/>
    </dgm:pt>
    <dgm:pt modelId="{9AE832B3-E422-42F3-8DC1-B10C2E27B703}">
      <dgm:prSet phldr="0"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2300" b="0"/>
            <a:t>Participant must complete workflow with zero system errors.</a:t>
          </a:r>
          <a:endParaRPr lang="en-US" sz="2300" b="0">
            <a:solidFill>
              <a:schemeClr val="tx1"/>
            </a:solidFill>
            <a:latin typeface="Arial"/>
            <a:ea typeface="+mn-ea"/>
            <a:cs typeface="+mn-cs"/>
          </a:endParaRPr>
        </a:p>
      </dgm:t>
    </dgm:pt>
    <dgm:pt modelId="{221FB82E-FE70-4084-A030-BDAFC35D3757}" type="parTrans" cxnId="{EA521461-6FDC-40A9-92AC-90A2B0E4095A}">
      <dgm:prSet/>
      <dgm:spPr/>
    </dgm:pt>
    <dgm:pt modelId="{16500A5E-3DCE-4BBC-ADF2-58FC64098529}" type="sibTrans" cxnId="{EA521461-6FDC-40A9-92AC-90A2B0E4095A}">
      <dgm:prSet/>
      <dgm:spPr/>
    </dgm:pt>
    <dgm:pt modelId="{64E979A7-EFDF-499E-9E6C-C2FA0EC4FFBB}" type="pres">
      <dgm:prSet presAssocID="{AD101692-02F1-4EFB-A165-C0D906BB6535}" presName="linear" presStyleCnt="0">
        <dgm:presLayoutVars>
          <dgm:dir/>
          <dgm:animLvl val="lvl"/>
          <dgm:resizeHandles val="exact"/>
        </dgm:presLayoutVars>
      </dgm:prSet>
      <dgm:spPr/>
    </dgm:pt>
    <dgm:pt modelId="{4784D0C8-0CC3-4602-8246-7DAA1CCF0C51}" type="pres">
      <dgm:prSet presAssocID="{5D3186B2-6A84-4914-A9D1-374B1A002828}" presName="parentLin" presStyleCnt="0"/>
      <dgm:spPr/>
    </dgm:pt>
    <dgm:pt modelId="{9EB016A5-5C70-4FED-9DB6-874D705EDA14}" type="pres">
      <dgm:prSet presAssocID="{5D3186B2-6A84-4914-A9D1-374B1A002828}" presName="parentLeftMargin" presStyleLbl="node1" presStyleIdx="0" presStyleCnt="4"/>
      <dgm:spPr/>
    </dgm:pt>
    <dgm:pt modelId="{CCEEC1EF-80D8-4F64-87B0-9C98AB1D91AD}" type="pres">
      <dgm:prSet presAssocID="{5D3186B2-6A84-4914-A9D1-374B1A002828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CB42FBA4-E0B1-4642-A309-492574F132CA}" type="pres">
      <dgm:prSet presAssocID="{5D3186B2-6A84-4914-A9D1-374B1A002828}" presName="negativeSpace" presStyleCnt="0"/>
      <dgm:spPr/>
    </dgm:pt>
    <dgm:pt modelId="{E46A8F86-6D3A-459D-A562-A8F7AF51BEA2}" type="pres">
      <dgm:prSet presAssocID="{5D3186B2-6A84-4914-A9D1-374B1A002828}" presName="childText" presStyleLbl="conFgAcc1" presStyleIdx="0" presStyleCnt="4">
        <dgm:presLayoutVars>
          <dgm:bulletEnabled val="1"/>
        </dgm:presLayoutVars>
      </dgm:prSet>
      <dgm:spPr/>
    </dgm:pt>
    <dgm:pt modelId="{C6505360-539B-44AA-BB37-000801799AB3}" type="pres">
      <dgm:prSet presAssocID="{4DBABB90-F302-45AC-98C3-9C59AFCD55DB}" presName="spaceBetweenRectangles" presStyleCnt="0"/>
      <dgm:spPr/>
    </dgm:pt>
    <dgm:pt modelId="{026B864A-9EAC-45CF-B4BA-A77A5C1908C2}" type="pres">
      <dgm:prSet presAssocID="{F090FC34-1668-4A25-BFF3-C0F1FD8C180F}" presName="parentLin" presStyleCnt="0"/>
      <dgm:spPr/>
    </dgm:pt>
    <dgm:pt modelId="{2D09ED1B-63F0-4B98-B11E-1A924D277FE7}" type="pres">
      <dgm:prSet presAssocID="{F090FC34-1668-4A25-BFF3-C0F1FD8C180F}" presName="parentLeftMargin" presStyleLbl="node1" presStyleIdx="0" presStyleCnt="4"/>
      <dgm:spPr/>
    </dgm:pt>
    <dgm:pt modelId="{46222430-E986-4A22-9124-7DB5E2DA5954}" type="pres">
      <dgm:prSet presAssocID="{F090FC34-1668-4A25-BFF3-C0F1FD8C180F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4AC9ABCB-7463-49FD-8ACE-C494F574D8E6}" type="pres">
      <dgm:prSet presAssocID="{F090FC34-1668-4A25-BFF3-C0F1FD8C180F}" presName="negativeSpace" presStyleCnt="0"/>
      <dgm:spPr/>
    </dgm:pt>
    <dgm:pt modelId="{83BCFCBC-E4D3-4FF0-B0A9-78382645ADE6}" type="pres">
      <dgm:prSet presAssocID="{F090FC34-1668-4A25-BFF3-C0F1FD8C180F}" presName="childText" presStyleLbl="conFgAcc1" presStyleIdx="1" presStyleCnt="4">
        <dgm:presLayoutVars>
          <dgm:bulletEnabled val="1"/>
        </dgm:presLayoutVars>
      </dgm:prSet>
      <dgm:spPr/>
    </dgm:pt>
    <dgm:pt modelId="{40607509-7A11-4DE1-B2D7-90EF5F420A5C}" type="pres">
      <dgm:prSet presAssocID="{70D1D808-3C91-4392-9A7C-1C9600EF9001}" presName="spaceBetweenRectangles" presStyleCnt="0"/>
      <dgm:spPr/>
    </dgm:pt>
    <dgm:pt modelId="{1A4B8E7B-DCB1-48BE-91CF-3CEC3668273F}" type="pres">
      <dgm:prSet presAssocID="{8CD5268B-15F2-430A-BB16-C76E70C59182}" presName="parentLin" presStyleCnt="0"/>
      <dgm:spPr/>
    </dgm:pt>
    <dgm:pt modelId="{282BAB4E-AE51-49C6-818E-5A9F70B80036}" type="pres">
      <dgm:prSet presAssocID="{8CD5268B-15F2-430A-BB16-C76E70C59182}" presName="parentLeftMargin" presStyleLbl="node1" presStyleIdx="1" presStyleCnt="4"/>
      <dgm:spPr/>
    </dgm:pt>
    <dgm:pt modelId="{DFCFC5F2-609B-4C2B-AEB7-17861291DAF0}" type="pres">
      <dgm:prSet presAssocID="{8CD5268B-15F2-430A-BB16-C76E70C59182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75C6497D-A1D3-4893-BA2D-F6D9DCE9FDFB}" type="pres">
      <dgm:prSet presAssocID="{8CD5268B-15F2-430A-BB16-C76E70C59182}" presName="negativeSpace" presStyleCnt="0"/>
      <dgm:spPr/>
    </dgm:pt>
    <dgm:pt modelId="{B360DBA8-D211-416B-ACD9-35C0361DF895}" type="pres">
      <dgm:prSet presAssocID="{8CD5268B-15F2-430A-BB16-C76E70C59182}" presName="childText" presStyleLbl="conFgAcc1" presStyleIdx="2" presStyleCnt="4">
        <dgm:presLayoutVars>
          <dgm:bulletEnabled val="1"/>
        </dgm:presLayoutVars>
      </dgm:prSet>
      <dgm:spPr/>
    </dgm:pt>
    <dgm:pt modelId="{D2CB9885-75C9-4C43-A8D2-6D78D9C3EC51}" type="pres">
      <dgm:prSet presAssocID="{4BD89062-DD8B-4A1D-855B-9BA69CA600C1}" presName="spaceBetweenRectangles" presStyleCnt="0"/>
      <dgm:spPr/>
    </dgm:pt>
    <dgm:pt modelId="{6E90F04A-C229-4D51-A155-50FD43B713A5}" type="pres">
      <dgm:prSet presAssocID="{3AF8E86C-607D-4C29-96D0-2AA953F82B99}" presName="parentLin" presStyleCnt="0"/>
      <dgm:spPr/>
    </dgm:pt>
    <dgm:pt modelId="{A4731648-F6AF-4217-8AB6-C28F4879BDF0}" type="pres">
      <dgm:prSet presAssocID="{3AF8E86C-607D-4C29-96D0-2AA953F82B99}" presName="parentLeftMargin" presStyleLbl="node1" presStyleIdx="2" presStyleCnt="4"/>
      <dgm:spPr/>
    </dgm:pt>
    <dgm:pt modelId="{68B89103-77F3-47FB-91A2-2B1896C26EC2}" type="pres">
      <dgm:prSet presAssocID="{3AF8E86C-607D-4C29-96D0-2AA953F82B99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32391BD2-E9D7-4B2F-83FD-A69C5CE19028}" type="pres">
      <dgm:prSet presAssocID="{3AF8E86C-607D-4C29-96D0-2AA953F82B99}" presName="negativeSpace" presStyleCnt="0"/>
      <dgm:spPr/>
    </dgm:pt>
    <dgm:pt modelId="{C587F57A-E00C-42D8-B075-1C60A2810906}" type="pres">
      <dgm:prSet presAssocID="{3AF8E86C-607D-4C29-96D0-2AA953F82B99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7FDDC808-5EE5-46CD-B15B-BFEFB7D73363}" type="presOf" srcId="{08A800AF-EB2A-4977-BF3B-BDCC321AAAAD}" destId="{C587F57A-E00C-42D8-B075-1C60A2810906}" srcOrd="0" destOrd="2" presId="urn:microsoft.com/office/officeart/2005/8/layout/list1"/>
    <dgm:cxn modelId="{9AD6A10C-7FF5-44B7-87AA-FCAAB354C774}" srcId="{AD101692-02F1-4EFB-A165-C0D906BB6535}" destId="{5D3186B2-6A84-4914-A9D1-374B1A002828}" srcOrd="0" destOrd="0" parTransId="{A0464C8C-512D-4706-8E06-CB92D48B9A2C}" sibTransId="{4DBABB90-F302-45AC-98C3-9C59AFCD55DB}"/>
    <dgm:cxn modelId="{179D610E-9FD4-4499-B829-2CE4DFBD1DCD}" srcId="{8CD5268B-15F2-430A-BB16-C76E70C59182}" destId="{4042A864-EB9E-4FB4-BDCE-C58895F10B8F}" srcOrd="2" destOrd="0" parTransId="{1ED2BCD8-898C-4E3F-8C74-8E3413A893CF}" sibTransId="{79F5CD07-C005-4AE9-8346-7617452CF387}"/>
    <dgm:cxn modelId="{777A4D0F-8113-43ED-A7C1-652777ABFE08}" srcId="{3AF8E86C-607D-4C29-96D0-2AA953F82B99}" destId="{B816E64F-F150-49D2-8A6E-2D03CDFFA9CD}" srcOrd="3" destOrd="0" parTransId="{71945D85-6269-4C68-BE1C-B0B832735091}" sibTransId="{80BD31B4-C804-47ED-A37E-A8ADC9AE3B4C}"/>
    <dgm:cxn modelId="{3C750227-2285-400C-89CB-4DBCECC528C0}" type="presOf" srcId="{5D3186B2-6A84-4914-A9D1-374B1A002828}" destId="{9EB016A5-5C70-4FED-9DB6-874D705EDA14}" srcOrd="0" destOrd="0" presId="urn:microsoft.com/office/officeart/2005/8/layout/list1"/>
    <dgm:cxn modelId="{57FEAF2B-5AE7-4ED2-9374-D859BEC8DF6E}" type="presOf" srcId="{B816E64F-F150-49D2-8A6E-2D03CDFFA9CD}" destId="{C587F57A-E00C-42D8-B075-1C60A2810906}" srcOrd="0" destOrd="3" presId="urn:microsoft.com/office/officeart/2005/8/layout/list1"/>
    <dgm:cxn modelId="{E4E5182C-4EEA-48C3-9C2A-6D673CA5211E}" srcId="{AD101692-02F1-4EFB-A165-C0D906BB6535}" destId="{F090FC34-1668-4A25-BFF3-C0F1FD8C180F}" srcOrd="1" destOrd="0" parTransId="{126D0166-C7E3-41A2-BD0F-ECA510557A51}" sibTransId="{70D1D808-3C91-4392-9A7C-1C9600EF9001}"/>
    <dgm:cxn modelId="{4335292E-AAC8-4490-BD91-20075F15C033}" type="presOf" srcId="{BD80C6C1-FF68-4F5D-93F5-5440CB96E7CB}" destId="{E46A8F86-6D3A-459D-A562-A8F7AF51BEA2}" srcOrd="0" destOrd="1" presId="urn:microsoft.com/office/officeart/2005/8/layout/list1"/>
    <dgm:cxn modelId="{837E5E32-AEFA-428D-B71A-A564DF2F6748}" type="presOf" srcId="{F090FC34-1668-4A25-BFF3-C0F1FD8C180F}" destId="{46222430-E986-4A22-9124-7DB5E2DA5954}" srcOrd="1" destOrd="0" presId="urn:microsoft.com/office/officeart/2005/8/layout/list1"/>
    <dgm:cxn modelId="{2DE1F335-EC43-4F42-BBDB-74FD9AE83926}" type="presOf" srcId="{4042A864-EB9E-4FB4-BDCE-C58895F10B8F}" destId="{B360DBA8-D211-416B-ACD9-35C0361DF895}" srcOrd="0" destOrd="2" presId="urn:microsoft.com/office/officeart/2005/8/layout/list1"/>
    <dgm:cxn modelId="{5C5F9737-72C4-4DD5-BD7A-F4E633C49ADC}" type="presOf" srcId="{F090FC34-1668-4A25-BFF3-C0F1FD8C180F}" destId="{2D09ED1B-63F0-4B98-B11E-1A924D277FE7}" srcOrd="0" destOrd="0" presId="urn:microsoft.com/office/officeart/2005/8/layout/list1"/>
    <dgm:cxn modelId="{EF87755E-18DF-4ED8-A73A-52076C4A2C84}" srcId="{3AF8E86C-607D-4C29-96D0-2AA953F82B99}" destId="{D6C92BBE-E5DB-44F6-B008-B243C698E6E1}" srcOrd="0" destOrd="0" parTransId="{B8FF5A70-83BB-4211-BE28-5400BDBAFE45}" sibTransId="{9A4C4CAC-E787-4C53-9406-7146560695A7}"/>
    <dgm:cxn modelId="{86C70E60-B95D-403E-A39D-CC3E8AB7DB44}" srcId="{3AF8E86C-607D-4C29-96D0-2AA953F82B99}" destId="{DBE7D148-C015-468B-B519-A048F958EEC5}" srcOrd="4" destOrd="0" parTransId="{0AA158B1-05F3-4875-9C51-C8ADD8C0654E}" sibTransId="{333FCC9B-522A-434F-85A6-DCE59A555814}"/>
    <dgm:cxn modelId="{EA521461-6FDC-40A9-92AC-90A2B0E4095A}" srcId="{F090FC34-1668-4A25-BFF3-C0F1FD8C180F}" destId="{9AE832B3-E422-42F3-8DC1-B10C2E27B703}" srcOrd="1" destOrd="0" parTransId="{221FB82E-FE70-4084-A030-BDAFC35D3757}" sibTransId="{16500A5E-3DCE-4BBC-ADF2-58FC64098529}"/>
    <dgm:cxn modelId="{98A8AF69-389C-4B86-B56A-25AF353CB658}" type="presOf" srcId="{AD101692-02F1-4EFB-A165-C0D906BB6535}" destId="{64E979A7-EFDF-499E-9E6C-C2FA0EC4FFBB}" srcOrd="0" destOrd="0" presId="urn:microsoft.com/office/officeart/2005/8/layout/list1"/>
    <dgm:cxn modelId="{F570FE6E-7E73-47CD-BF92-A17BBB3E2AEA}" type="presOf" srcId="{3AFE15F4-9E70-4B18-9092-9E11700B6716}" destId="{83BCFCBC-E4D3-4FF0-B0A9-78382645ADE6}" srcOrd="0" destOrd="0" presId="urn:microsoft.com/office/officeart/2005/8/layout/list1"/>
    <dgm:cxn modelId="{363E6177-F3BD-4384-BB98-53B6875D434C}" srcId="{3AF8E86C-607D-4C29-96D0-2AA953F82B99}" destId="{7FA459D3-D231-4520-B934-89A81EC1A6A3}" srcOrd="1" destOrd="0" parTransId="{55B7592B-8CDE-401B-8D9F-1AB110644109}" sibTransId="{256C5A17-7984-416C-8873-538B08E864E0}"/>
    <dgm:cxn modelId="{E4E7BF79-8A68-4669-8211-25210A9CC557}" type="presOf" srcId="{9AE832B3-E422-42F3-8DC1-B10C2E27B703}" destId="{83BCFCBC-E4D3-4FF0-B0A9-78382645ADE6}" srcOrd="0" destOrd="1" presId="urn:microsoft.com/office/officeart/2005/8/layout/list1"/>
    <dgm:cxn modelId="{A15F0C82-D9C7-4F8F-A087-274A7C891327}" srcId="{8CD5268B-15F2-430A-BB16-C76E70C59182}" destId="{E8B11CD8-260F-4021-BCD5-73EC006579E1}" srcOrd="3" destOrd="0" parTransId="{D6602E97-0DD7-427E-A3A4-4957B9179BF8}" sibTransId="{81C98DB9-C079-4955-8748-5F4F721FB379}"/>
    <dgm:cxn modelId="{97B8418C-1C44-415F-A5DC-9E30D4C9FED6}" srcId="{AD101692-02F1-4EFB-A165-C0D906BB6535}" destId="{8CD5268B-15F2-430A-BB16-C76E70C59182}" srcOrd="2" destOrd="0" parTransId="{4DA39024-9338-4FFA-A4D2-65AA958F3A34}" sibTransId="{4BD89062-DD8B-4A1D-855B-9BA69CA600C1}"/>
    <dgm:cxn modelId="{8A78AD96-832B-493E-9DB6-07FF24875F9D}" srcId="{8CD5268B-15F2-430A-BB16-C76E70C59182}" destId="{718FBD38-0069-43A5-B1A6-DB0AFED8B88B}" srcOrd="0" destOrd="0" parTransId="{57B8CC62-62DE-490D-A82F-C0DCFE8AA0D0}" sibTransId="{B6BA6F35-BFCA-4F15-B7E2-9315745B1D8F}"/>
    <dgm:cxn modelId="{2CAEA89A-1529-4487-9361-768071CC19B7}" type="presOf" srcId="{3AF8E86C-607D-4C29-96D0-2AA953F82B99}" destId="{A4731648-F6AF-4217-8AB6-C28F4879BDF0}" srcOrd="0" destOrd="0" presId="urn:microsoft.com/office/officeart/2005/8/layout/list1"/>
    <dgm:cxn modelId="{40120B9E-CD62-484A-91C7-2A3E6D66388C}" type="presOf" srcId="{4B2DB8AA-AC0D-4186-A420-B2C84A55894D}" destId="{B360DBA8-D211-416B-ACD9-35C0361DF895}" srcOrd="0" destOrd="1" presId="urn:microsoft.com/office/officeart/2005/8/layout/list1"/>
    <dgm:cxn modelId="{751E4AA9-2455-4E6A-8C6B-95B26DFC01DD}" type="presOf" srcId="{3AF8E86C-607D-4C29-96D0-2AA953F82B99}" destId="{68B89103-77F3-47FB-91A2-2B1896C26EC2}" srcOrd="1" destOrd="0" presId="urn:microsoft.com/office/officeart/2005/8/layout/list1"/>
    <dgm:cxn modelId="{AABED6A9-3C78-438C-857B-CD099EA7E84D}" srcId="{8CD5268B-15F2-430A-BB16-C76E70C59182}" destId="{046F1EB0-9F77-4F2B-A518-9E412731A9AF}" srcOrd="4" destOrd="0" parTransId="{E326098A-551C-4839-B14D-042F71C855EF}" sibTransId="{B8150013-CC52-4C91-B173-5F215633575B}"/>
    <dgm:cxn modelId="{5BF835AE-D750-4990-9E43-611B9A7D2E2F}" srcId="{F090FC34-1668-4A25-BFF3-C0F1FD8C180F}" destId="{3AFE15F4-9E70-4B18-9092-9E11700B6716}" srcOrd="0" destOrd="0" parTransId="{397F9BF8-E2A0-4E71-A8C2-F8AE6B8858EE}" sibTransId="{26851263-7E80-49EC-AE8D-EE24ACF4585B}"/>
    <dgm:cxn modelId="{9A0C6FB5-D78F-442F-8CD8-4B1B9F305632}" type="presOf" srcId="{D6C92BBE-E5DB-44F6-B008-B243C698E6E1}" destId="{C587F57A-E00C-42D8-B075-1C60A2810906}" srcOrd="0" destOrd="0" presId="urn:microsoft.com/office/officeart/2005/8/layout/list1"/>
    <dgm:cxn modelId="{3FD046B8-74BC-41CE-AA06-9DE7463C693A}" type="presOf" srcId="{8CD5268B-15F2-430A-BB16-C76E70C59182}" destId="{282BAB4E-AE51-49C6-818E-5A9F70B80036}" srcOrd="0" destOrd="0" presId="urn:microsoft.com/office/officeart/2005/8/layout/list1"/>
    <dgm:cxn modelId="{DB1651BA-A1A2-4F7E-949A-888BF85F0F13}" type="presOf" srcId="{DBE7D148-C015-468B-B519-A048F958EEC5}" destId="{C587F57A-E00C-42D8-B075-1C60A2810906}" srcOrd="0" destOrd="4" presId="urn:microsoft.com/office/officeart/2005/8/layout/list1"/>
    <dgm:cxn modelId="{FFDDC9BE-B742-4892-9311-A1C9563E3FE7}" type="presOf" srcId="{046F1EB0-9F77-4F2B-A518-9E412731A9AF}" destId="{B360DBA8-D211-416B-ACD9-35C0361DF895}" srcOrd="0" destOrd="4" presId="urn:microsoft.com/office/officeart/2005/8/layout/list1"/>
    <dgm:cxn modelId="{B50041BF-04AA-408D-AFC7-335F88426F53}" type="presOf" srcId="{718FBD38-0069-43A5-B1A6-DB0AFED8B88B}" destId="{B360DBA8-D211-416B-ACD9-35C0361DF895}" srcOrd="0" destOrd="0" presId="urn:microsoft.com/office/officeart/2005/8/layout/list1"/>
    <dgm:cxn modelId="{6DF479C1-90A3-4EBA-ADF6-21390394BBAA}" srcId="{3AF8E86C-607D-4C29-96D0-2AA953F82B99}" destId="{08A800AF-EB2A-4977-BF3B-BDCC321AAAAD}" srcOrd="2" destOrd="0" parTransId="{D6486EA4-1A71-4DF1-A7CB-E9AE49196D4B}" sibTransId="{1B184A69-42A3-4FA2-8B4B-9EB9E60AA68D}"/>
    <dgm:cxn modelId="{A33EF5C4-26EB-41EB-A51A-0B3FDD330A8A}" type="presOf" srcId="{5D3186B2-6A84-4914-A9D1-374B1A002828}" destId="{CCEEC1EF-80D8-4F64-87B0-9C98AB1D91AD}" srcOrd="1" destOrd="0" presId="urn:microsoft.com/office/officeart/2005/8/layout/list1"/>
    <dgm:cxn modelId="{B8E1D4CE-57FE-4AEA-B936-787B7C27D817}" type="presOf" srcId="{66B53991-F754-45ED-BD52-789700C84319}" destId="{E46A8F86-6D3A-459D-A562-A8F7AF51BEA2}" srcOrd="0" destOrd="0" presId="urn:microsoft.com/office/officeart/2005/8/layout/list1"/>
    <dgm:cxn modelId="{1ACD0ED4-78A4-4266-B11A-71C10F82269E}" srcId="{5D3186B2-6A84-4914-A9D1-374B1A002828}" destId="{66B53991-F754-45ED-BD52-789700C84319}" srcOrd="0" destOrd="0" parTransId="{564613B3-E5B7-4A3B-8511-34D871D07917}" sibTransId="{7C65049F-F0A4-4F22-AA54-9DA59A63385A}"/>
    <dgm:cxn modelId="{9C80D1D6-634F-4AF3-8A5B-48C87B28FCE7}" srcId="{AD101692-02F1-4EFB-A165-C0D906BB6535}" destId="{3AF8E86C-607D-4C29-96D0-2AA953F82B99}" srcOrd="3" destOrd="0" parTransId="{03B00E43-AC30-4E74-B6B5-9DA01DFFD9D3}" sibTransId="{4BCA4E12-A1B5-4D8D-9F70-47DF64940D24}"/>
    <dgm:cxn modelId="{7AB897E9-C9EA-488C-8E67-7004DA7B25E4}" srcId="{8CD5268B-15F2-430A-BB16-C76E70C59182}" destId="{4B2DB8AA-AC0D-4186-A420-B2C84A55894D}" srcOrd="1" destOrd="0" parTransId="{BFA6084B-95BB-4F65-BD2A-F794CA5D6877}" sibTransId="{0ECF4050-0F89-4000-9244-31B1AF4FE78D}"/>
    <dgm:cxn modelId="{1A582EEF-5449-48B5-BA12-3F29DF803013}" type="presOf" srcId="{8CD5268B-15F2-430A-BB16-C76E70C59182}" destId="{DFCFC5F2-609B-4C2B-AEB7-17861291DAF0}" srcOrd="1" destOrd="0" presId="urn:microsoft.com/office/officeart/2005/8/layout/list1"/>
    <dgm:cxn modelId="{21EF29F3-8663-4C31-9DAD-F4FF09628973}" type="presOf" srcId="{E8B11CD8-260F-4021-BCD5-73EC006579E1}" destId="{B360DBA8-D211-416B-ACD9-35C0361DF895}" srcOrd="0" destOrd="3" presId="urn:microsoft.com/office/officeart/2005/8/layout/list1"/>
    <dgm:cxn modelId="{4F3DBFF5-47EA-450E-AC1F-34DF313A93AE}" type="presOf" srcId="{7FA459D3-D231-4520-B934-89A81EC1A6A3}" destId="{C587F57A-E00C-42D8-B075-1C60A2810906}" srcOrd="0" destOrd="1" presId="urn:microsoft.com/office/officeart/2005/8/layout/list1"/>
    <dgm:cxn modelId="{8A67C3FA-21BE-411F-AA18-4E5B9796D166}" srcId="{5D3186B2-6A84-4914-A9D1-374B1A002828}" destId="{BD80C6C1-FF68-4F5D-93F5-5440CB96E7CB}" srcOrd="1" destOrd="0" parTransId="{95A78591-6199-4450-8B7B-6E901AE958FF}" sibTransId="{63B73C7F-93F6-49CA-A36E-18C2053BBB61}"/>
    <dgm:cxn modelId="{60A455EA-0C2E-4632-AEF4-74C9357D168F}" type="presParOf" srcId="{64E979A7-EFDF-499E-9E6C-C2FA0EC4FFBB}" destId="{4784D0C8-0CC3-4602-8246-7DAA1CCF0C51}" srcOrd="0" destOrd="0" presId="urn:microsoft.com/office/officeart/2005/8/layout/list1"/>
    <dgm:cxn modelId="{AD4A6B38-23F1-4400-AE19-D3A61004BDAF}" type="presParOf" srcId="{4784D0C8-0CC3-4602-8246-7DAA1CCF0C51}" destId="{9EB016A5-5C70-4FED-9DB6-874D705EDA14}" srcOrd="0" destOrd="0" presId="urn:microsoft.com/office/officeart/2005/8/layout/list1"/>
    <dgm:cxn modelId="{07C53146-E04B-4EA5-AC50-FA1D452FC5DC}" type="presParOf" srcId="{4784D0C8-0CC3-4602-8246-7DAA1CCF0C51}" destId="{CCEEC1EF-80D8-4F64-87B0-9C98AB1D91AD}" srcOrd="1" destOrd="0" presId="urn:microsoft.com/office/officeart/2005/8/layout/list1"/>
    <dgm:cxn modelId="{855C9F77-4F52-438B-B4C2-8D987055F569}" type="presParOf" srcId="{64E979A7-EFDF-499E-9E6C-C2FA0EC4FFBB}" destId="{CB42FBA4-E0B1-4642-A309-492574F132CA}" srcOrd="1" destOrd="0" presId="urn:microsoft.com/office/officeart/2005/8/layout/list1"/>
    <dgm:cxn modelId="{C6CDCE42-9D57-417C-B9B7-4F24EB7D1C63}" type="presParOf" srcId="{64E979A7-EFDF-499E-9E6C-C2FA0EC4FFBB}" destId="{E46A8F86-6D3A-459D-A562-A8F7AF51BEA2}" srcOrd="2" destOrd="0" presId="urn:microsoft.com/office/officeart/2005/8/layout/list1"/>
    <dgm:cxn modelId="{0FE3A97C-8443-4FE9-8485-6FC44F731EC4}" type="presParOf" srcId="{64E979A7-EFDF-499E-9E6C-C2FA0EC4FFBB}" destId="{C6505360-539B-44AA-BB37-000801799AB3}" srcOrd="3" destOrd="0" presId="urn:microsoft.com/office/officeart/2005/8/layout/list1"/>
    <dgm:cxn modelId="{C0023A11-3264-424D-8214-CA0CFB79FB14}" type="presParOf" srcId="{64E979A7-EFDF-499E-9E6C-C2FA0EC4FFBB}" destId="{026B864A-9EAC-45CF-B4BA-A77A5C1908C2}" srcOrd="4" destOrd="0" presId="urn:microsoft.com/office/officeart/2005/8/layout/list1"/>
    <dgm:cxn modelId="{E4DD7FA9-0054-4B77-9A7C-615FAA3C29D3}" type="presParOf" srcId="{026B864A-9EAC-45CF-B4BA-A77A5C1908C2}" destId="{2D09ED1B-63F0-4B98-B11E-1A924D277FE7}" srcOrd="0" destOrd="0" presId="urn:microsoft.com/office/officeart/2005/8/layout/list1"/>
    <dgm:cxn modelId="{2C7EB7A7-E158-4525-9C1F-4F6883793331}" type="presParOf" srcId="{026B864A-9EAC-45CF-B4BA-A77A5C1908C2}" destId="{46222430-E986-4A22-9124-7DB5E2DA5954}" srcOrd="1" destOrd="0" presId="urn:microsoft.com/office/officeart/2005/8/layout/list1"/>
    <dgm:cxn modelId="{CD3D6690-D93B-4441-8E67-193CB4183089}" type="presParOf" srcId="{64E979A7-EFDF-499E-9E6C-C2FA0EC4FFBB}" destId="{4AC9ABCB-7463-49FD-8ACE-C494F574D8E6}" srcOrd="5" destOrd="0" presId="urn:microsoft.com/office/officeart/2005/8/layout/list1"/>
    <dgm:cxn modelId="{8E7958C6-386A-4E9F-8E32-9EEA78FB3E47}" type="presParOf" srcId="{64E979A7-EFDF-499E-9E6C-C2FA0EC4FFBB}" destId="{83BCFCBC-E4D3-4FF0-B0A9-78382645ADE6}" srcOrd="6" destOrd="0" presId="urn:microsoft.com/office/officeart/2005/8/layout/list1"/>
    <dgm:cxn modelId="{CDE3BB2F-8818-4AB0-A679-94EF63B5D062}" type="presParOf" srcId="{64E979A7-EFDF-499E-9E6C-C2FA0EC4FFBB}" destId="{40607509-7A11-4DE1-B2D7-90EF5F420A5C}" srcOrd="7" destOrd="0" presId="urn:microsoft.com/office/officeart/2005/8/layout/list1"/>
    <dgm:cxn modelId="{69405D77-1E92-406F-9812-6C0E4D01D824}" type="presParOf" srcId="{64E979A7-EFDF-499E-9E6C-C2FA0EC4FFBB}" destId="{1A4B8E7B-DCB1-48BE-91CF-3CEC3668273F}" srcOrd="8" destOrd="0" presId="urn:microsoft.com/office/officeart/2005/8/layout/list1"/>
    <dgm:cxn modelId="{24630C95-6C38-49EA-AF80-F9B2B76AB2BF}" type="presParOf" srcId="{1A4B8E7B-DCB1-48BE-91CF-3CEC3668273F}" destId="{282BAB4E-AE51-49C6-818E-5A9F70B80036}" srcOrd="0" destOrd="0" presId="urn:microsoft.com/office/officeart/2005/8/layout/list1"/>
    <dgm:cxn modelId="{8C27969E-E7B8-4F92-B480-942D2D64BA59}" type="presParOf" srcId="{1A4B8E7B-DCB1-48BE-91CF-3CEC3668273F}" destId="{DFCFC5F2-609B-4C2B-AEB7-17861291DAF0}" srcOrd="1" destOrd="0" presId="urn:microsoft.com/office/officeart/2005/8/layout/list1"/>
    <dgm:cxn modelId="{B19B5B5F-B7EA-464B-AFAE-44FF17E53A86}" type="presParOf" srcId="{64E979A7-EFDF-499E-9E6C-C2FA0EC4FFBB}" destId="{75C6497D-A1D3-4893-BA2D-F6D9DCE9FDFB}" srcOrd="9" destOrd="0" presId="urn:microsoft.com/office/officeart/2005/8/layout/list1"/>
    <dgm:cxn modelId="{4ECFD542-634D-417D-B504-83D03A1E4739}" type="presParOf" srcId="{64E979A7-EFDF-499E-9E6C-C2FA0EC4FFBB}" destId="{B360DBA8-D211-416B-ACD9-35C0361DF895}" srcOrd="10" destOrd="0" presId="urn:microsoft.com/office/officeart/2005/8/layout/list1"/>
    <dgm:cxn modelId="{9E30134E-92A7-4DC5-978A-A1AF95479882}" type="presParOf" srcId="{64E979A7-EFDF-499E-9E6C-C2FA0EC4FFBB}" destId="{D2CB9885-75C9-4C43-A8D2-6D78D9C3EC51}" srcOrd="11" destOrd="0" presId="urn:microsoft.com/office/officeart/2005/8/layout/list1"/>
    <dgm:cxn modelId="{6333B07A-868B-47CB-B3B4-3083C6329A63}" type="presParOf" srcId="{64E979A7-EFDF-499E-9E6C-C2FA0EC4FFBB}" destId="{6E90F04A-C229-4D51-A155-50FD43B713A5}" srcOrd="12" destOrd="0" presId="urn:microsoft.com/office/officeart/2005/8/layout/list1"/>
    <dgm:cxn modelId="{2A40FA5A-6CA2-414D-A835-CBB382EF63D3}" type="presParOf" srcId="{6E90F04A-C229-4D51-A155-50FD43B713A5}" destId="{A4731648-F6AF-4217-8AB6-C28F4879BDF0}" srcOrd="0" destOrd="0" presId="urn:microsoft.com/office/officeart/2005/8/layout/list1"/>
    <dgm:cxn modelId="{6FD71234-ABAA-44C2-9DE3-52D464D1E204}" type="presParOf" srcId="{6E90F04A-C229-4D51-A155-50FD43B713A5}" destId="{68B89103-77F3-47FB-91A2-2B1896C26EC2}" srcOrd="1" destOrd="0" presId="urn:microsoft.com/office/officeart/2005/8/layout/list1"/>
    <dgm:cxn modelId="{CAB3704E-34DC-4707-81ED-7634B2044290}" type="presParOf" srcId="{64E979A7-EFDF-499E-9E6C-C2FA0EC4FFBB}" destId="{32391BD2-E9D7-4B2F-83FD-A69C5CE19028}" srcOrd="13" destOrd="0" presId="urn:microsoft.com/office/officeart/2005/8/layout/list1"/>
    <dgm:cxn modelId="{8D5A51C8-7699-414B-831E-5F24C8F83317}" type="presParOf" srcId="{64E979A7-EFDF-499E-9E6C-C2FA0EC4FFBB}" destId="{C587F57A-E00C-42D8-B075-1C60A2810906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51AE52F-4DC8-4F51-ACEF-4C3FEB6B0721}" type="doc">
      <dgm:prSet loTypeId="urn:microsoft.com/office/officeart/2005/8/layout/hList6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E9EE454-5AF0-4231-9588-B4BFF3588117}">
      <dgm:prSet phldrT="[Text]" phldr="0"/>
      <dgm:spPr/>
      <dgm:t>
        <a:bodyPr/>
        <a:lstStyle/>
        <a:p>
          <a:pPr algn="l">
            <a:lnSpc>
              <a:spcPct val="90000"/>
            </a:lnSpc>
          </a:pPr>
          <a:r>
            <a:rPr lang="en-US" sz="3700" b="1">
              <a:solidFill>
                <a:schemeClr val="bg1"/>
              </a:solidFill>
              <a:latin typeface="Aptos"/>
              <a:ea typeface="+mn-ea"/>
              <a:cs typeface="+mn-cs"/>
            </a:rPr>
            <a:t>Audience:</a:t>
          </a:r>
          <a:endParaRPr lang="en-US" sz="3700" b="1">
            <a:solidFill>
              <a:schemeClr val="bg1"/>
            </a:solidFill>
            <a:ea typeface="+mn-ea"/>
            <a:cs typeface="+mn-cs"/>
          </a:endParaRPr>
        </a:p>
      </dgm:t>
    </dgm:pt>
    <dgm:pt modelId="{AA3CC511-0FAF-4FCB-B875-0742E6923AA9}" type="parTrans" cxnId="{8B3B37A8-7C39-418D-BCAA-F6B2ABD9E4D1}">
      <dgm:prSet/>
      <dgm:spPr/>
      <dgm:t>
        <a:bodyPr/>
        <a:lstStyle/>
        <a:p>
          <a:endParaRPr lang="en-US"/>
        </a:p>
      </dgm:t>
    </dgm:pt>
    <dgm:pt modelId="{AA6271BB-430F-4257-B882-952C142601E7}" type="sibTrans" cxnId="{8B3B37A8-7C39-418D-BCAA-F6B2ABD9E4D1}">
      <dgm:prSet/>
      <dgm:spPr/>
      <dgm:t>
        <a:bodyPr/>
        <a:lstStyle/>
        <a:p>
          <a:endParaRPr lang="en-US"/>
        </a:p>
      </dgm:t>
    </dgm:pt>
    <dgm:pt modelId="{D8836B9F-167A-4F02-B289-B760BA8FADC0}">
      <dgm:prSet phldr="0"/>
      <dgm:spPr/>
      <dgm:t>
        <a:bodyPr/>
        <a:lstStyle/>
        <a:p>
          <a:pPr algn="l">
            <a:lnSpc>
              <a:spcPct val="90000"/>
            </a:lnSpc>
          </a:pPr>
          <a:r>
            <a:rPr lang="en-US" sz="3700" b="1">
              <a:solidFill>
                <a:schemeClr val="bg1"/>
              </a:solidFill>
              <a:latin typeface="Aptos"/>
              <a:ea typeface="+mn-ea"/>
              <a:cs typeface="+mn-cs"/>
            </a:rPr>
            <a:t>Objectives:</a:t>
          </a:r>
        </a:p>
      </dgm:t>
    </dgm:pt>
    <dgm:pt modelId="{AB68AF71-E327-4E94-BAB2-029ACB804327}" type="parTrans" cxnId="{AE6CD290-F16B-4BED-AFEB-93587FEB2381}">
      <dgm:prSet/>
      <dgm:spPr/>
    </dgm:pt>
    <dgm:pt modelId="{0340EB54-4B66-42FC-80FF-91BC8C340AB1}" type="sibTrans" cxnId="{AE6CD290-F16B-4BED-AFEB-93587FEB2381}">
      <dgm:prSet/>
      <dgm:spPr/>
    </dgm:pt>
    <dgm:pt modelId="{83F50ABE-97E0-48EC-AAF8-558EFCB1F30A}">
      <dgm:prSet phldr="0"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3700" b="1">
              <a:solidFill>
                <a:schemeClr val="bg1"/>
              </a:solidFill>
              <a:latin typeface="Aptos"/>
              <a:ea typeface="+mn-ea"/>
              <a:cs typeface="+mn-cs"/>
            </a:rPr>
            <a:t>Core Modules:</a:t>
          </a:r>
        </a:p>
      </dgm:t>
    </dgm:pt>
    <dgm:pt modelId="{D31CA6F3-8EA9-46B5-859B-BD58F6A4E183}" type="parTrans" cxnId="{310AB531-47B3-4B10-9062-6BEB5066A898}">
      <dgm:prSet/>
      <dgm:spPr/>
    </dgm:pt>
    <dgm:pt modelId="{1A9E1214-19DA-4201-9B88-B10DBA2224C8}" type="sibTrans" cxnId="{310AB531-47B3-4B10-9062-6BEB5066A898}">
      <dgm:prSet/>
      <dgm:spPr/>
    </dgm:pt>
    <dgm:pt modelId="{605B276B-8AC0-4BC6-8187-5323466BE7BF}">
      <dgm:prSet phldr="0"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3700" b="1">
              <a:solidFill>
                <a:schemeClr val="bg1"/>
              </a:solidFill>
              <a:latin typeface="Aptos"/>
              <a:ea typeface="+mn-ea"/>
              <a:cs typeface="+mn-cs"/>
            </a:rPr>
            <a:t>Hands on Requirements:</a:t>
          </a:r>
        </a:p>
      </dgm:t>
    </dgm:pt>
    <dgm:pt modelId="{09266F29-8DE6-4284-9A0A-527B5A6410EA}" type="parTrans" cxnId="{2FA08A14-B25B-40EF-A1FE-3B59DC54CE90}">
      <dgm:prSet/>
      <dgm:spPr/>
    </dgm:pt>
    <dgm:pt modelId="{4B6BA6BC-D01D-4F45-A60F-97AFBD6ED5D4}" type="sibTrans" cxnId="{2FA08A14-B25B-40EF-A1FE-3B59DC54CE90}">
      <dgm:prSet/>
      <dgm:spPr/>
    </dgm:pt>
    <dgm:pt modelId="{D702FBB4-4F1E-4073-AC53-F4C817851B52}">
      <dgm:prSet phldr="0"/>
      <dgm:spPr/>
      <dgm:t>
        <a:bodyPr/>
        <a:lstStyle/>
        <a:p>
          <a:pPr algn="l">
            <a:lnSpc>
              <a:spcPct val="90000"/>
            </a:lnSpc>
          </a:pPr>
          <a:r>
            <a:rPr lang="en-US" sz="4200" b="0">
              <a:solidFill>
                <a:schemeClr val="bg1"/>
              </a:solidFill>
              <a:latin typeface="Aptos"/>
              <a:ea typeface="+mn-ea"/>
              <a:cs typeface="+mn-cs"/>
            </a:rPr>
            <a:t>Sponsor</a:t>
          </a:r>
        </a:p>
      </dgm:t>
    </dgm:pt>
    <dgm:pt modelId="{5D17AE2E-179A-4A16-924B-255FFC19202B}" type="parTrans" cxnId="{D9318F97-53A0-4ECC-BE80-EA3AD5BEE5D5}">
      <dgm:prSet/>
      <dgm:spPr/>
    </dgm:pt>
    <dgm:pt modelId="{15130642-04A9-4137-B6EC-C27F825FD272}" type="sibTrans" cxnId="{D9318F97-53A0-4ECC-BE80-EA3AD5BEE5D5}">
      <dgm:prSet/>
      <dgm:spPr/>
    </dgm:pt>
    <dgm:pt modelId="{AF392B83-F55D-4C2E-BD9E-D6D4A4EC1EC7}">
      <dgm:prSet phldr="0"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4200" b="0">
              <a:solidFill>
                <a:schemeClr val="bg1"/>
              </a:solidFill>
              <a:latin typeface="Aptos"/>
              <a:ea typeface="+mn-ea"/>
              <a:cs typeface="+mn-cs"/>
            </a:rPr>
            <a:t>Support Staff</a:t>
          </a:r>
        </a:p>
      </dgm:t>
    </dgm:pt>
    <dgm:pt modelId="{238054B1-2282-45AD-840B-2FEC7D0D116B}" type="parTrans" cxnId="{4CDABD23-8F7B-4838-828D-FC38B94796FB}">
      <dgm:prSet/>
      <dgm:spPr/>
    </dgm:pt>
    <dgm:pt modelId="{354C49FA-B42C-4B62-ABEC-506615CEBEA9}" type="sibTrans" cxnId="{4CDABD23-8F7B-4838-828D-FC38B94796FB}">
      <dgm:prSet/>
      <dgm:spPr/>
    </dgm:pt>
    <dgm:pt modelId="{9C03EC4A-A7C5-497A-B523-EAD4839D9E5F}">
      <dgm:prSet phldr="0"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3300" b="0">
              <a:solidFill>
                <a:schemeClr val="bg1"/>
              </a:solidFill>
              <a:latin typeface="Aptos"/>
              <a:ea typeface="+mn-ea"/>
              <a:cs typeface="+mn-cs"/>
            </a:rPr>
            <a:t>Manage centralized customer records</a:t>
          </a:r>
        </a:p>
      </dgm:t>
    </dgm:pt>
    <dgm:pt modelId="{F7B4E132-6FC8-452D-AEDF-15FF6F589F6E}" type="parTrans" cxnId="{0569CDA0-6F5B-47CE-B6E0-BE632439E5C1}">
      <dgm:prSet/>
      <dgm:spPr/>
    </dgm:pt>
    <dgm:pt modelId="{6AB33082-34CD-45B8-96D6-864A20FC5BC6}" type="sibTrans" cxnId="{0569CDA0-6F5B-47CE-B6E0-BE632439E5C1}">
      <dgm:prSet/>
      <dgm:spPr/>
    </dgm:pt>
    <dgm:pt modelId="{8F662C29-F97A-4BAF-9AC4-C5E503FD5D6D}">
      <dgm:prSet phldr="0"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3300" b="0">
              <a:solidFill>
                <a:schemeClr val="bg1"/>
              </a:solidFill>
              <a:latin typeface="Aptos"/>
              <a:ea typeface="+mn-ea"/>
              <a:cs typeface="+mn-cs"/>
            </a:rPr>
            <a:t>Monitor booking pipelines</a:t>
          </a:r>
        </a:p>
      </dgm:t>
    </dgm:pt>
    <dgm:pt modelId="{7E75DD24-D2B6-4027-8B5B-6E007D7C9319}" type="parTrans" cxnId="{968A255F-8A1E-49EE-88D5-62CBC39346F2}">
      <dgm:prSet/>
      <dgm:spPr/>
    </dgm:pt>
    <dgm:pt modelId="{07C659E2-A509-4CB2-9434-476BFFE1B6FB}" type="sibTrans" cxnId="{968A255F-8A1E-49EE-88D5-62CBC39346F2}">
      <dgm:prSet/>
      <dgm:spPr/>
    </dgm:pt>
    <dgm:pt modelId="{A16D62E7-4C3E-4D05-B443-FF253F6F57F9}">
      <dgm:prSet phldr="0"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3300" b="0">
              <a:solidFill>
                <a:schemeClr val="bg1"/>
              </a:solidFill>
              <a:latin typeface="Aptos"/>
              <a:ea typeface="+mn-ea"/>
              <a:cs typeface="+mn-cs"/>
            </a:rPr>
            <a:t>Configure automated follow ups</a:t>
          </a:r>
        </a:p>
      </dgm:t>
    </dgm:pt>
    <dgm:pt modelId="{65394368-3BE0-41C9-8088-CCA7F5091446}" type="parTrans" cxnId="{04148137-99A4-4D4A-92BF-5417F4575A80}">
      <dgm:prSet/>
      <dgm:spPr/>
    </dgm:pt>
    <dgm:pt modelId="{3432007A-A8DE-4AC6-949A-FA627E6D9AA8}" type="sibTrans" cxnId="{04148137-99A4-4D4A-92BF-5417F4575A80}">
      <dgm:prSet/>
      <dgm:spPr/>
    </dgm:pt>
    <dgm:pt modelId="{1B1EF4F8-FFA1-467E-8707-9991AACA16E2}">
      <dgm:prSet phldr="0"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3300" b="0">
              <a:solidFill>
                <a:schemeClr val="bg1"/>
              </a:solidFill>
              <a:latin typeface="Aptos"/>
              <a:ea typeface="+mn-ea"/>
              <a:cs typeface="+mn-cs"/>
            </a:rPr>
            <a:t>Interpret analytics dashboards</a:t>
          </a:r>
        </a:p>
      </dgm:t>
    </dgm:pt>
    <dgm:pt modelId="{6140FFD9-4195-4384-91FE-2BBAF4FC8886}" type="parTrans" cxnId="{72AC1BD2-43A4-4343-93FD-C6D5D3516CDC}">
      <dgm:prSet/>
      <dgm:spPr/>
    </dgm:pt>
    <dgm:pt modelId="{79A13C9D-ECFA-47BB-A5FE-89E079807095}" type="sibTrans" cxnId="{72AC1BD2-43A4-4343-93FD-C6D5D3516CDC}">
      <dgm:prSet/>
      <dgm:spPr/>
    </dgm:pt>
    <dgm:pt modelId="{9AD9458F-AA98-4459-92DD-BE89E2BE2AA1}">
      <dgm:prSet phldr="0"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3300" b="0">
              <a:solidFill>
                <a:schemeClr val="bg1"/>
              </a:solidFill>
              <a:latin typeface="Aptos"/>
              <a:ea typeface="+mn-ea"/>
              <a:cs typeface="+mn-cs"/>
            </a:rPr>
            <a:t>Customer profile management</a:t>
          </a:r>
        </a:p>
      </dgm:t>
    </dgm:pt>
    <dgm:pt modelId="{F5BA1A99-2B8F-41AA-B944-519F3EC43A55}" type="parTrans" cxnId="{BE39702D-F9CB-4DBE-8BEE-C1783BCAD18E}">
      <dgm:prSet/>
      <dgm:spPr/>
    </dgm:pt>
    <dgm:pt modelId="{B0938C33-DF1F-4DD4-9604-389907445EA3}" type="sibTrans" cxnId="{BE39702D-F9CB-4DBE-8BEE-C1783BCAD18E}">
      <dgm:prSet/>
      <dgm:spPr/>
    </dgm:pt>
    <dgm:pt modelId="{3F31EC30-FAA1-477D-B871-4CEFD073A7CE}">
      <dgm:prSet phldr="0"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3300" b="0">
              <a:solidFill>
                <a:schemeClr val="bg1"/>
              </a:solidFill>
              <a:latin typeface="Aptos"/>
              <a:ea typeface="+mn-ea"/>
              <a:cs typeface="+mn-cs"/>
            </a:rPr>
            <a:t>Automation workflows</a:t>
          </a:r>
        </a:p>
      </dgm:t>
    </dgm:pt>
    <dgm:pt modelId="{46989397-2E11-40B9-AEBC-1C3C55DE8DC3}" type="parTrans" cxnId="{1B6CE17B-A91D-47A8-9FD8-FF320255874D}">
      <dgm:prSet/>
      <dgm:spPr/>
    </dgm:pt>
    <dgm:pt modelId="{8F6EBF3B-E624-4DAE-986D-6B78F3EB74EF}" type="sibTrans" cxnId="{1B6CE17B-A91D-47A8-9FD8-FF320255874D}">
      <dgm:prSet/>
      <dgm:spPr/>
    </dgm:pt>
    <dgm:pt modelId="{FF46F1F4-F40B-44DE-8CF7-12C8867A32E8}">
      <dgm:prSet phldr="0"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3300" b="0">
              <a:solidFill>
                <a:schemeClr val="bg1"/>
              </a:solidFill>
              <a:latin typeface="Aptos"/>
              <a:ea typeface="+mn-ea"/>
              <a:cs typeface="+mn-cs"/>
            </a:rPr>
            <a:t>CRM integration with booking system</a:t>
          </a:r>
        </a:p>
      </dgm:t>
    </dgm:pt>
    <dgm:pt modelId="{C54E7315-DE10-4807-B4D8-9B8936D022A3}" type="parTrans" cxnId="{C32DD92E-C010-4C6C-8810-8657DC454663}">
      <dgm:prSet/>
      <dgm:spPr/>
    </dgm:pt>
    <dgm:pt modelId="{CE8A684B-BD94-4E4B-A8BF-0C87D282CC79}" type="sibTrans" cxnId="{C32DD92E-C010-4C6C-8810-8657DC454663}">
      <dgm:prSet/>
      <dgm:spPr/>
    </dgm:pt>
    <dgm:pt modelId="{18EDABF7-CA1B-4138-9EDD-E0C8E6D60F7B}">
      <dgm:prSet phldr="0"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3300" b="0">
              <a:solidFill>
                <a:schemeClr val="bg1"/>
              </a:solidFill>
              <a:latin typeface="Aptos"/>
              <a:ea typeface="+mn-ea"/>
              <a:cs typeface="+mn-cs"/>
            </a:rPr>
            <a:t>Reporting and analytics</a:t>
          </a:r>
        </a:p>
      </dgm:t>
    </dgm:pt>
    <dgm:pt modelId="{B46639B2-00D4-4E4F-A1A0-32CA03B4D41D}" type="parTrans" cxnId="{21B1E324-BF6F-4080-AFEE-5A2C31FA7343}">
      <dgm:prSet/>
      <dgm:spPr/>
    </dgm:pt>
    <dgm:pt modelId="{CE03C6B9-7B58-4EED-997C-915A6D7A0A54}" type="sibTrans" cxnId="{21B1E324-BF6F-4080-AFEE-5A2C31FA7343}">
      <dgm:prSet/>
      <dgm:spPr/>
    </dgm:pt>
    <dgm:pt modelId="{82846F6E-469A-47D4-9846-F63CA5122FFC}">
      <dgm:prSet phldr="0"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3300" b="0">
              <a:solidFill>
                <a:schemeClr val="bg1"/>
              </a:solidFill>
              <a:latin typeface="Aptos"/>
              <a:ea typeface="+mn-ea"/>
              <a:cs typeface="+mn-cs"/>
            </a:rPr>
            <a:t>Create client profile, simulate booking sync, and trigger automation rule</a:t>
          </a:r>
        </a:p>
      </dgm:t>
    </dgm:pt>
    <dgm:pt modelId="{73C6E55B-70B4-4091-BECF-1C84DA48E34F}" type="parTrans" cxnId="{EECEC18E-1BBC-44F2-87DF-20E4F8332EA1}">
      <dgm:prSet/>
      <dgm:spPr/>
    </dgm:pt>
    <dgm:pt modelId="{258B4CD1-F7A1-47FC-85E9-742AAB3E733B}" type="sibTrans" cxnId="{EECEC18E-1BBC-44F2-87DF-20E4F8332EA1}">
      <dgm:prSet/>
      <dgm:spPr/>
    </dgm:pt>
    <dgm:pt modelId="{1ABE6A42-E10E-42EB-97F8-919E9589A245}">
      <dgm:prSet phldr="0"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3300" b="0"/>
            <a:t>Confirm booking data automatically populates CRM fields</a:t>
          </a:r>
          <a:endParaRPr lang="en-US" sz="3300" b="0">
            <a:latin typeface="Aptos"/>
            <a:ea typeface="+mn-ea"/>
            <a:cs typeface="+mn-cs"/>
          </a:endParaRPr>
        </a:p>
      </dgm:t>
    </dgm:pt>
    <dgm:pt modelId="{1CC6DD7F-0495-4D67-B992-F16B4A48B2FC}" type="parTrans" cxnId="{CFD14998-D5A1-4730-B58C-2268001B40DD}">
      <dgm:prSet/>
      <dgm:spPr/>
    </dgm:pt>
    <dgm:pt modelId="{506C13E0-7A27-4D44-8A06-EAD7AF28DD19}" type="sibTrans" cxnId="{CFD14998-D5A1-4730-B58C-2268001B40DD}">
      <dgm:prSet/>
      <dgm:spPr/>
    </dgm:pt>
    <dgm:pt modelId="{FDEAFFBB-B01E-4D71-A92B-53B7830ED1C4}" type="pres">
      <dgm:prSet presAssocID="{751AE52F-4DC8-4F51-ACEF-4C3FEB6B0721}" presName="Name0" presStyleCnt="0">
        <dgm:presLayoutVars>
          <dgm:dir/>
          <dgm:resizeHandles val="exact"/>
        </dgm:presLayoutVars>
      </dgm:prSet>
      <dgm:spPr/>
    </dgm:pt>
    <dgm:pt modelId="{E2C7BF64-CD47-430D-944D-8349C57936BD}" type="pres">
      <dgm:prSet presAssocID="{EE9EE454-5AF0-4231-9588-B4BFF3588117}" presName="node" presStyleLbl="node1" presStyleIdx="0" presStyleCnt="4">
        <dgm:presLayoutVars>
          <dgm:bulletEnabled val="1"/>
        </dgm:presLayoutVars>
      </dgm:prSet>
      <dgm:spPr/>
    </dgm:pt>
    <dgm:pt modelId="{3A2F42F3-D1E7-40AE-BD48-D4DB99C3130B}" type="pres">
      <dgm:prSet presAssocID="{AA6271BB-430F-4257-B882-952C142601E7}" presName="sibTrans" presStyleCnt="0"/>
      <dgm:spPr/>
    </dgm:pt>
    <dgm:pt modelId="{82029680-DA30-4919-8BE4-1E86166AE8BA}" type="pres">
      <dgm:prSet presAssocID="{D8836B9F-167A-4F02-B289-B760BA8FADC0}" presName="node" presStyleLbl="node1" presStyleIdx="1" presStyleCnt="4">
        <dgm:presLayoutVars>
          <dgm:bulletEnabled val="1"/>
        </dgm:presLayoutVars>
      </dgm:prSet>
      <dgm:spPr/>
    </dgm:pt>
    <dgm:pt modelId="{80B5AAE5-6DA8-4089-890D-AA13C40A52C5}" type="pres">
      <dgm:prSet presAssocID="{0340EB54-4B66-42FC-80FF-91BC8C340AB1}" presName="sibTrans" presStyleCnt="0"/>
      <dgm:spPr/>
    </dgm:pt>
    <dgm:pt modelId="{380B0170-84F4-4EED-844B-25716CBF090F}" type="pres">
      <dgm:prSet presAssocID="{83F50ABE-97E0-48EC-AAF8-558EFCB1F30A}" presName="node" presStyleLbl="node1" presStyleIdx="2" presStyleCnt="4">
        <dgm:presLayoutVars>
          <dgm:bulletEnabled val="1"/>
        </dgm:presLayoutVars>
      </dgm:prSet>
      <dgm:spPr/>
    </dgm:pt>
    <dgm:pt modelId="{CB64FC41-C71A-4398-B831-CF755C75FF89}" type="pres">
      <dgm:prSet presAssocID="{1A9E1214-19DA-4201-9B88-B10DBA2224C8}" presName="sibTrans" presStyleCnt="0"/>
      <dgm:spPr/>
    </dgm:pt>
    <dgm:pt modelId="{67F764E6-A14A-4040-AA9B-67E9A1DEE509}" type="pres">
      <dgm:prSet presAssocID="{605B276B-8AC0-4BC6-8187-5323466BE7BF}" presName="node" presStyleLbl="node1" presStyleIdx="3" presStyleCnt="4">
        <dgm:presLayoutVars>
          <dgm:bulletEnabled val="1"/>
        </dgm:presLayoutVars>
      </dgm:prSet>
      <dgm:spPr/>
    </dgm:pt>
  </dgm:ptLst>
  <dgm:cxnLst>
    <dgm:cxn modelId="{3113C304-E697-418B-954B-D997B9A5FD53}" type="presOf" srcId="{83F50ABE-97E0-48EC-AAF8-558EFCB1F30A}" destId="{380B0170-84F4-4EED-844B-25716CBF090F}" srcOrd="0" destOrd="0" presId="urn:microsoft.com/office/officeart/2005/8/layout/hList6"/>
    <dgm:cxn modelId="{17C5F107-E966-4CB1-982F-60B31010D52A}" type="presOf" srcId="{A16D62E7-4C3E-4D05-B443-FF253F6F57F9}" destId="{82029680-DA30-4919-8BE4-1E86166AE8BA}" srcOrd="0" destOrd="3" presId="urn:microsoft.com/office/officeart/2005/8/layout/hList6"/>
    <dgm:cxn modelId="{26EC7B0A-65AE-4CAB-9FA7-0A5D12B009CC}" type="presOf" srcId="{EE9EE454-5AF0-4231-9588-B4BFF3588117}" destId="{E2C7BF64-CD47-430D-944D-8349C57936BD}" srcOrd="0" destOrd="0" presId="urn:microsoft.com/office/officeart/2005/8/layout/hList6"/>
    <dgm:cxn modelId="{3DA5D511-0461-4250-9D54-C4419D178151}" type="presOf" srcId="{82846F6E-469A-47D4-9846-F63CA5122FFC}" destId="{67F764E6-A14A-4040-AA9B-67E9A1DEE509}" srcOrd="0" destOrd="1" presId="urn:microsoft.com/office/officeart/2005/8/layout/hList6"/>
    <dgm:cxn modelId="{2FA08A14-B25B-40EF-A1FE-3B59DC54CE90}" srcId="{751AE52F-4DC8-4F51-ACEF-4C3FEB6B0721}" destId="{605B276B-8AC0-4BC6-8187-5323466BE7BF}" srcOrd="3" destOrd="0" parTransId="{09266F29-8DE6-4284-9A0A-527B5A6410EA}" sibTransId="{4B6BA6BC-D01D-4F45-A60F-97AFBD6ED5D4}"/>
    <dgm:cxn modelId="{4CDABD23-8F7B-4838-828D-FC38B94796FB}" srcId="{EE9EE454-5AF0-4231-9588-B4BFF3588117}" destId="{AF392B83-F55D-4C2E-BD9E-D6D4A4EC1EC7}" srcOrd="1" destOrd="0" parTransId="{238054B1-2282-45AD-840B-2FEC7D0D116B}" sibTransId="{354C49FA-B42C-4B62-ABEC-506615CEBEA9}"/>
    <dgm:cxn modelId="{21B1E324-BF6F-4080-AFEE-5A2C31FA7343}" srcId="{83F50ABE-97E0-48EC-AAF8-558EFCB1F30A}" destId="{18EDABF7-CA1B-4138-9EDD-E0C8E6D60F7B}" srcOrd="3" destOrd="0" parTransId="{B46639B2-00D4-4E4F-A1A0-32CA03B4D41D}" sibTransId="{CE03C6B9-7B58-4EED-997C-915A6D7A0A54}"/>
    <dgm:cxn modelId="{BE39702D-F9CB-4DBE-8BEE-C1783BCAD18E}" srcId="{83F50ABE-97E0-48EC-AAF8-558EFCB1F30A}" destId="{9AD9458F-AA98-4459-92DD-BE89E2BE2AA1}" srcOrd="0" destOrd="0" parTransId="{F5BA1A99-2B8F-41AA-B944-519F3EC43A55}" sibTransId="{B0938C33-DF1F-4DD4-9604-389907445EA3}"/>
    <dgm:cxn modelId="{07E5A42E-C867-4F54-8F3D-8ACAF6BC3E05}" type="presOf" srcId="{D702FBB4-4F1E-4073-AC53-F4C817851B52}" destId="{E2C7BF64-CD47-430D-944D-8349C57936BD}" srcOrd="0" destOrd="1" presId="urn:microsoft.com/office/officeart/2005/8/layout/hList6"/>
    <dgm:cxn modelId="{C32DD92E-C010-4C6C-8810-8657DC454663}" srcId="{83F50ABE-97E0-48EC-AAF8-558EFCB1F30A}" destId="{FF46F1F4-F40B-44DE-8CF7-12C8867A32E8}" srcOrd="2" destOrd="0" parTransId="{C54E7315-DE10-4807-B4D8-9B8936D022A3}" sibTransId="{CE8A684B-BD94-4E4B-A8BF-0C87D282CC79}"/>
    <dgm:cxn modelId="{310AB531-47B3-4B10-9062-6BEB5066A898}" srcId="{751AE52F-4DC8-4F51-ACEF-4C3FEB6B0721}" destId="{83F50ABE-97E0-48EC-AAF8-558EFCB1F30A}" srcOrd="2" destOrd="0" parTransId="{D31CA6F3-8EA9-46B5-859B-BD58F6A4E183}" sibTransId="{1A9E1214-19DA-4201-9B88-B10DBA2224C8}"/>
    <dgm:cxn modelId="{04148137-99A4-4D4A-92BF-5417F4575A80}" srcId="{D8836B9F-167A-4F02-B289-B760BA8FADC0}" destId="{A16D62E7-4C3E-4D05-B443-FF253F6F57F9}" srcOrd="2" destOrd="0" parTransId="{65394368-3BE0-41C9-8088-CCA7F5091446}" sibTransId="{3432007A-A8DE-4AC6-949A-FA627E6D9AA8}"/>
    <dgm:cxn modelId="{8C37EE37-2313-4847-8B80-92C0122404DC}" type="presOf" srcId="{AF392B83-F55D-4C2E-BD9E-D6D4A4EC1EC7}" destId="{E2C7BF64-CD47-430D-944D-8349C57936BD}" srcOrd="0" destOrd="2" presId="urn:microsoft.com/office/officeart/2005/8/layout/hList6"/>
    <dgm:cxn modelId="{968A255F-8A1E-49EE-88D5-62CBC39346F2}" srcId="{D8836B9F-167A-4F02-B289-B760BA8FADC0}" destId="{8F662C29-F97A-4BAF-9AC4-C5E503FD5D6D}" srcOrd="1" destOrd="0" parTransId="{7E75DD24-D2B6-4027-8B5B-6E007D7C9319}" sibTransId="{07C659E2-A509-4CB2-9434-476BFFE1B6FB}"/>
    <dgm:cxn modelId="{538C2A62-51F4-4837-83A1-FFACE59D4732}" type="presOf" srcId="{1B1EF4F8-FFA1-467E-8707-9991AACA16E2}" destId="{82029680-DA30-4919-8BE4-1E86166AE8BA}" srcOrd="0" destOrd="4" presId="urn:microsoft.com/office/officeart/2005/8/layout/hList6"/>
    <dgm:cxn modelId="{3536BE43-4187-4B40-8F00-A834332CBE18}" type="presOf" srcId="{3F31EC30-FAA1-477D-B871-4CEFD073A7CE}" destId="{380B0170-84F4-4EED-844B-25716CBF090F}" srcOrd="0" destOrd="2" presId="urn:microsoft.com/office/officeart/2005/8/layout/hList6"/>
    <dgm:cxn modelId="{47E6D377-C18A-4779-93C8-FCF63C3627EF}" type="presOf" srcId="{751AE52F-4DC8-4F51-ACEF-4C3FEB6B0721}" destId="{FDEAFFBB-B01E-4D71-A92B-53B7830ED1C4}" srcOrd="0" destOrd="0" presId="urn:microsoft.com/office/officeart/2005/8/layout/hList6"/>
    <dgm:cxn modelId="{1B6CE17B-A91D-47A8-9FD8-FF320255874D}" srcId="{83F50ABE-97E0-48EC-AAF8-558EFCB1F30A}" destId="{3F31EC30-FAA1-477D-B871-4CEFD073A7CE}" srcOrd="1" destOrd="0" parTransId="{46989397-2E11-40B9-AEBC-1C3C55DE8DC3}" sibTransId="{8F6EBF3B-E624-4DAE-986D-6B78F3EB74EF}"/>
    <dgm:cxn modelId="{EE0E6B89-56B3-4801-A7CF-1045DB1D9357}" type="presOf" srcId="{9C03EC4A-A7C5-497A-B523-EAD4839D9E5F}" destId="{82029680-DA30-4919-8BE4-1E86166AE8BA}" srcOrd="0" destOrd="1" presId="urn:microsoft.com/office/officeart/2005/8/layout/hList6"/>
    <dgm:cxn modelId="{EECEC18E-1BBC-44F2-87DF-20E4F8332EA1}" srcId="{605B276B-8AC0-4BC6-8187-5323466BE7BF}" destId="{82846F6E-469A-47D4-9846-F63CA5122FFC}" srcOrd="0" destOrd="0" parTransId="{73C6E55B-70B4-4091-BECF-1C84DA48E34F}" sibTransId="{258B4CD1-F7A1-47FC-85E9-742AAB3E733B}"/>
    <dgm:cxn modelId="{AE6CD290-F16B-4BED-AFEB-93587FEB2381}" srcId="{751AE52F-4DC8-4F51-ACEF-4C3FEB6B0721}" destId="{D8836B9F-167A-4F02-B289-B760BA8FADC0}" srcOrd="1" destOrd="0" parTransId="{AB68AF71-E327-4E94-BAB2-029ACB804327}" sibTransId="{0340EB54-4B66-42FC-80FF-91BC8C340AB1}"/>
    <dgm:cxn modelId="{CEB7F690-A45B-4E19-AB54-146B2C7EEB3C}" type="presOf" srcId="{9AD9458F-AA98-4459-92DD-BE89E2BE2AA1}" destId="{380B0170-84F4-4EED-844B-25716CBF090F}" srcOrd="0" destOrd="1" presId="urn:microsoft.com/office/officeart/2005/8/layout/hList6"/>
    <dgm:cxn modelId="{8D441391-48B1-4CEE-98E8-DED5A725B651}" type="presOf" srcId="{605B276B-8AC0-4BC6-8187-5323466BE7BF}" destId="{67F764E6-A14A-4040-AA9B-67E9A1DEE509}" srcOrd="0" destOrd="0" presId="urn:microsoft.com/office/officeart/2005/8/layout/hList6"/>
    <dgm:cxn modelId="{32F8AD92-F60A-4661-9384-9E647680D2A8}" type="presOf" srcId="{18EDABF7-CA1B-4138-9EDD-E0C8E6D60F7B}" destId="{380B0170-84F4-4EED-844B-25716CBF090F}" srcOrd="0" destOrd="4" presId="urn:microsoft.com/office/officeart/2005/8/layout/hList6"/>
    <dgm:cxn modelId="{E8E58C94-34EA-466D-A364-5C119302BAAC}" type="presOf" srcId="{8F662C29-F97A-4BAF-9AC4-C5E503FD5D6D}" destId="{82029680-DA30-4919-8BE4-1E86166AE8BA}" srcOrd="0" destOrd="2" presId="urn:microsoft.com/office/officeart/2005/8/layout/hList6"/>
    <dgm:cxn modelId="{D9318F97-53A0-4ECC-BE80-EA3AD5BEE5D5}" srcId="{EE9EE454-5AF0-4231-9588-B4BFF3588117}" destId="{D702FBB4-4F1E-4073-AC53-F4C817851B52}" srcOrd="0" destOrd="0" parTransId="{5D17AE2E-179A-4A16-924B-255FFC19202B}" sibTransId="{15130642-04A9-4137-B6EC-C27F825FD272}"/>
    <dgm:cxn modelId="{CFD14998-D5A1-4730-B58C-2268001B40DD}" srcId="{605B276B-8AC0-4BC6-8187-5323466BE7BF}" destId="{1ABE6A42-E10E-42EB-97F8-919E9589A245}" srcOrd="1" destOrd="0" parTransId="{1CC6DD7F-0495-4D67-B992-F16B4A48B2FC}" sibTransId="{506C13E0-7A27-4D44-8A06-EAD7AF28DD19}"/>
    <dgm:cxn modelId="{1A331F99-7153-4C0B-A93F-0EB751E5FF8D}" type="presOf" srcId="{D8836B9F-167A-4F02-B289-B760BA8FADC0}" destId="{82029680-DA30-4919-8BE4-1E86166AE8BA}" srcOrd="0" destOrd="0" presId="urn:microsoft.com/office/officeart/2005/8/layout/hList6"/>
    <dgm:cxn modelId="{0569CDA0-6F5B-47CE-B6E0-BE632439E5C1}" srcId="{D8836B9F-167A-4F02-B289-B760BA8FADC0}" destId="{9C03EC4A-A7C5-497A-B523-EAD4839D9E5F}" srcOrd="0" destOrd="0" parTransId="{F7B4E132-6FC8-452D-AEDF-15FF6F589F6E}" sibTransId="{6AB33082-34CD-45B8-96D6-864A20FC5BC6}"/>
    <dgm:cxn modelId="{8B3B37A8-7C39-418D-BCAA-F6B2ABD9E4D1}" srcId="{751AE52F-4DC8-4F51-ACEF-4C3FEB6B0721}" destId="{EE9EE454-5AF0-4231-9588-B4BFF3588117}" srcOrd="0" destOrd="0" parTransId="{AA3CC511-0FAF-4FCB-B875-0742E6923AA9}" sibTransId="{AA6271BB-430F-4257-B882-952C142601E7}"/>
    <dgm:cxn modelId="{185E4BCA-CBD3-4033-9875-23B9AB48FE85}" type="presOf" srcId="{FF46F1F4-F40B-44DE-8CF7-12C8867A32E8}" destId="{380B0170-84F4-4EED-844B-25716CBF090F}" srcOrd="0" destOrd="3" presId="urn:microsoft.com/office/officeart/2005/8/layout/hList6"/>
    <dgm:cxn modelId="{72AC1BD2-43A4-4343-93FD-C6D5D3516CDC}" srcId="{D8836B9F-167A-4F02-B289-B760BA8FADC0}" destId="{1B1EF4F8-FFA1-467E-8707-9991AACA16E2}" srcOrd="3" destOrd="0" parTransId="{6140FFD9-4195-4384-91FE-2BBAF4FC8886}" sibTransId="{79A13C9D-ECFA-47BB-A5FE-89E079807095}"/>
    <dgm:cxn modelId="{49BF8CF0-6177-45AA-BDFA-46A6FF477E72}" type="presOf" srcId="{1ABE6A42-E10E-42EB-97F8-919E9589A245}" destId="{67F764E6-A14A-4040-AA9B-67E9A1DEE509}" srcOrd="0" destOrd="2" presId="urn:microsoft.com/office/officeart/2005/8/layout/hList6"/>
    <dgm:cxn modelId="{B2011668-2B0E-4F7F-A785-1A57BD9C3E65}" type="presParOf" srcId="{FDEAFFBB-B01E-4D71-A92B-53B7830ED1C4}" destId="{E2C7BF64-CD47-430D-944D-8349C57936BD}" srcOrd="0" destOrd="0" presId="urn:microsoft.com/office/officeart/2005/8/layout/hList6"/>
    <dgm:cxn modelId="{92EADD1E-0428-44C3-BB57-38961F26A612}" type="presParOf" srcId="{FDEAFFBB-B01E-4D71-A92B-53B7830ED1C4}" destId="{3A2F42F3-D1E7-40AE-BD48-D4DB99C3130B}" srcOrd="1" destOrd="0" presId="urn:microsoft.com/office/officeart/2005/8/layout/hList6"/>
    <dgm:cxn modelId="{187FE244-2F4B-4F5E-93DE-8A3F1BAA733E}" type="presParOf" srcId="{FDEAFFBB-B01E-4D71-A92B-53B7830ED1C4}" destId="{82029680-DA30-4919-8BE4-1E86166AE8BA}" srcOrd="2" destOrd="0" presId="urn:microsoft.com/office/officeart/2005/8/layout/hList6"/>
    <dgm:cxn modelId="{7407FD37-F3FA-4D07-B4D1-61142F9B7F54}" type="presParOf" srcId="{FDEAFFBB-B01E-4D71-A92B-53B7830ED1C4}" destId="{80B5AAE5-6DA8-4089-890D-AA13C40A52C5}" srcOrd="3" destOrd="0" presId="urn:microsoft.com/office/officeart/2005/8/layout/hList6"/>
    <dgm:cxn modelId="{577B8E76-3DD4-467C-AA3B-F529FC89CE4E}" type="presParOf" srcId="{FDEAFFBB-B01E-4D71-A92B-53B7830ED1C4}" destId="{380B0170-84F4-4EED-844B-25716CBF090F}" srcOrd="4" destOrd="0" presId="urn:microsoft.com/office/officeart/2005/8/layout/hList6"/>
    <dgm:cxn modelId="{3E736494-1C70-41AA-9985-F1B8A8071F30}" type="presParOf" srcId="{FDEAFFBB-B01E-4D71-A92B-53B7830ED1C4}" destId="{CB64FC41-C71A-4398-B831-CF755C75FF89}" srcOrd="5" destOrd="0" presId="urn:microsoft.com/office/officeart/2005/8/layout/hList6"/>
    <dgm:cxn modelId="{D06F69A1-8A87-4472-B162-DD60DD9BB38C}" type="presParOf" srcId="{FDEAFFBB-B01E-4D71-A92B-53B7830ED1C4}" destId="{67F764E6-A14A-4040-AA9B-67E9A1DEE509}" srcOrd="6" destOrd="0" presId="urn:microsoft.com/office/officeart/2005/8/layout/hList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751AE52F-4DC8-4F51-ACEF-4C3FEB6B072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E9EE454-5AF0-4231-9588-B4BFF3588117}">
      <dgm:prSet phldrT="[Text]" phldr="0"/>
      <dgm:spPr/>
      <dgm:t>
        <a:bodyPr/>
        <a:lstStyle/>
        <a:p>
          <a:pPr algn="l" rtl="0"/>
          <a:r>
            <a:rPr lang="en-US" sz="1400">
              <a:latin typeface="Aptos"/>
            </a:rPr>
            <a:t>Simulate </a:t>
          </a:r>
          <a:r>
            <a:rPr lang="en-US" sz="1400">
              <a:latin typeface="Aptos"/>
              <a:cs typeface="Arial"/>
            </a:rPr>
            <a:t>inquiry, confirm CRM lead creation, then test the escalation</a:t>
          </a:r>
          <a:endParaRPr lang="en-US" sz="1800">
            <a:latin typeface="Arial"/>
            <a:cs typeface="Arial"/>
          </a:endParaRPr>
        </a:p>
      </dgm:t>
    </dgm:pt>
    <dgm:pt modelId="{AA3CC511-0FAF-4FCB-B875-0742E6923AA9}" type="parTrans" cxnId="{8B3B37A8-7C39-418D-BCAA-F6B2ABD9E4D1}">
      <dgm:prSet/>
      <dgm:spPr/>
      <dgm:t>
        <a:bodyPr/>
        <a:lstStyle/>
        <a:p>
          <a:endParaRPr lang="en-US"/>
        </a:p>
      </dgm:t>
    </dgm:pt>
    <dgm:pt modelId="{AA6271BB-430F-4257-B882-952C142601E7}" type="sibTrans" cxnId="{8B3B37A8-7C39-418D-BCAA-F6B2ABD9E4D1}">
      <dgm:prSet/>
      <dgm:spPr/>
      <dgm:t>
        <a:bodyPr/>
        <a:lstStyle/>
        <a:p>
          <a:endParaRPr lang="en-US"/>
        </a:p>
      </dgm:t>
    </dgm:pt>
    <dgm:pt modelId="{465961EE-43A7-43BB-9FBF-895172454BA0}">
      <dgm:prSet phldr="0"/>
      <dgm:spPr/>
      <dgm:t>
        <a:bodyPr/>
        <a:lstStyle/>
        <a:p>
          <a:pPr algn="l" rtl="0"/>
          <a:r>
            <a:rPr lang="en-US" b="1">
              <a:latin typeface="Aptos"/>
            </a:rPr>
            <a:t>Audience:</a:t>
          </a:r>
        </a:p>
      </dgm:t>
    </dgm:pt>
    <dgm:pt modelId="{380CDA99-28F6-48F4-B6E9-09192954ECC6}" type="parTrans" cxnId="{6066A869-4845-405A-8BDE-D3EFA221CE38}">
      <dgm:prSet/>
      <dgm:spPr/>
    </dgm:pt>
    <dgm:pt modelId="{37600679-E0C3-4DF5-A422-B1D81F392FC6}" type="sibTrans" cxnId="{6066A869-4845-405A-8BDE-D3EFA221CE38}">
      <dgm:prSet/>
      <dgm:spPr/>
    </dgm:pt>
    <dgm:pt modelId="{47D5DE73-C6C0-48E0-B51A-FB50E12F20FE}">
      <dgm:prSet phldr="0"/>
      <dgm:spPr/>
      <dgm:t>
        <a:bodyPr/>
        <a:lstStyle/>
        <a:p>
          <a:pPr algn="l"/>
          <a:r>
            <a:rPr lang="en-US" sz="1400">
              <a:latin typeface="Aptos"/>
            </a:rPr>
            <a:t>Sponsor</a:t>
          </a:r>
          <a:endParaRPr lang="en-US"/>
        </a:p>
      </dgm:t>
    </dgm:pt>
    <dgm:pt modelId="{408B8616-AC44-4072-AB6E-D9211FB7FBD6}" type="parTrans" cxnId="{63789E9B-8B21-4D46-8314-CA68C914D043}">
      <dgm:prSet/>
      <dgm:spPr/>
    </dgm:pt>
    <dgm:pt modelId="{11B62497-2384-40E3-9921-544A7835C2F1}" type="sibTrans" cxnId="{63789E9B-8B21-4D46-8314-CA68C914D043}">
      <dgm:prSet/>
      <dgm:spPr/>
    </dgm:pt>
    <dgm:pt modelId="{39704E75-B21C-4281-8D84-58A2C277D213}">
      <dgm:prSet phldr="0"/>
      <dgm:spPr/>
      <dgm:t>
        <a:bodyPr/>
        <a:lstStyle/>
        <a:p>
          <a:pPr algn="l" rtl="0"/>
          <a:r>
            <a:rPr lang="en-US" sz="1400">
              <a:latin typeface="Aptos"/>
            </a:rPr>
            <a:t>Support Staff</a:t>
          </a:r>
        </a:p>
      </dgm:t>
    </dgm:pt>
    <dgm:pt modelId="{820C67D1-C0B8-4FEC-822C-08B769023FA6}" type="parTrans" cxnId="{3F890CD1-EE28-4DDF-A935-37D832F8F938}">
      <dgm:prSet/>
      <dgm:spPr/>
    </dgm:pt>
    <dgm:pt modelId="{CD9DA04E-D634-4F9F-ACAB-A1B8F285A0E3}" type="sibTrans" cxnId="{3F890CD1-EE28-4DDF-A935-37D832F8F938}">
      <dgm:prSet/>
      <dgm:spPr/>
    </dgm:pt>
    <dgm:pt modelId="{B8CFA38E-23BD-4DF5-996D-5C699FD71663}">
      <dgm:prSet phldr="0"/>
      <dgm:spPr/>
      <dgm:t>
        <a:bodyPr/>
        <a:lstStyle/>
        <a:p>
          <a:pPr algn="l"/>
          <a:r>
            <a:rPr lang="en-US" b="1">
              <a:latin typeface="Aptos"/>
            </a:rPr>
            <a:t>Objectives</a:t>
          </a:r>
        </a:p>
      </dgm:t>
    </dgm:pt>
    <dgm:pt modelId="{5C98CBF8-4C54-40A6-A25E-7C0325B69725}" type="parTrans" cxnId="{8D2314AA-D5E1-4336-A008-FAA8DDECF902}">
      <dgm:prSet/>
      <dgm:spPr/>
    </dgm:pt>
    <dgm:pt modelId="{A93AB1E7-1C5D-469A-8544-9811EA833320}" type="sibTrans" cxnId="{8D2314AA-D5E1-4336-A008-FAA8DDECF902}">
      <dgm:prSet/>
      <dgm:spPr/>
    </dgm:pt>
    <dgm:pt modelId="{162BA4D8-9E02-4B92-9624-F75E2BD125D9}">
      <dgm:prSet phldr="0"/>
      <dgm:spPr/>
      <dgm:t>
        <a:bodyPr/>
        <a:lstStyle/>
        <a:p>
          <a:pPr algn="l" rtl="0"/>
          <a:r>
            <a:rPr lang="en-US" sz="1400">
              <a:latin typeface="Aptos"/>
            </a:rPr>
            <a:t>Manage</a:t>
          </a:r>
          <a:r>
            <a:rPr lang="en-US" sz="1400" b="0">
              <a:latin typeface="Aptos"/>
            </a:rPr>
            <a:t> chatbot logic</a:t>
          </a:r>
          <a:endParaRPr lang="en-US" sz="1400" b="1">
            <a:latin typeface="Aptos"/>
          </a:endParaRPr>
        </a:p>
      </dgm:t>
    </dgm:pt>
    <dgm:pt modelId="{AAD11E1B-E7F7-4824-8800-8017B5E7FE3F}" type="parTrans" cxnId="{EB6816EE-B163-4ADC-964F-C65E602D3920}">
      <dgm:prSet/>
      <dgm:spPr/>
    </dgm:pt>
    <dgm:pt modelId="{C49DD620-C4AC-4E37-86FF-984C4D20A7F4}" type="sibTrans" cxnId="{EB6816EE-B163-4ADC-964F-C65E602D3920}">
      <dgm:prSet/>
      <dgm:spPr/>
    </dgm:pt>
    <dgm:pt modelId="{3D5594DC-A1A0-4B99-887A-8F161E1BBB47}">
      <dgm:prSet phldr="0"/>
      <dgm:spPr/>
      <dgm:t>
        <a:bodyPr/>
        <a:lstStyle/>
        <a:p>
          <a:pPr algn="l" rtl="0"/>
          <a:r>
            <a:rPr lang="en-US" sz="1400">
              <a:latin typeface="Aptos"/>
            </a:rPr>
            <a:t>Monitor</a:t>
          </a:r>
          <a:r>
            <a:rPr lang="en-US" sz="1400" b="0">
              <a:latin typeface="Aptos"/>
            </a:rPr>
            <a:t> AI performance</a:t>
          </a:r>
          <a:endParaRPr lang="en-US" sz="1400" b="1">
            <a:latin typeface="Aptos"/>
          </a:endParaRPr>
        </a:p>
      </dgm:t>
    </dgm:pt>
    <dgm:pt modelId="{98CFC5CF-72E6-4B0F-AB88-D50F85BAE944}" type="parTrans" cxnId="{44A42819-7316-4D37-9BBD-D9F36CF9F58A}">
      <dgm:prSet/>
      <dgm:spPr/>
    </dgm:pt>
    <dgm:pt modelId="{F843AABC-6E4E-4B70-A750-EC4579C9E6B8}" type="sibTrans" cxnId="{44A42819-7316-4D37-9BBD-D9F36CF9F58A}">
      <dgm:prSet/>
      <dgm:spPr/>
    </dgm:pt>
    <dgm:pt modelId="{4E6D11D2-DB5F-49D3-BD24-002E92598818}">
      <dgm:prSet phldr="0"/>
      <dgm:spPr/>
      <dgm:t>
        <a:bodyPr/>
        <a:lstStyle/>
        <a:p>
          <a:pPr algn="l" rtl="0"/>
          <a:r>
            <a:rPr lang="en-US" sz="1400">
              <a:latin typeface="Aptos"/>
            </a:rPr>
            <a:t>Validate CRM lead capture</a:t>
          </a:r>
        </a:p>
      </dgm:t>
    </dgm:pt>
    <dgm:pt modelId="{5970A81D-FF2C-40BF-94C8-5317B426D865}" type="parTrans" cxnId="{6779C24F-00E4-4528-8FB4-CB8D4333C8A1}">
      <dgm:prSet/>
      <dgm:spPr/>
    </dgm:pt>
    <dgm:pt modelId="{7B4BA3BF-D911-4D0C-9EF5-C3B921E20415}" type="sibTrans" cxnId="{6779C24F-00E4-4528-8FB4-CB8D4333C8A1}">
      <dgm:prSet/>
      <dgm:spPr/>
    </dgm:pt>
    <dgm:pt modelId="{3BF99B72-5E16-46AE-8E02-5F05FDC40C94}">
      <dgm:prSet phldr="0"/>
      <dgm:spPr/>
      <dgm:t>
        <a:bodyPr/>
        <a:lstStyle/>
        <a:p>
          <a:pPr algn="l" rtl="0"/>
          <a:r>
            <a:rPr lang="en-US" b="1">
              <a:latin typeface="Aptos"/>
            </a:rPr>
            <a:t>Core Modules:</a:t>
          </a:r>
        </a:p>
      </dgm:t>
    </dgm:pt>
    <dgm:pt modelId="{0B12F033-A522-43A4-9630-D8CFD55A016A}" type="parTrans" cxnId="{DF868713-DEC3-4ABF-A996-578546B3D000}">
      <dgm:prSet/>
      <dgm:spPr/>
    </dgm:pt>
    <dgm:pt modelId="{55CB8ACF-3E3B-4C85-9EDF-DE7649EBF879}" type="sibTrans" cxnId="{DF868713-DEC3-4ABF-A996-578546B3D000}">
      <dgm:prSet/>
      <dgm:spPr/>
    </dgm:pt>
    <dgm:pt modelId="{429DA6C4-1E62-4F30-A6F5-1DDEB4698576}">
      <dgm:prSet phldr="0"/>
      <dgm:spPr/>
      <dgm:t>
        <a:bodyPr/>
        <a:lstStyle/>
        <a:p>
          <a:pPr algn="l" rtl="0"/>
          <a:r>
            <a:rPr lang="en-US" sz="1400" b="0">
              <a:latin typeface="Aptos"/>
            </a:rPr>
            <a:t>AI workflow and response logic</a:t>
          </a:r>
        </a:p>
      </dgm:t>
    </dgm:pt>
    <dgm:pt modelId="{41490765-57C3-454B-A1C2-08B4B803D069}" type="parTrans" cxnId="{85BD126D-8C04-4C2E-858D-C82F27885E96}">
      <dgm:prSet/>
      <dgm:spPr/>
    </dgm:pt>
    <dgm:pt modelId="{F9581B86-1815-432A-89D3-C571E585FA10}" type="sibTrans" cxnId="{85BD126D-8C04-4C2E-858D-C82F27885E96}">
      <dgm:prSet/>
      <dgm:spPr/>
    </dgm:pt>
    <dgm:pt modelId="{729CD68B-1948-46BB-9BF6-106F96116268}">
      <dgm:prSet phldr="0"/>
      <dgm:spPr/>
      <dgm:t>
        <a:bodyPr/>
        <a:lstStyle/>
        <a:p>
          <a:pPr algn="l" rtl="0"/>
          <a:r>
            <a:rPr lang="en-US" b="1">
              <a:latin typeface="Aptos"/>
            </a:rPr>
            <a:t>Hands on Requirement:</a:t>
          </a:r>
        </a:p>
      </dgm:t>
    </dgm:pt>
    <dgm:pt modelId="{080CDCCB-34AB-4D36-ACA1-A5F35A6CC3B3}" type="parTrans" cxnId="{8A838CFE-2CE9-43CF-AB50-F391C0726FBB}">
      <dgm:prSet/>
      <dgm:spPr/>
    </dgm:pt>
    <dgm:pt modelId="{9A7E1F3C-FFA9-401D-A585-4E19F935D237}" type="sibTrans" cxnId="{8A838CFE-2CE9-43CF-AB50-F391C0726FBB}">
      <dgm:prSet/>
      <dgm:spPr/>
    </dgm:pt>
    <dgm:pt modelId="{0B23D01E-73F0-497C-8094-A9509A56FE73}">
      <dgm:prSet phldr="0"/>
      <dgm:spPr/>
      <dgm:t>
        <a:bodyPr/>
        <a:lstStyle/>
        <a:p>
          <a:pPr algn="l" rtl="0"/>
          <a:r>
            <a:rPr lang="en-US" sz="1400" b="0">
              <a:latin typeface="Aptos"/>
            </a:rPr>
            <a:t>Execute escalation process</a:t>
          </a:r>
        </a:p>
      </dgm:t>
    </dgm:pt>
    <dgm:pt modelId="{699AD183-D155-44E4-894F-8CB3D548DB1C}" type="parTrans" cxnId="{50C49BEB-7E30-4E92-9F29-7AEB0590A708}">
      <dgm:prSet/>
      <dgm:spPr/>
    </dgm:pt>
    <dgm:pt modelId="{0C010FB5-2BC9-4627-92F3-B486E9CC6793}" type="sibTrans" cxnId="{50C49BEB-7E30-4E92-9F29-7AEB0590A708}">
      <dgm:prSet/>
      <dgm:spPr/>
    </dgm:pt>
    <dgm:pt modelId="{161AFA6A-9A2B-4A1B-8030-ED195052BE8B}">
      <dgm:prSet phldr="0"/>
      <dgm:spPr/>
      <dgm:t>
        <a:bodyPr/>
        <a:lstStyle/>
        <a:p>
          <a:pPr algn="l" rtl="0"/>
          <a:r>
            <a:rPr lang="en-US" sz="1400" b="0">
              <a:latin typeface="Aptos"/>
            </a:rPr>
            <a:t>Lead capture and CRM sync</a:t>
          </a:r>
        </a:p>
      </dgm:t>
    </dgm:pt>
    <dgm:pt modelId="{74493456-237D-4C49-BC50-F7244A27F88F}" type="parTrans" cxnId="{3B570EC0-7445-42A4-8D85-B5C22F66EA38}">
      <dgm:prSet/>
      <dgm:spPr/>
    </dgm:pt>
    <dgm:pt modelId="{42D2F4B7-761E-4590-A083-8200595D4A52}" type="sibTrans" cxnId="{3B570EC0-7445-42A4-8D85-B5C22F66EA38}">
      <dgm:prSet/>
      <dgm:spPr/>
    </dgm:pt>
    <dgm:pt modelId="{9794E30C-A2E4-41E9-B9E0-38C70FE6BC57}">
      <dgm:prSet phldr="0"/>
      <dgm:spPr/>
      <dgm:t>
        <a:bodyPr/>
        <a:lstStyle/>
        <a:p>
          <a:pPr algn="l" rtl="0"/>
          <a:r>
            <a:rPr lang="en-US" sz="1400" b="0">
              <a:latin typeface="Aptos"/>
            </a:rPr>
            <a:t>Escalation procedures</a:t>
          </a:r>
        </a:p>
      </dgm:t>
    </dgm:pt>
    <dgm:pt modelId="{A2BB0095-0FC9-44BB-B6DD-478C31089713}" type="parTrans" cxnId="{27642B1F-0675-4921-9F22-1D93E8FD02EE}">
      <dgm:prSet/>
      <dgm:spPr/>
    </dgm:pt>
    <dgm:pt modelId="{CB0617E5-4B0C-41F0-A548-669F8C1DC179}" type="sibTrans" cxnId="{27642B1F-0675-4921-9F22-1D93E8FD02EE}">
      <dgm:prSet/>
      <dgm:spPr/>
    </dgm:pt>
    <dgm:pt modelId="{34304640-27AA-4891-8ADC-0CA61528CF4A}">
      <dgm:prSet phldr="0"/>
      <dgm:spPr/>
      <dgm:t>
        <a:bodyPr/>
        <a:lstStyle/>
        <a:p>
          <a:pPr algn="l" rtl="0"/>
          <a:r>
            <a:rPr lang="en-US" sz="1400" b="0">
              <a:latin typeface="Aptos"/>
            </a:rPr>
            <a:t>KPI monitoring</a:t>
          </a:r>
        </a:p>
      </dgm:t>
    </dgm:pt>
    <dgm:pt modelId="{4C29D42D-32EE-4618-9C14-8671B7AAEE89}" type="parTrans" cxnId="{44E919F9-6B1D-495C-814B-9F4DA633901B}">
      <dgm:prSet/>
      <dgm:spPr/>
    </dgm:pt>
    <dgm:pt modelId="{F6E4F08C-F04B-416C-9489-F58FC132295B}" type="sibTrans" cxnId="{44E919F9-6B1D-495C-814B-9F4DA633901B}">
      <dgm:prSet/>
      <dgm:spPr/>
    </dgm:pt>
    <dgm:pt modelId="{BC9CE379-8DE5-4DC8-BD1D-7B0823F70FDF}" type="pres">
      <dgm:prSet presAssocID="{751AE52F-4DC8-4F51-ACEF-4C3FEB6B0721}" presName="linear" presStyleCnt="0">
        <dgm:presLayoutVars>
          <dgm:animLvl val="lvl"/>
          <dgm:resizeHandles val="exact"/>
        </dgm:presLayoutVars>
      </dgm:prSet>
      <dgm:spPr/>
    </dgm:pt>
    <dgm:pt modelId="{097BC4E7-349C-4013-9C5E-3DE13A2FE09F}" type="pres">
      <dgm:prSet presAssocID="{465961EE-43A7-43BB-9FBF-895172454BA0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709D38D5-A42E-4468-9F4D-DFB3F0FB7581}" type="pres">
      <dgm:prSet presAssocID="{465961EE-43A7-43BB-9FBF-895172454BA0}" presName="childText" presStyleLbl="revTx" presStyleIdx="0" presStyleCnt="4">
        <dgm:presLayoutVars>
          <dgm:bulletEnabled val="1"/>
        </dgm:presLayoutVars>
      </dgm:prSet>
      <dgm:spPr/>
    </dgm:pt>
    <dgm:pt modelId="{96EB507A-508E-4C0B-90B5-5CFA20C6CDBE}" type="pres">
      <dgm:prSet presAssocID="{B8CFA38E-23BD-4DF5-996D-5C699FD71663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698F9EE8-A064-48F0-8FC7-EDD50616FAC5}" type="pres">
      <dgm:prSet presAssocID="{B8CFA38E-23BD-4DF5-996D-5C699FD71663}" presName="childText" presStyleLbl="revTx" presStyleIdx="1" presStyleCnt="4">
        <dgm:presLayoutVars>
          <dgm:bulletEnabled val="1"/>
        </dgm:presLayoutVars>
      </dgm:prSet>
      <dgm:spPr/>
    </dgm:pt>
    <dgm:pt modelId="{8C082C88-B79D-4362-8BAE-AA90DE9123EF}" type="pres">
      <dgm:prSet presAssocID="{3BF99B72-5E16-46AE-8E02-5F05FDC40C94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8ED1B9D8-2889-445D-B422-4103C71E2170}" type="pres">
      <dgm:prSet presAssocID="{3BF99B72-5E16-46AE-8E02-5F05FDC40C94}" presName="childText" presStyleLbl="revTx" presStyleIdx="2" presStyleCnt="4">
        <dgm:presLayoutVars>
          <dgm:bulletEnabled val="1"/>
        </dgm:presLayoutVars>
      </dgm:prSet>
      <dgm:spPr/>
    </dgm:pt>
    <dgm:pt modelId="{4DD3A687-5D17-427A-AB2B-297D4575AAFC}" type="pres">
      <dgm:prSet presAssocID="{729CD68B-1948-46BB-9BF6-106F96116268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46A00066-7343-4263-8BFA-01ED14C9058F}" type="pres">
      <dgm:prSet presAssocID="{729CD68B-1948-46BB-9BF6-106F96116268}" presName="childText" presStyleLbl="revTx" presStyleIdx="3" presStyleCnt="4">
        <dgm:presLayoutVars>
          <dgm:bulletEnabled val="1"/>
        </dgm:presLayoutVars>
      </dgm:prSet>
      <dgm:spPr/>
    </dgm:pt>
  </dgm:ptLst>
  <dgm:cxnLst>
    <dgm:cxn modelId="{2B623F0C-5E3F-4EF3-A0DD-EA0FF95B7FF5}" type="presOf" srcId="{EE9EE454-5AF0-4231-9588-B4BFF3588117}" destId="{46A00066-7343-4263-8BFA-01ED14C9058F}" srcOrd="0" destOrd="0" presId="urn:microsoft.com/office/officeart/2005/8/layout/vList2"/>
    <dgm:cxn modelId="{E98C0B13-7EEF-462D-98F0-8169E7D481A5}" type="presOf" srcId="{429DA6C4-1E62-4F30-A6F5-1DDEB4698576}" destId="{8ED1B9D8-2889-445D-B422-4103C71E2170}" srcOrd="0" destOrd="0" presId="urn:microsoft.com/office/officeart/2005/8/layout/vList2"/>
    <dgm:cxn modelId="{DF868713-DEC3-4ABF-A996-578546B3D000}" srcId="{751AE52F-4DC8-4F51-ACEF-4C3FEB6B0721}" destId="{3BF99B72-5E16-46AE-8E02-5F05FDC40C94}" srcOrd="2" destOrd="0" parTransId="{0B12F033-A522-43A4-9630-D8CFD55A016A}" sibTransId="{55CB8ACF-3E3B-4C85-9EDF-DE7649EBF879}"/>
    <dgm:cxn modelId="{44A42819-7316-4D37-9BBD-D9F36CF9F58A}" srcId="{B8CFA38E-23BD-4DF5-996D-5C699FD71663}" destId="{3D5594DC-A1A0-4B99-887A-8F161E1BBB47}" srcOrd="1" destOrd="0" parTransId="{98CFC5CF-72E6-4B0F-AB88-D50F85BAE944}" sibTransId="{F843AABC-6E4E-4B70-A750-EC4579C9E6B8}"/>
    <dgm:cxn modelId="{27642B1F-0675-4921-9F22-1D93E8FD02EE}" srcId="{3BF99B72-5E16-46AE-8E02-5F05FDC40C94}" destId="{9794E30C-A2E4-41E9-B9E0-38C70FE6BC57}" srcOrd="2" destOrd="0" parTransId="{A2BB0095-0FC9-44BB-B6DD-478C31089713}" sibTransId="{CB0617E5-4B0C-41F0-A548-669F8C1DC179}"/>
    <dgm:cxn modelId="{20B97C45-596D-410F-B040-36708C6257C8}" type="presOf" srcId="{47D5DE73-C6C0-48E0-B51A-FB50E12F20FE}" destId="{709D38D5-A42E-4468-9F4D-DFB3F0FB7581}" srcOrd="0" destOrd="0" presId="urn:microsoft.com/office/officeart/2005/8/layout/vList2"/>
    <dgm:cxn modelId="{6066A869-4845-405A-8BDE-D3EFA221CE38}" srcId="{751AE52F-4DC8-4F51-ACEF-4C3FEB6B0721}" destId="{465961EE-43A7-43BB-9FBF-895172454BA0}" srcOrd="0" destOrd="0" parTransId="{380CDA99-28F6-48F4-B6E9-09192954ECC6}" sibTransId="{37600679-E0C3-4DF5-A422-B1D81F392FC6}"/>
    <dgm:cxn modelId="{DBB0024B-0ADF-47F8-8703-42FB5E141CAD}" type="presOf" srcId="{729CD68B-1948-46BB-9BF6-106F96116268}" destId="{4DD3A687-5D17-427A-AB2B-297D4575AAFC}" srcOrd="0" destOrd="0" presId="urn:microsoft.com/office/officeart/2005/8/layout/vList2"/>
    <dgm:cxn modelId="{6ECC7D4B-C916-4215-8D32-7087FE51F9C4}" type="presOf" srcId="{0B23D01E-73F0-497C-8094-A9509A56FE73}" destId="{698F9EE8-A064-48F0-8FC7-EDD50616FAC5}" srcOrd="0" destOrd="3" presId="urn:microsoft.com/office/officeart/2005/8/layout/vList2"/>
    <dgm:cxn modelId="{85BD126D-8C04-4C2E-858D-C82F27885E96}" srcId="{3BF99B72-5E16-46AE-8E02-5F05FDC40C94}" destId="{429DA6C4-1E62-4F30-A6F5-1DDEB4698576}" srcOrd="0" destOrd="0" parTransId="{41490765-57C3-454B-A1C2-08B4B803D069}" sibTransId="{F9581B86-1815-432A-89D3-C571E585FA10}"/>
    <dgm:cxn modelId="{E9D8604F-9758-4817-8083-17263FEE76ED}" type="presOf" srcId="{9794E30C-A2E4-41E9-B9E0-38C70FE6BC57}" destId="{8ED1B9D8-2889-445D-B422-4103C71E2170}" srcOrd="0" destOrd="2" presId="urn:microsoft.com/office/officeart/2005/8/layout/vList2"/>
    <dgm:cxn modelId="{6779C24F-00E4-4528-8FB4-CB8D4333C8A1}" srcId="{B8CFA38E-23BD-4DF5-996D-5C699FD71663}" destId="{4E6D11D2-DB5F-49D3-BD24-002E92598818}" srcOrd="2" destOrd="0" parTransId="{5970A81D-FF2C-40BF-94C8-5317B426D865}" sibTransId="{7B4BA3BF-D911-4D0C-9EF5-C3B921E20415}"/>
    <dgm:cxn modelId="{A4EE5073-4D74-4C90-9A56-06FCED2E0D13}" type="presOf" srcId="{162BA4D8-9E02-4B92-9624-F75E2BD125D9}" destId="{698F9EE8-A064-48F0-8FC7-EDD50616FAC5}" srcOrd="0" destOrd="0" presId="urn:microsoft.com/office/officeart/2005/8/layout/vList2"/>
    <dgm:cxn modelId="{9D131174-B3D3-4A12-8913-DECE6E92F754}" type="presOf" srcId="{4E6D11D2-DB5F-49D3-BD24-002E92598818}" destId="{698F9EE8-A064-48F0-8FC7-EDD50616FAC5}" srcOrd="0" destOrd="2" presId="urn:microsoft.com/office/officeart/2005/8/layout/vList2"/>
    <dgm:cxn modelId="{B7AE7854-2D35-4D1F-8698-4DA1D1136F4F}" type="presOf" srcId="{3D5594DC-A1A0-4B99-887A-8F161E1BBB47}" destId="{698F9EE8-A064-48F0-8FC7-EDD50616FAC5}" srcOrd="0" destOrd="1" presId="urn:microsoft.com/office/officeart/2005/8/layout/vList2"/>
    <dgm:cxn modelId="{E702D992-5CD3-44D3-B4AE-0AE115DDA871}" type="presOf" srcId="{34304640-27AA-4891-8ADC-0CA61528CF4A}" destId="{8ED1B9D8-2889-445D-B422-4103C71E2170}" srcOrd="0" destOrd="3" presId="urn:microsoft.com/office/officeart/2005/8/layout/vList2"/>
    <dgm:cxn modelId="{D013FF98-FB8B-44B6-AFFB-797062C31E4A}" type="presOf" srcId="{3BF99B72-5E16-46AE-8E02-5F05FDC40C94}" destId="{8C082C88-B79D-4362-8BAE-AA90DE9123EF}" srcOrd="0" destOrd="0" presId="urn:microsoft.com/office/officeart/2005/8/layout/vList2"/>
    <dgm:cxn modelId="{E7E0929A-0901-40E1-BB95-A1CE1B75B82C}" type="presOf" srcId="{39704E75-B21C-4281-8D84-58A2C277D213}" destId="{709D38D5-A42E-4468-9F4D-DFB3F0FB7581}" srcOrd="0" destOrd="1" presId="urn:microsoft.com/office/officeart/2005/8/layout/vList2"/>
    <dgm:cxn modelId="{63789E9B-8B21-4D46-8314-CA68C914D043}" srcId="{465961EE-43A7-43BB-9FBF-895172454BA0}" destId="{47D5DE73-C6C0-48E0-B51A-FB50E12F20FE}" srcOrd="0" destOrd="0" parTransId="{408B8616-AC44-4072-AB6E-D9211FB7FBD6}" sibTransId="{11B62497-2384-40E3-9921-544A7835C2F1}"/>
    <dgm:cxn modelId="{859AFEA4-DEE9-4B8E-9173-944AF40009DF}" type="presOf" srcId="{751AE52F-4DC8-4F51-ACEF-4C3FEB6B0721}" destId="{BC9CE379-8DE5-4DC8-BD1D-7B0823F70FDF}" srcOrd="0" destOrd="0" presId="urn:microsoft.com/office/officeart/2005/8/layout/vList2"/>
    <dgm:cxn modelId="{8B3B37A8-7C39-418D-BCAA-F6B2ABD9E4D1}" srcId="{729CD68B-1948-46BB-9BF6-106F96116268}" destId="{EE9EE454-5AF0-4231-9588-B4BFF3588117}" srcOrd="0" destOrd="0" parTransId="{AA3CC511-0FAF-4FCB-B875-0742E6923AA9}" sibTransId="{AA6271BB-430F-4257-B882-952C142601E7}"/>
    <dgm:cxn modelId="{8D2314AA-D5E1-4336-A008-FAA8DDECF902}" srcId="{751AE52F-4DC8-4F51-ACEF-4C3FEB6B0721}" destId="{B8CFA38E-23BD-4DF5-996D-5C699FD71663}" srcOrd="1" destOrd="0" parTransId="{5C98CBF8-4C54-40A6-A25E-7C0325B69725}" sibTransId="{A93AB1E7-1C5D-469A-8544-9811EA833320}"/>
    <dgm:cxn modelId="{3B570EC0-7445-42A4-8D85-B5C22F66EA38}" srcId="{3BF99B72-5E16-46AE-8E02-5F05FDC40C94}" destId="{161AFA6A-9A2B-4A1B-8030-ED195052BE8B}" srcOrd="1" destOrd="0" parTransId="{74493456-237D-4C49-BC50-F7244A27F88F}" sibTransId="{42D2F4B7-761E-4590-A083-8200595D4A52}"/>
    <dgm:cxn modelId="{34B540C5-50DE-4D3C-87D4-778C8269F135}" type="presOf" srcId="{B8CFA38E-23BD-4DF5-996D-5C699FD71663}" destId="{96EB507A-508E-4C0B-90B5-5CFA20C6CDBE}" srcOrd="0" destOrd="0" presId="urn:microsoft.com/office/officeart/2005/8/layout/vList2"/>
    <dgm:cxn modelId="{3F890CD1-EE28-4DDF-A935-37D832F8F938}" srcId="{465961EE-43A7-43BB-9FBF-895172454BA0}" destId="{39704E75-B21C-4281-8D84-58A2C277D213}" srcOrd="1" destOrd="0" parTransId="{820C67D1-C0B8-4FEC-822C-08B769023FA6}" sibTransId="{CD9DA04E-D634-4F9F-ACAB-A1B8F285A0E3}"/>
    <dgm:cxn modelId="{F4C868D8-EC65-4D09-8BA2-ECB2B24DC5A0}" type="presOf" srcId="{465961EE-43A7-43BB-9FBF-895172454BA0}" destId="{097BC4E7-349C-4013-9C5E-3DE13A2FE09F}" srcOrd="0" destOrd="0" presId="urn:microsoft.com/office/officeart/2005/8/layout/vList2"/>
    <dgm:cxn modelId="{97D9A9E0-FCD4-41A6-B817-55C74BA30268}" type="presOf" srcId="{161AFA6A-9A2B-4A1B-8030-ED195052BE8B}" destId="{8ED1B9D8-2889-445D-B422-4103C71E2170}" srcOrd="0" destOrd="1" presId="urn:microsoft.com/office/officeart/2005/8/layout/vList2"/>
    <dgm:cxn modelId="{50C49BEB-7E30-4E92-9F29-7AEB0590A708}" srcId="{B8CFA38E-23BD-4DF5-996D-5C699FD71663}" destId="{0B23D01E-73F0-497C-8094-A9509A56FE73}" srcOrd="3" destOrd="0" parTransId="{699AD183-D155-44E4-894F-8CB3D548DB1C}" sibTransId="{0C010FB5-2BC9-4627-92F3-B486E9CC6793}"/>
    <dgm:cxn modelId="{EB6816EE-B163-4ADC-964F-C65E602D3920}" srcId="{B8CFA38E-23BD-4DF5-996D-5C699FD71663}" destId="{162BA4D8-9E02-4B92-9624-F75E2BD125D9}" srcOrd="0" destOrd="0" parTransId="{AAD11E1B-E7F7-4824-8800-8017B5E7FE3F}" sibTransId="{C49DD620-C4AC-4E37-86FF-984C4D20A7F4}"/>
    <dgm:cxn modelId="{44E919F9-6B1D-495C-814B-9F4DA633901B}" srcId="{3BF99B72-5E16-46AE-8E02-5F05FDC40C94}" destId="{34304640-27AA-4891-8ADC-0CA61528CF4A}" srcOrd="3" destOrd="0" parTransId="{4C29D42D-32EE-4618-9C14-8671B7AAEE89}" sibTransId="{F6E4F08C-F04B-416C-9489-F58FC132295B}"/>
    <dgm:cxn modelId="{8A838CFE-2CE9-43CF-AB50-F391C0726FBB}" srcId="{751AE52F-4DC8-4F51-ACEF-4C3FEB6B0721}" destId="{729CD68B-1948-46BB-9BF6-106F96116268}" srcOrd="3" destOrd="0" parTransId="{080CDCCB-34AB-4D36-ACA1-A5F35A6CC3B3}" sibTransId="{9A7E1F3C-FFA9-401D-A585-4E19F935D237}"/>
    <dgm:cxn modelId="{0C2EEC4E-C89E-4504-B8F7-B977B9D1C776}" type="presParOf" srcId="{BC9CE379-8DE5-4DC8-BD1D-7B0823F70FDF}" destId="{097BC4E7-349C-4013-9C5E-3DE13A2FE09F}" srcOrd="0" destOrd="0" presId="urn:microsoft.com/office/officeart/2005/8/layout/vList2"/>
    <dgm:cxn modelId="{2FBD8F2B-C344-4BEA-A38E-CD3CC3D0296B}" type="presParOf" srcId="{BC9CE379-8DE5-4DC8-BD1D-7B0823F70FDF}" destId="{709D38D5-A42E-4468-9F4D-DFB3F0FB7581}" srcOrd="1" destOrd="0" presId="urn:microsoft.com/office/officeart/2005/8/layout/vList2"/>
    <dgm:cxn modelId="{92E27D3C-FE76-4E6D-A41E-B71AFA39EE36}" type="presParOf" srcId="{BC9CE379-8DE5-4DC8-BD1D-7B0823F70FDF}" destId="{96EB507A-508E-4C0B-90B5-5CFA20C6CDBE}" srcOrd="2" destOrd="0" presId="urn:microsoft.com/office/officeart/2005/8/layout/vList2"/>
    <dgm:cxn modelId="{1B8EEA2A-85F6-4786-A93B-A475176631AE}" type="presParOf" srcId="{BC9CE379-8DE5-4DC8-BD1D-7B0823F70FDF}" destId="{698F9EE8-A064-48F0-8FC7-EDD50616FAC5}" srcOrd="3" destOrd="0" presId="urn:microsoft.com/office/officeart/2005/8/layout/vList2"/>
    <dgm:cxn modelId="{8D55ED6B-388C-4AC5-B8C7-0064C270E8D9}" type="presParOf" srcId="{BC9CE379-8DE5-4DC8-BD1D-7B0823F70FDF}" destId="{8C082C88-B79D-4362-8BAE-AA90DE9123EF}" srcOrd="4" destOrd="0" presId="urn:microsoft.com/office/officeart/2005/8/layout/vList2"/>
    <dgm:cxn modelId="{9A2C9729-4E91-4BB0-A260-C02B49D998C5}" type="presParOf" srcId="{BC9CE379-8DE5-4DC8-BD1D-7B0823F70FDF}" destId="{8ED1B9D8-2889-445D-B422-4103C71E2170}" srcOrd="5" destOrd="0" presId="urn:microsoft.com/office/officeart/2005/8/layout/vList2"/>
    <dgm:cxn modelId="{CB342680-245C-4D1D-ACE9-014D64A4DE0D}" type="presParOf" srcId="{BC9CE379-8DE5-4DC8-BD1D-7B0823F70FDF}" destId="{4DD3A687-5D17-427A-AB2B-297D4575AAFC}" srcOrd="6" destOrd="0" presId="urn:microsoft.com/office/officeart/2005/8/layout/vList2"/>
    <dgm:cxn modelId="{91A5F23A-E6F6-4DD2-B22B-BDE8A0E069A4}" type="presParOf" srcId="{BC9CE379-8DE5-4DC8-BD1D-7B0823F70FDF}" destId="{46A00066-7343-4263-8BFA-01ED14C9058F}" srcOrd="7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4C026C79-E23C-4222-AE5B-D7AD33530D26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A2AA2D2-74B8-4C22-A125-8AA2BA6A90DB}">
      <dgm:prSet phldrT="[Text]" phldr="0"/>
      <dgm:spPr/>
      <dgm:t>
        <a:bodyPr/>
        <a:lstStyle/>
        <a:p>
          <a:pPr rtl="0"/>
          <a:r>
            <a:rPr lang="en-US" b="1">
              <a:latin typeface="Arial"/>
            </a:rPr>
            <a:t>Delivery Format:</a:t>
          </a:r>
          <a:endParaRPr lang="en-US" b="1"/>
        </a:p>
      </dgm:t>
    </dgm:pt>
    <dgm:pt modelId="{F8E5391C-508F-4707-BFEA-1E139F604A28}" type="parTrans" cxnId="{0EE41606-A9E1-4141-BE9E-34BC2B97D68A}">
      <dgm:prSet/>
      <dgm:spPr/>
      <dgm:t>
        <a:bodyPr/>
        <a:lstStyle/>
        <a:p>
          <a:endParaRPr lang="en-US"/>
        </a:p>
      </dgm:t>
    </dgm:pt>
    <dgm:pt modelId="{0F6E56AB-8371-42E8-ABE1-CBFF0FB36CD7}" type="sibTrans" cxnId="{0EE41606-A9E1-4141-BE9E-34BC2B97D68A}">
      <dgm:prSet/>
      <dgm:spPr/>
      <dgm:t>
        <a:bodyPr/>
        <a:lstStyle/>
        <a:p>
          <a:endParaRPr lang="en-US"/>
        </a:p>
      </dgm:t>
    </dgm:pt>
    <dgm:pt modelId="{E97A96C3-7F3D-4B69-B903-F63F8113D6EF}">
      <dgm:prSet phldrT="[Text]" phldr="0"/>
      <dgm:spPr/>
      <dgm:t>
        <a:bodyPr/>
        <a:lstStyle/>
        <a:p>
          <a:pPr rtl="0"/>
          <a:r>
            <a:rPr lang="en-US">
              <a:latin typeface="Arial"/>
            </a:rPr>
            <a:t>Guided system walkthrough</a:t>
          </a:r>
          <a:endParaRPr lang="en-US"/>
        </a:p>
      </dgm:t>
    </dgm:pt>
    <dgm:pt modelId="{5E241915-BA9F-4D72-B34D-3ADF4BE24FAD}" type="parTrans" cxnId="{EE54D8D4-C4E8-409E-BC4F-4951A0CCC70F}">
      <dgm:prSet/>
      <dgm:spPr/>
      <dgm:t>
        <a:bodyPr/>
        <a:lstStyle/>
        <a:p>
          <a:endParaRPr lang="en-US"/>
        </a:p>
      </dgm:t>
    </dgm:pt>
    <dgm:pt modelId="{CC9368A9-6900-40C7-B699-66AB9A39CDA9}" type="sibTrans" cxnId="{EE54D8D4-C4E8-409E-BC4F-4951A0CCC70F}">
      <dgm:prSet/>
      <dgm:spPr/>
      <dgm:t>
        <a:bodyPr/>
        <a:lstStyle/>
        <a:p>
          <a:endParaRPr lang="en-US"/>
        </a:p>
      </dgm:t>
    </dgm:pt>
    <dgm:pt modelId="{8003C8EB-ACDB-4290-AC96-7022696CC8E5}">
      <dgm:prSet phldrT="[Text]" phldr="0"/>
      <dgm:spPr/>
      <dgm:t>
        <a:bodyPr/>
        <a:lstStyle/>
        <a:p>
          <a:pPr rtl="0"/>
          <a:r>
            <a:rPr lang="en-US">
              <a:latin typeface="Arial"/>
            </a:rPr>
            <a:t>Scenario based simulations</a:t>
          </a:r>
          <a:endParaRPr lang="en-US"/>
        </a:p>
      </dgm:t>
    </dgm:pt>
    <dgm:pt modelId="{439736F2-03B8-4E31-93CB-7D5AF22E5A9A}" type="parTrans" cxnId="{6FE35037-8503-4BA3-A52D-34EB30CC8AC9}">
      <dgm:prSet/>
      <dgm:spPr/>
      <dgm:t>
        <a:bodyPr/>
        <a:lstStyle/>
        <a:p>
          <a:endParaRPr lang="en-US"/>
        </a:p>
      </dgm:t>
    </dgm:pt>
    <dgm:pt modelId="{7685BF72-B6AC-44ED-8F68-8FE568F1E4CF}" type="sibTrans" cxnId="{6FE35037-8503-4BA3-A52D-34EB30CC8AC9}">
      <dgm:prSet/>
      <dgm:spPr/>
      <dgm:t>
        <a:bodyPr/>
        <a:lstStyle/>
        <a:p>
          <a:endParaRPr lang="en-US"/>
        </a:p>
      </dgm:t>
    </dgm:pt>
    <dgm:pt modelId="{14687767-0E8F-441C-B14A-085C59125D54}">
      <dgm:prSet phldrT="[Text]" phldr="0"/>
      <dgm:spPr/>
      <dgm:t>
        <a:bodyPr/>
        <a:lstStyle/>
        <a:p>
          <a:pPr rtl="0"/>
          <a:r>
            <a:rPr lang="en-US">
              <a:latin typeface="Arial"/>
            </a:rPr>
            <a:t>Recorded sessions for archive</a:t>
          </a:r>
          <a:endParaRPr lang="en-US"/>
        </a:p>
      </dgm:t>
    </dgm:pt>
    <dgm:pt modelId="{957AC3D6-9082-45CE-90AA-75A47C58A131}" type="parTrans" cxnId="{A65406EF-7EC5-483A-BCE6-3F9DDC757E5B}">
      <dgm:prSet/>
      <dgm:spPr/>
      <dgm:t>
        <a:bodyPr/>
        <a:lstStyle/>
        <a:p>
          <a:endParaRPr lang="en-US"/>
        </a:p>
      </dgm:t>
    </dgm:pt>
    <dgm:pt modelId="{CBCB1336-2FE0-4794-B3E8-F3BF8BA29F06}" type="sibTrans" cxnId="{A65406EF-7EC5-483A-BCE6-3F9DDC757E5B}">
      <dgm:prSet/>
      <dgm:spPr/>
      <dgm:t>
        <a:bodyPr/>
        <a:lstStyle/>
        <a:p>
          <a:endParaRPr lang="en-US"/>
        </a:p>
      </dgm:t>
    </dgm:pt>
    <dgm:pt modelId="{A6CCFA71-5F4B-41E8-8558-A7C593CE9C8E}">
      <dgm:prSet phldrT="[Text]" phldr="0"/>
      <dgm:spPr/>
      <dgm:t>
        <a:bodyPr/>
        <a:lstStyle/>
        <a:p>
          <a:pPr rtl="0"/>
          <a:r>
            <a:rPr lang="en-US" b="1">
              <a:latin typeface="Arial"/>
            </a:rPr>
            <a:t>Documentation Includes:</a:t>
          </a:r>
          <a:endParaRPr lang="en-US" b="1"/>
        </a:p>
      </dgm:t>
    </dgm:pt>
    <dgm:pt modelId="{FFF990EC-5D09-4541-92EF-0D9F6860E2B0}" type="parTrans" cxnId="{721BE166-1932-4A59-BBCF-5A4982216E53}">
      <dgm:prSet/>
      <dgm:spPr/>
      <dgm:t>
        <a:bodyPr/>
        <a:lstStyle/>
        <a:p>
          <a:endParaRPr lang="en-US"/>
        </a:p>
      </dgm:t>
    </dgm:pt>
    <dgm:pt modelId="{498150D8-0A78-4ED6-98B7-2D2E8273114C}" type="sibTrans" cxnId="{721BE166-1932-4A59-BBCF-5A4982216E53}">
      <dgm:prSet/>
      <dgm:spPr/>
      <dgm:t>
        <a:bodyPr/>
        <a:lstStyle/>
        <a:p>
          <a:endParaRPr lang="en-US"/>
        </a:p>
      </dgm:t>
    </dgm:pt>
    <dgm:pt modelId="{791B19A0-89B2-4697-8DA5-CDD203C5A13C}">
      <dgm:prSet phldrT="[Text]" phldr="0"/>
      <dgm:spPr/>
      <dgm:t>
        <a:bodyPr/>
        <a:lstStyle/>
        <a:p>
          <a:pPr rtl="0"/>
          <a:r>
            <a:rPr lang="en-US">
              <a:latin typeface="Arial"/>
            </a:rPr>
            <a:t>Structured training manual</a:t>
          </a:r>
          <a:endParaRPr lang="en-US"/>
        </a:p>
      </dgm:t>
    </dgm:pt>
    <dgm:pt modelId="{087DD32E-423E-41DA-883D-43786008756F}" type="parTrans" cxnId="{AF3C6821-E6A1-4924-91AE-26E4BE9E2CE1}">
      <dgm:prSet/>
      <dgm:spPr/>
      <dgm:t>
        <a:bodyPr/>
        <a:lstStyle/>
        <a:p>
          <a:endParaRPr lang="en-US"/>
        </a:p>
      </dgm:t>
    </dgm:pt>
    <dgm:pt modelId="{EF9EB307-CFD8-4AEA-B499-FD0426CBB6FF}" type="sibTrans" cxnId="{AF3C6821-E6A1-4924-91AE-26E4BE9E2CE1}">
      <dgm:prSet/>
      <dgm:spPr/>
      <dgm:t>
        <a:bodyPr/>
        <a:lstStyle/>
        <a:p>
          <a:endParaRPr lang="en-US"/>
        </a:p>
      </dgm:t>
    </dgm:pt>
    <dgm:pt modelId="{CFEC4D96-B94B-4E87-AD8A-34F81AE3BDC2}">
      <dgm:prSet phldr="0"/>
      <dgm:spPr/>
      <dgm:t>
        <a:bodyPr/>
        <a:lstStyle/>
        <a:p>
          <a:pPr rtl="0"/>
          <a:r>
            <a:rPr lang="en-US">
              <a:latin typeface="Arial"/>
            </a:rPr>
            <a:t>Role based instructions</a:t>
          </a:r>
        </a:p>
      </dgm:t>
    </dgm:pt>
    <dgm:pt modelId="{D6BDB059-84DF-4CFE-B7ED-352C451F3637}" type="parTrans" cxnId="{DAE9ED89-CAEF-44B1-81DA-5BBECE6B2473}">
      <dgm:prSet/>
      <dgm:spPr/>
    </dgm:pt>
    <dgm:pt modelId="{23C368D2-887D-4640-893A-2CBFDEFE7318}" type="sibTrans" cxnId="{DAE9ED89-CAEF-44B1-81DA-5BBECE6B2473}">
      <dgm:prSet/>
      <dgm:spPr/>
    </dgm:pt>
    <dgm:pt modelId="{E6D39C2D-445B-4672-83EA-AA8736B07F07}">
      <dgm:prSet phldr="0"/>
      <dgm:spPr/>
      <dgm:t>
        <a:bodyPr/>
        <a:lstStyle/>
        <a:p>
          <a:pPr rtl="0"/>
          <a:r>
            <a:rPr lang="en-US">
              <a:latin typeface="Arial"/>
            </a:rPr>
            <a:t>Step-by-step screenshots</a:t>
          </a:r>
        </a:p>
      </dgm:t>
    </dgm:pt>
    <dgm:pt modelId="{2F5162C7-3228-47BC-B198-56F0C42253B5}" type="parTrans" cxnId="{D530C470-8B7F-40CA-AAC3-2289DBCBF85B}">
      <dgm:prSet/>
      <dgm:spPr/>
    </dgm:pt>
    <dgm:pt modelId="{22721B30-56A3-4185-B6C5-E2F50EC8DF36}" type="sibTrans" cxnId="{D530C470-8B7F-40CA-AAC3-2289DBCBF85B}">
      <dgm:prSet/>
      <dgm:spPr/>
    </dgm:pt>
    <dgm:pt modelId="{644D01E3-8DA5-415D-9C03-5B62D44D4302}">
      <dgm:prSet phldr="0"/>
      <dgm:spPr/>
      <dgm:t>
        <a:bodyPr/>
        <a:lstStyle/>
        <a:p>
          <a:pPr rtl="0"/>
          <a:r>
            <a:rPr lang="en-US">
              <a:latin typeface="Arial"/>
            </a:rPr>
            <a:t>Troubleshooting guide</a:t>
          </a:r>
        </a:p>
      </dgm:t>
    </dgm:pt>
    <dgm:pt modelId="{515A6F5C-1450-4F36-AFA1-0B32307334AE}" type="parTrans" cxnId="{9A2F91B1-630D-4863-AE77-254DF9226C5E}">
      <dgm:prSet/>
      <dgm:spPr/>
    </dgm:pt>
    <dgm:pt modelId="{378AC314-A23C-4F61-AEC5-577267300CE5}" type="sibTrans" cxnId="{9A2F91B1-630D-4863-AE77-254DF9226C5E}">
      <dgm:prSet/>
      <dgm:spPr/>
    </dgm:pt>
    <dgm:pt modelId="{007CF417-F609-4725-B71D-6EEB68C5DC67}">
      <dgm:prSet phldr="0"/>
      <dgm:spPr/>
      <dgm:t>
        <a:bodyPr/>
        <a:lstStyle/>
        <a:p>
          <a:pPr rtl="0"/>
          <a:r>
            <a:rPr lang="en-US">
              <a:latin typeface="Arial"/>
            </a:rPr>
            <a:t>Reference sheets</a:t>
          </a:r>
        </a:p>
      </dgm:t>
    </dgm:pt>
    <dgm:pt modelId="{CCBE7A60-F964-47EB-84B8-0C3E8AEA8590}" type="parTrans" cxnId="{345E4913-156D-4281-9911-1132D3EFACB7}">
      <dgm:prSet/>
      <dgm:spPr/>
    </dgm:pt>
    <dgm:pt modelId="{A34998B1-2253-4202-8080-60797DB26DB8}" type="sibTrans" cxnId="{345E4913-156D-4281-9911-1132D3EFACB7}">
      <dgm:prSet/>
      <dgm:spPr/>
    </dgm:pt>
    <dgm:pt modelId="{F7B82EEA-1E9A-4A2E-B990-22CACC1EE128}">
      <dgm:prSet phldr="0"/>
      <dgm:spPr/>
      <dgm:t>
        <a:bodyPr/>
        <a:lstStyle/>
        <a:p>
          <a:pPr rtl="0"/>
          <a:r>
            <a:rPr lang="en-US" err="1">
              <a:latin typeface="Arial"/>
            </a:rPr>
            <a:t>Sharepoint</a:t>
          </a:r>
          <a:r>
            <a:rPr lang="en-US">
              <a:latin typeface="Arial"/>
            </a:rPr>
            <a:t> version control (reusable for future employees)</a:t>
          </a:r>
        </a:p>
      </dgm:t>
    </dgm:pt>
    <dgm:pt modelId="{68553EF0-7D66-4E58-B282-FE1595460316}" type="parTrans" cxnId="{B4AA6B91-DDE8-4113-9F3A-7237D6404187}">
      <dgm:prSet/>
      <dgm:spPr/>
    </dgm:pt>
    <dgm:pt modelId="{C138B6C4-6C39-46EE-B5D2-A8D71964A6AD}" type="sibTrans" cxnId="{B4AA6B91-DDE8-4113-9F3A-7237D6404187}">
      <dgm:prSet/>
      <dgm:spPr/>
    </dgm:pt>
    <dgm:pt modelId="{B29D44F1-2E0E-405C-B3E7-BF5B8CC07773}" type="pres">
      <dgm:prSet presAssocID="{4C026C79-E23C-4222-AE5B-D7AD33530D26}" presName="Name0" presStyleCnt="0">
        <dgm:presLayoutVars>
          <dgm:dir/>
          <dgm:animLvl val="lvl"/>
          <dgm:resizeHandles val="exact"/>
        </dgm:presLayoutVars>
      </dgm:prSet>
      <dgm:spPr/>
    </dgm:pt>
    <dgm:pt modelId="{E1999567-BEC1-492C-A229-E7C722B055DB}" type="pres">
      <dgm:prSet presAssocID="{BA2AA2D2-74B8-4C22-A125-8AA2BA6A90DB}" presName="composite" presStyleCnt="0"/>
      <dgm:spPr/>
    </dgm:pt>
    <dgm:pt modelId="{C6850DD3-4064-4D26-9C64-EB2DAF23F921}" type="pres">
      <dgm:prSet presAssocID="{BA2AA2D2-74B8-4C22-A125-8AA2BA6A90DB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EE9D82FC-2D3E-4943-8246-BAC9B6174635}" type="pres">
      <dgm:prSet presAssocID="{BA2AA2D2-74B8-4C22-A125-8AA2BA6A90DB}" presName="desTx" presStyleLbl="alignAccFollowNode1" presStyleIdx="0" presStyleCnt="2">
        <dgm:presLayoutVars>
          <dgm:bulletEnabled val="1"/>
        </dgm:presLayoutVars>
      </dgm:prSet>
      <dgm:spPr/>
    </dgm:pt>
    <dgm:pt modelId="{122F7F6D-0899-4802-85D6-6FEFA212CF7C}" type="pres">
      <dgm:prSet presAssocID="{0F6E56AB-8371-42E8-ABE1-CBFF0FB36CD7}" presName="space" presStyleCnt="0"/>
      <dgm:spPr/>
    </dgm:pt>
    <dgm:pt modelId="{172CAF6D-0162-4A0D-B581-69B161AA824C}" type="pres">
      <dgm:prSet presAssocID="{A6CCFA71-5F4B-41E8-8558-A7C593CE9C8E}" presName="composite" presStyleCnt="0"/>
      <dgm:spPr/>
    </dgm:pt>
    <dgm:pt modelId="{D3AA2D0A-2136-44D4-9B96-E1336AFC95ED}" type="pres">
      <dgm:prSet presAssocID="{A6CCFA71-5F4B-41E8-8558-A7C593CE9C8E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AF96AE4D-D265-4DCE-8487-76B914925F93}" type="pres">
      <dgm:prSet presAssocID="{A6CCFA71-5F4B-41E8-8558-A7C593CE9C8E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0EE41606-A9E1-4141-BE9E-34BC2B97D68A}" srcId="{4C026C79-E23C-4222-AE5B-D7AD33530D26}" destId="{BA2AA2D2-74B8-4C22-A125-8AA2BA6A90DB}" srcOrd="0" destOrd="0" parTransId="{F8E5391C-508F-4707-BFEA-1E139F604A28}" sibTransId="{0F6E56AB-8371-42E8-ABE1-CBFF0FB36CD7}"/>
    <dgm:cxn modelId="{45B58E0D-C5B0-477D-8D86-2482536A3C4E}" type="presOf" srcId="{E97A96C3-7F3D-4B69-B903-F63F8113D6EF}" destId="{EE9D82FC-2D3E-4943-8246-BAC9B6174635}" srcOrd="0" destOrd="0" presId="urn:microsoft.com/office/officeart/2005/8/layout/hList1"/>
    <dgm:cxn modelId="{EC2CF112-6CD8-473D-B7EA-8DE2087D25AE}" type="presOf" srcId="{007CF417-F609-4725-B71D-6EEB68C5DC67}" destId="{AF96AE4D-D265-4DCE-8487-76B914925F93}" srcOrd="0" destOrd="4" presId="urn:microsoft.com/office/officeart/2005/8/layout/hList1"/>
    <dgm:cxn modelId="{345E4913-156D-4281-9911-1132D3EFACB7}" srcId="{A6CCFA71-5F4B-41E8-8558-A7C593CE9C8E}" destId="{007CF417-F609-4725-B71D-6EEB68C5DC67}" srcOrd="4" destOrd="0" parTransId="{CCBE7A60-F964-47EB-84B8-0C3E8AEA8590}" sibTransId="{A34998B1-2253-4202-8080-60797DB26DB8}"/>
    <dgm:cxn modelId="{39B9261A-E405-466E-AB95-4DB1AAEF793F}" type="presOf" srcId="{8003C8EB-ACDB-4290-AC96-7022696CC8E5}" destId="{EE9D82FC-2D3E-4943-8246-BAC9B6174635}" srcOrd="0" destOrd="1" presId="urn:microsoft.com/office/officeart/2005/8/layout/hList1"/>
    <dgm:cxn modelId="{AF3C6821-E6A1-4924-91AE-26E4BE9E2CE1}" srcId="{A6CCFA71-5F4B-41E8-8558-A7C593CE9C8E}" destId="{791B19A0-89B2-4697-8DA5-CDD203C5A13C}" srcOrd="0" destOrd="0" parTransId="{087DD32E-423E-41DA-883D-43786008756F}" sibTransId="{EF9EB307-CFD8-4AEA-B499-FD0426CBB6FF}"/>
    <dgm:cxn modelId="{6FE35037-8503-4BA3-A52D-34EB30CC8AC9}" srcId="{BA2AA2D2-74B8-4C22-A125-8AA2BA6A90DB}" destId="{8003C8EB-ACDB-4290-AC96-7022696CC8E5}" srcOrd="1" destOrd="0" parTransId="{439736F2-03B8-4E31-93CB-7D5AF22E5A9A}" sibTransId="{7685BF72-B6AC-44ED-8F68-8FE568F1E4CF}"/>
    <dgm:cxn modelId="{F8310360-B915-46F3-8193-FDB827BC073F}" type="presOf" srcId="{E6D39C2D-445B-4672-83EA-AA8736B07F07}" destId="{AF96AE4D-D265-4DCE-8487-76B914925F93}" srcOrd="0" destOrd="2" presId="urn:microsoft.com/office/officeart/2005/8/layout/hList1"/>
    <dgm:cxn modelId="{721BE166-1932-4A59-BBCF-5A4982216E53}" srcId="{4C026C79-E23C-4222-AE5B-D7AD33530D26}" destId="{A6CCFA71-5F4B-41E8-8558-A7C593CE9C8E}" srcOrd="1" destOrd="0" parTransId="{FFF990EC-5D09-4541-92EF-0D9F6860E2B0}" sibTransId="{498150D8-0A78-4ED6-98B7-2D2E8273114C}"/>
    <dgm:cxn modelId="{8566826C-B923-4096-A8CA-EB67E628836F}" type="presOf" srcId="{644D01E3-8DA5-415D-9C03-5B62D44D4302}" destId="{AF96AE4D-D265-4DCE-8487-76B914925F93}" srcOrd="0" destOrd="3" presId="urn:microsoft.com/office/officeart/2005/8/layout/hList1"/>
    <dgm:cxn modelId="{178F076E-99B6-41A6-A810-2B55FD0B792B}" type="presOf" srcId="{791B19A0-89B2-4697-8DA5-CDD203C5A13C}" destId="{AF96AE4D-D265-4DCE-8487-76B914925F93}" srcOrd="0" destOrd="0" presId="urn:microsoft.com/office/officeart/2005/8/layout/hList1"/>
    <dgm:cxn modelId="{D530C470-8B7F-40CA-AAC3-2289DBCBF85B}" srcId="{A6CCFA71-5F4B-41E8-8558-A7C593CE9C8E}" destId="{E6D39C2D-445B-4672-83EA-AA8736B07F07}" srcOrd="2" destOrd="0" parTransId="{2F5162C7-3228-47BC-B198-56F0C42253B5}" sibTransId="{22721B30-56A3-4185-B6C5-E2F50EC8DF36}"/>
    <dgm:cxn modelId="{DE6B3385-AB52-4E00-9997-B26408D555C1}" type="presOf" srcId="{4C026C79-E23C-4222-AE5B-D7AD33530D26}" destId="{B29D44F1-2E0E-405C-B3E7-BF5B8CC07773}" srcOrd="0" destOrd="0" presId="urn:microsoft.com/office/officeart/2005/8/layout/hList1"/>
    <dgm:cxn modelId="{DAE9ED89-CAEF-44B1-81DA-5BBECE6B2473}" srcId="{A6CCFA71-5F4B-41E8-8558-A7C593CE9C8E}" destId="{CFEC4D96-B94B-4E87-AD8A-34F81AE3BDC2}" srcOrd="1" destOrd="0" parTransId="{D6BDB059-84DF-4CFE-B7ED-352C451F3637}" sibTransId="{23C368D2-887D-4640-893A-2CBFDEFE7318}"/>
    <dgm:cxn modelId="{E0B7358C-46F2-4779-8392-B9558A9E7799}" type="presOf" srcId="{CFEC4D96-B94B-4E87-AD8A-34F81AE3BDC2}" destId="{AF96AE4D-D265-4DCE-8487-76B914925F93}" srcOrd="0" destOrd="1" presId="urn:microsoft.com/office/officeart/2005/8/layout/hList1"/>
    <dgm:cxn modelId="{6EFD1F8D-1FE6-413B-841C-71E1C7FF1B9A}" type="presOf" srcId="{14687767-0E8F-441C-B14A-085C59125D54}" destId="{EE9D82FC-2D3E-4943-8246-BAC9B6174635}" srcOrd="0" destOrd="2" presId="urn:microsoft.com/office/officeart/2005/8/layout/hList1"/>
    <dgm:cxn modelId="{B4AA6B91-DDE8-4113-9F3A-7237D6404187}" srcId="{A6CCFA71-5F4B-41E8-8558-A7C593CE9C8E}" destId="{F7B82EEA-1E9A-4A2E-B990-22CACC1EE128}" srcOrd="5" destOrd="0" parTransId="{68553EF0-7D66-4E58-B282-FE1595460316}" sibTransId="{C138B6C4-6C39-46EE-B5D2-A8D71964A6AD}"/>
    <dgm:cxn modelId="{9A2F91B1-630D-4863-AE77-254DF9226C5E}" srcId="{A6CCFA71-5F4B-41E8-8558-A7C593CE9C8E}" destId="{644D01E3-8DA5-415D-9C03-5B62D44D4302}" srcOrd="3" destOrd="0" parTransId="{515A6F5C-1450-4F36-AFA1-0B32307334AE}" sibTransId="{378AC314-A23C-4F61-AEC5-577267300CE5}"/>
    <dgm:cxn modelId="{EA8A56B4-2EE4-4668-8418-98BFC851D98B}" type="presOf" srcId="{A6CCFA71-5F4B-41E8-8558-A7C593CE9C8E}" destId="{D3AA2D0A-2136-44D4-9B96-E1336AFC95ED}" srcOrd="0" destOrd="0" presId="urn:microsoft.com/office/officeart/2005/8/layout/hList1"/>
    <dgm:cxn modelId="{C3AE6CCE-C8CE-4833-B329-C02740C627BA}" type="presOf" srcId="{BA2AA2D2-74B8-4C22-A125-8AA2BA6A90DB}" destId="{C6850DD3-4064-4D26-9C64-EB2DAF23F921}" srcOrd="0" destOrd="0" presId="urn:microsoft.com/office/officeart/2005/8/layout/hList1"/>
    <dgm:cxn modelId="{EE54D8D4-C4E8-409E-BC4F-4951A0CCC70F}" srcId="{BA2AA2D2-74B8-4C22-A125-8AA2BA6A90DB}" destId="{E97A96C3-7F3D-4B69-B903-F63F8113D6EF}" srcOrd="0" destOrd="0" parTransId="{5E241915-BA9F-4D72-B34D-3ADF4BE24FAD}" sibTransId="{CC9368A9-6900-40C7-B699-66AB9A39CDA9}"/>
    <dgm:cxn modelId="{E5B427EE-73AC-48F8-84FE-D080AEDFA14E}" type="presOf" srcId="{F7B82EEA-1E9A-4A2E-B990-22CACC1EE128}" destId="{AF96AE4D-D265-4DCE-8487-76B914925F93}" srcOrd="0" destOrd="5" presId="urn:microsoft.com/office/officeart/2005/8/layout/hList1"/>
    <dgm:cxn modelId="{A65406EF-7EC5-483A-BCE6-3F9DDC757E5B}" srcId="{BA2AA2D2-74B8-4C22-A125-8AA2BA6A90DB}" destId="{14687767-0E8F-441C-B14A-085C59125D54}" srcOrd="2" destOrd="0" parTransId="{957AC3D6-9082-45CE-90AA-75A47C58A131}" sibTransId="{CBCB1336-2FE0-4794-B3E8-F3BF8BA29F06}"/>
    <dgm:cxn modelId="{26EFEBD1-3BE5-4513-9E75-389CD57FC2BC}" type="presParOf" srcId="{B29D44F1-2E0E-405C-B3E7-BF5B8CC07773}" destId="{E1999567-BEC1-492C-A229-E7C722B055DB}" srcOrd="0" destOrd="0" presId="urn:microsoft.com/office/officeart/2005/8/layout/hList1"/>
    <dgm:cxn modelId="{436CB579-36DD-4A2B-B5AD-5486D2DED20D}" type="presParOf" srcId="{E1999567-BEC1-492C-A229-E7C722B055DB}" destId="{C6850DD3-4064-4D26-9C64-EB2DAF23F921}" srcOrd="0" destOrd="0" presId="urn:microsoft.com/office/officeart/2005/8/layout/hList1"/>
    <dgm:cxn modelId="{5AFECEB9-4183-4F35-961D-AA364BED695F}" type="presParOf" srcId="{E1999567-BEC1-492C-A229-E7C722B055DB}" destId="{EE9D82FC-2D3E-4943-8246-BAC9B6174635}" srcOrd="1" destOrd="0" presId="urn:microsoft.com/office/officeart/2005/8/layout/hList1"/>
    <dgm:cxn modelId="{08E196DD-B188-449E-8A52-0EC58BC12FD7}" type="presParOf" srcId="{B29D44F1-2E0E-405C-B3E7-BF5B8CC07773}" destId="{122F7F6D-0899-4802-85D6-6FEFA212CF7C}" srcOrd="1" destOrd="0" presId="urn:microsoft.com/office/officeart/2005/8/layout/hList1"/>
    <dgm:cxn modelId="{46541DCA-89EF-49A6-A5D4-5DE2CBFBDC9C}" type="presParOf" srcId="{B29D44F1-2E0E-405C-B3E7-BF5B8CC07773}" destId="{172CAF6D-0162-4A0D-B581-69B161AA824C}" srcOrd="2" destOrd="0" presId="urn:microsoft.com/office/officeart/2005/8/layout/hList1"/>
    <dgm:cxn modelId="{AC9446B3-AB46-4E8B-AE53-C105C36660B6}" type="presParOf" srcId="{172CAF6D-0162-4A0D-B581-69B161AA824C}" destId="{D3AA2D0A-2136-44D4-9B96-E1336AFC95ED}" srcOrd="0" destOrd="0" presId="urn:microsoft.com/office/officeart/2005/8/layout/hList1"/>
    <dgm:cxn modelId="{E3962A6C-9340-43ED-9F67-1BC48357E1DB}" type="presParOf" srcId="{172CAF6D-0162-4A0D-B581-69B161AA824C}" destId="{AF96AE4D-D265-4DCE-8487-76B914925F93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6E95733B-7E45-4314-BE0D-4F69ADFB917F}" type="doc">
      <dgm:prSet loTypeId="urn:microsoft.com/office/officeart/2005/8/layout/bProcess3" loCatId="process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97776291-6BAC-4274-954E-ED7B48B2662D}">
      <dgm:prSet phldrT="[Text]"/>
      <dgm:spPr/>
      <dgm:t>
        <a:bodyPr/>
        <a:lstStyle/>
        <a:p>
          <a:pPr rtl="0"/>
          <a:r>
            <a:rPr lang="en-US">
              <a:latin typeface="Arial"/>
            </a:rPr>
            <a:t>April 6 - Booking System</a:t>
          </a:r>
          <a:endParaRPr lang="en-US"/>
        </a:p>
      </dgm:t>
    </dgm:pt>
    <dgm:pt modelId="{F8285293-427D-4549-A3BD-F48065DF5FB2}" type="parTrans" cxnId="{84DCF472-DD25-4D9C-A1E6-1F7F33E9C24E}">
      <dgm:prSet/>
      <dgm:spPr/>
      <dgm:t>
        <a:bodyPr/>
        <a:lstStyle/>
        <a:p>
          <a:endParaRPr lang="en-US"/>
        </a:p>
      </dgm:t>
    </dgm:pt>
    <dgm:pt modelId="{FD3222FB-6C9D-434D-954A-426D2AAD0C72}" type="sibTrans" cxnId="{84DCF472-DD25-4D9C-A1E6-1F7F33E9C24E}">
      <dgm:prSet/>
      <dgm:spPr/>
      <dgm:t>
        <a:bodyPr/>
        <a:lstStyle/>
        <a:p>
          <a:endParaRPr lang="en-US"/>
        </a:p>
      </dgm:t>
    </dgm:pt>
    <dgm:pt modelId="{4BFA8EF6-11FA-416D-B718-4ABB1A2E444D}">
      <dgm:prSet phldrT="[Text]" phldr="0"/>
      <dgm:spPr/>
      <dgm:t>
        <a:bodyPr/>
        <a:lstStyle/>
        <a:p>
          <a:pPr rtl="0"/>
          <a:r>
            <a:rPr lang="en-US">
              <a:latin typeface="Arial"/>
            </a:rPr>
            <a:t> April 8 - CRM</a:t>
          </a:r>
          <a:endParaRPr lang="en-US"/>
        </a:p>
      </dgm:t>
    </dgm:pt>
    <dgm:pt modelId="{D82E0650-699C-478D-8CD5-DDF77A16C5B4}" type="parTrans" cxnId="{1DC49543-BB3B-4A11-839C-2DD3EA6EE4BA}">
      <dgm:prSet/>
      <dgm:spPr/>
      <dgm:t>
        <a:bodyPr/>
        <a:lstStyle/>
        <a:p>
          <a:endParaRPr lang="en-US"/>
        </a:p>
      </dgm:t>
    </dgm:pt>
    <dgm:pt modelId="{338E056A-2456-4361-B91B-50BE95C73591}" type="sibTrans" cxnId="{1DC49543-BB3B-4A11-839C-2DD3EA6EE4BA}">
      <dgm:prSet/>
      <dgm:spPr/>
      <dgm:t>
        <a:bodyPr/>
        <a:lstStyle/>
        <a:p>
          <a:endParaRPr lang="en-US"/>
        </a:p>
      </dgm:t>
    </dgm:pt>
    <dgm:pt modelId="{8F586D23-AE01-42C7-B6A3-C9B9C03F2119}">
      <dgm:prSet phldrT="[Text]" phldr="0"/>
      <dgm:spPr/>
      <dgm:t>
        <a:bodyPr/>
        <a:lstStyle/>
        <a:p>
          <a:pPr rtl="0"/>
          <a:r>
            <a:rPr lang="en-US">
              <a:latin typeface="Arial"/>
            </a:rPr>
            <a:t>April 9 - AI + Integration</a:t>
          </a:r>
          <a:endParaRPr lang="en-US"/>
        </a:p>
      </dgm:t>
    </dgm:pt>
    <dgm:pt modelId="{C3472C1A-3D39-4CCF-80CF-3A87078D0EA3}" type="parTrans" cxnId="{E13F0C7F-9F54-4B47-B3BD-2B03E2539E28}">
      <dgm:prSet/>
      <dgm:spPr/>
      <dgm:t>
        <a:bodyPr/>
        <a:lstStyle/>
        <a:p>
          <a:endParaRPr lang="en-US"/>
        </a:p>
      </dgm:t>
    </dgm:pt>
    <dgm:pt modelId="{564C1E73-A8D8-47C7-A18D-43310C2F67C7}" type="sibTrans" cxnId="{E13F0C7F-9F54-4B47-B3BD-2B03E2539E28}">
      <dgm:prSet/>
      <dgm:spPr/>
      <dgm:t>
        <a:bodyPr/>
        <a:lstStyle/>
        <a:p>
          <a:endParaRPr lang="en-US"/>
        </a:p>
      </dgm:t>
    </dgm:pt>
    <dgm:pt modelId="{3581F24F-4D37-4BCF-A91A-6543E729C362}">
      <dgm:prSet phldrT="[Text]" phldr="0"/>
      <dgm:spPr/>
      <dgm:t>
        <a:bodyPr/>
        <a:lstStyle/>
        <a:p>
          <a:pPr rtl="0"/>
          <a:r>
            <a:rPr lang="en-US">
              <a:latin typeface="Arial"/>
            </a:rPr>
            <a:t>April 11 - Full System Simulation</a:t>
          </a:r>
          <a:endParaRPr lang="en-US"/>
        </a:p>
      </dgm:t>
    </dgm:pt>
    <dgm:pt modelId="{BCAFE610-9CA5-49D2-A12E-11A5AFFC9477}" type="parTrans" cxnId="{86B9CD4F-70E4-4559-B187-35E2266A7EE6}">
      <dgm:prSet/>
      <dgm:spPr/>
      <dgm:t>
        <a:bodyPr/>
        <a:lstStyle/>
        <a:p>
          <a:endParaRPr lang="en-US"/>
        </a:p>
      </dgm:t>
    </dgm:pt>
    <dgm:pt modelId="{07E1A2E3-C5F4-4A11-A1C4-012B5B72902D}" type="sibTrans" cxnId="{86B9CD4F-70E4-4559-B187-35E2266A7EE6}">
      <dgm:prSet/>
      <dgm:spPr/>
      <dgm:t>
        <a:bodyPr/>
        <a:lstStyle/>
        <a:p>
          <a:endParaRPr lang="en-US"/>
        </a:p>
      </dgm:t>
    </dgm:pt>
    <dgm:pt modelId="{DABAAFE7-06C6-4EF9-9204-D8FCF76510D2}">
      <dgm:prSet phldrT="[Text]" phldr="0"/>
      <dgm:spPr/>
      <dgm:t>
        <a:bodyPr/>
        <a:lstStyle/>
        <a:p>
          <a:pPr rtl="0"/>
          <a:r>
            <a:rPr lang="en-US">
              <a:latin typeface="Arial"/>
            </a:rPr>
            <a:t> April 12 - Sponsor Validation </a:t>
          </a:r>
          <a:endParaRPr lang="en-US"/>
        </a:p>
      </dgm:t>
    </dgm:pt>
    <dgm:pt modelId="{F849B92A-EF08-4D94-9B70-02FCA8AE7EC9}" type="parTrans" cxnId="{51400195-D6D7-4A1A-90FE-69785CC1A690}">
      <dgm:prSet/>
      <dgm:spPr/>
      <dgm:t>
        <a:bodyPr/>
        <a:lstStyle/>
        <a:p>
          <a:endParaRPr lang="en-US"/>
        </a:p>
      </dgm:t>
    </dgm:pt>
    <dgm:pt modelId="{53F5C00C-F7EB-44D7-B3D4-A2343CA034FC}" type="sibTrans" cxnId="{51400195-D6D7-4A1A-90FE-69785CC1A690}">
      <dgm:prSet/>
      <dgm:spPr/>
      <dgm:t>
        <a:bodyPr/>
        <a:lstStyle/>
        <a:p>
          <a:endParaRPr lang="en-US"/>
        </a:p>
      </dgm:t>
    </dgm:pt>
    <dgm:pt modelId="{23A39946-D78F-48DF-B1A7-3EC80FFE4B8C}" type="pres">
      <dgm:prSet presAssocID="{6E95733B-7E45-4314-BE0D-4F69ADFB917F}" presName="Name0" presStyleCnt="0">
        <dgm:presLayoutVars>
          <dgm:dir/>
          <dgm:resizeHandles val="exact"/>
        </dgm:presLayoutVars>
      </dgm:prSet>
      <dgm:spPr/>
    </dgm:pt>
    <dgm:pt modelId="{B99F75AB-43F1-48CC-9FFF-5B806273BED2}" type="pres">
      <dgm:prSet presAssocID="{97776291-6BAC-4274-954E-ED7B48B2662D}" presName="node" presStyleLbl="node1" presStyleIdx="0" presStyleCnt="5">
        <dgm:presLayoutVars>
          <dgm:bulletEnabled val="1"/>
        </dgm:presLayoutVars>
      </dgm:prSet>
      <dgm:spPr/>
    </dgm:pt>
    <dgm:pt modelId="{760A67B6-E565-45B4-9D35-66E942EDE3B4}" type="pres">
      <dgm:prSet presAssocID="{FD3222FB-6C9D-434D-954A-426D2AAD0C72}" presName="sibTrans" presStyleLbl="sibTrans1D1" presStyleIdx="0" presStyleCnt="4"/>
      <dgm:spPr/>
    </dgm:pt>
    <dgm:pt modelId="{15B4905A-75D8-498E-8B3D-8EE15AB98534}" type="pres">
      <dgm:prSet presAssocID="{FD3222FB-6C9D-434D-954A-426D2AAD0C72}" presName="connectorText" presStyleLbl="sibTrans1D1" presStyleIdx="0" presStyleCnt="4"/>
      <dgm:spPr/>
    </dgm:pt>
    <dgm:pt modelId="{B1D2CDF1-FD03-4D4A-85EC-AA9DBF264337}" type="pres">
      <dgm:prSet presAssocID="{4BFA8EF6-11FA-416D-B718-4ABB1A2E444D}" presName="node" presStyleLbl="node1" presStyleIdx="1" presStyleCnt="5">
        <dgm:presLayoutVars>
          <dgm:bulletEnabled val="1"/>
        </dgm:presLayoutVars>
      </dgm:prSet>
      <dgm:spPr/>
    </dgm:pt>
    <dgm:pt modelId="{602F0175-1D77-44A1-84AA-A93ABAFBF016}" type="pres">
      <dgm:prSet presAssocID="{338E056A-2456-4361-B91B-50BE95C73591}" presName="sibTrans" presStyleLbl="sibTrans1D1" presStyleIdx="1" presStyleCnt="4"/>
      <dgm:spPr/>
    </dgm:pt>
    <dgm:pt modelId="{B64532F8-7ECD-46CD-B3F8-53B5569F3F1A}" type="pres">
      <dgm:prSet presAssocID="{338E056A-2456-4361-B91B-50BE95C73591}" presName="connectorText" presStyleLbl="sibTrans1D1" presStyleIdx="1" presStyleCnt="4"/>
      <dgm:spPr/>
    </dgm:pt>
    <dgm:pt modelId="{878E0709-2F1C-4BFB-AAED-A2CD27B37D2A}" type="pres">
      <dgm:prSet presAssocID="{8F586D23-AE01-42C7-B6A3-C9B9C03F2119}" presName="node" presStyleLbl="node1" presStyleIdx="2" presStyleCnt="5">
        <dgm:presLayoutVars>
          <dgm:bulletEnabled val="1"/>
        </dgm:presLayoutVars>
      </dgm:prSet>
      <dgm:spPr/>
    </dgm:pt>
    <dgm:pt modelId="{E91ECF23-4968-497D-AD09-C60274F3F20A}" type="pres">
      <dgm:prSet presAssocID="{564C1E73-A8D8-47C7-A18D-43310C2F67C7}" presName="sibTrans" presStyleLbl="sibTrans1D1" presStyleIdx="2" presStyleCnt="4"/>
      <dgm:spPr/>
    </dgm:pt>
    <dgm:pt modelId="{4518AC9F-91F2-4D7C-9CEA-72A67048E694}" type="pres">
      <dgm:prSet presAssocID="{564C1E73-A8D8-47C7-A18D-43310C2F67C7}" presName="connectorText" presStyleLbl="sibTrans1D1" presStyleIdx="2" presStyleCnt="4"/>
      <dgm:spPr/>
    </dgm:pt>
    <dgm:pt modelId="{9B87A89F-5308-4E9A-BCB7-8175CB3A4C48}" type="pres">
      <dgm:prSet presAssocID="{3581F24F-4D37-4BCF-A91A-6543E729C362}" presName="node" presStyleLbl="node1" presStyleIdx="3" presStyleCnt="5">
        <dgm:presLayoutVars>
          <dgm:bulletEnabled val="1"/>
        </dgm:presLayoutVars>
      </dgm:prSet>
      <dgm:spPr/>
    </dgm:pt>
    <dgm:pt modelId="{3B5D79A0-5F4D-43AF-A631-0D0D44AAA7D9}" type="pres">
      <dgm:prSet presAssocID="{07E1A2E3-C5F4-4A11-A1C4-012B5B72902D}" presName="sibTrans" presStyleLbl="sibTrans1D1" presStyleIdx="3" presStyleCnt="4"/>
      <dgm:spPr/>
    </dgm:pt>
    <dgm:pt modelId="{367C4A75-28C8-434A-AE78-57AF043E2DBF}" type="pres">
      <dgm:prSet presAssocID="{07E1A2E3-C5F4-4A11-A1C4-012B5B72902D}" presName="connectorText" presStyleLbl="sibTrans1D1" presStyleIdx="3" presStyleCnt="4"/>
      <dgm:spPr/>
    </dgm:pt>
    <dgm:pt modelId="{F317C76F-DA41-45C8-8C43-8CBA2B0A1E6A}" type="pres">
      <dgm:prSet presAssocID="{DABAAFE7-06C6-4EF9-9204-D8FCF76510D2}" presName="node" presStyleLbl="node1" presStyleIdx="4" presStyleCnt="5">
        <dgm:presLayoutVars>
          <dgm:bulletEnabled val="1"/>
        </dgm:presLayoutVars>
      </dgm:prSet>
      <dgm:spPr/>
    </dgm:pt>
  </dgm:ptLst>
  <dgm:cxnLst>
    <dgm:cxn modelId="{7A2E0205-5639-4EEA-B943-0E8A07FE1B0E}" type="presOf" srcId="{07E1A2E3-C5F4-4A11-A1C4-012B5B72902D}" destId="{367C4A75-28C8-434A-AE78-57AF043E2DBF}" srcOrd="1" destOrd="0" presId="urn:microsoft.com/office/officeart/2005/8/layout/bProcess3"/>
    <dgm:cxn modelId="{4C35470E-D9AD-4DE4-8B44-E070E60D6526}" type="presOf" srcId="{97776291-6BAC-4274-954E-ED7B48B2662D}" destId="{B99F75AB-43F1-48CC-9FFF-5B806273BED2}" srcOrd="0" destOrd="0" presId="urn:microsoft.com/office/officeart/2005/8/layout/bProcess3"/>
    <dgm:cxn modelId="{276EAD1D-D16F-41CD-A41C-E627E36B3051}" type="presOf" srcId="{6E95733B-7E45-4314-BE0D-4F69ADFB917F}" destId="{23A39946-D78F-48DF-B1A7-3EC80FFE4B8C}" srcOrd="0" destOrd="0" presId="urn:microsoft.com/office/officeart/2005/8/layout/bProcess3"/>
    <dgm:cxn modelId="{A751161E-5060-45CB-B5B5-8817A352091B}" type="presOf" srcId="{338E056A-2456-4361-B91B-50BE95C73591}" destId="{602F0175-1D77-44A1-84AA-A93ABAFBF016}" srcOrd="0" destOrd="0" presId="urn:microsoft.com/office/officeart/2005/8/layout/bProcess3"/>
    <dgm:cxn modelId="{068E962F-2DEA-4F97-A54B-81319421C2DD}" type="presOf" srcId="{FD3222FB-6C9D-434D-954A-426D2AAD0C72}" destId="{15B4905A-75D8-498E-8B3D-8EE15AB98534}" srcOrd="1" destOrd="0" presId="urn:microsoft.com/office/officeart/2005/8/layout/bProcess3"/>
    <dgm:cxn modelId="{AE4F3140-99B9-4196-98CA-C299D23F38B6}" type="presOf" srcId="{DABAAFE7-06C6-4EF9-9204-D8FCF76510D2}" destId="{F317C76F-DA41-45C8-8C43-8CBA2B0A1E6A}" srcOrd="0" destOrd="0" presId="urn:microsoft.com/office/officeart/2005/8/layout/bProcess3"/>
    <dgm:cxn modelId="{1DC49543-BB3B-4A11-839C-2DD3EA6EE4BA}" srcId="{6E95733B-7E45-4314-BE0D-4F69ADFB917F}" destId="{4BFA8EF6-11FA-416D-B718-4ABB1A2E444D}" srcOrd="1" destOrd="0" parTransId="{D82E0650-699C-478D-8CD5-DDF77A16C5B4}" sibTransId="{338E056A-2456-4361-B91B-50BE95C73591}"/>
    <dgm:cxn modelId="{15409C45-80F3-4E75-A48E-7DEBADCE42D1}" type="presOf" srcId="{07E1A2E3-C5F4-4A11-A1C4-012B5B72902D}" destId="{3B5D79A0-5F4D-43AF-A631-0D0D44AAA7D9}" srcOrd="0" destOrd="0" presId="urn:microsoft.com/office/officeart/2005/8/layout/bProcess3"/>
    <dgm:cxn modelId="{D5AD116E-2370-476B-9953-B6E7D4773CB0}" type="presOf" srcId="{564C1E73-A8D8-47C7-A18D-43310C2F67C7}" destId="{4518AC9F-91F2-4D7C-9CEA-72A67048E694}" srcOrd="1" destOrd="0" presId="urn:microsoft.com/office/officeart/2005/8/layout/bProcess3"/>
    <dgm:cxn modelId="{86B9CD4F-70E4-4559-B187-35E2266A7EE6}" srcId="{6E95733B-7E45-4314-BE0D-4F69ADFB917F}" destId="{3581F24F-4D37-4BCF-A91A-6543E729C362}" srcOrd="3" destOrd="0" parTransId="{BCAFE610-9CA5-49D2-A12E-11A5AFFC9477}" sibTransId="{07E1A2E3-C5F4-4A11-A1C4-012B5B72902D}"/>
    <dgm:cxn modelId="{84DCF472-DD25-4D9C-A1E6-1F7F33E9C24E}" srcId="{6E95733B-7E45-4314-BE0D-4F69ADFB917F}" destId="{97776291-6BAC-4274-954E-ED7B48B2662D}" srcOrd="0" destOrd="0" parTransId="{F8285293-427D-4549-A3BD-F48065DF5FB2}" sibTransId="{FD3222FB-6C9D-434D-954A-426D2AAD0C72}"/>
    <dgm:cxn modelId="{E13F0C7F-9F54-4B47-B3BD-2B03E2539E28}" srcId="{6E95733B-7E45-4314-BE0D-4F69ADFB917F}" destId="{8F586D23-AE01-42C7-B6A3-C9B9C03F2119}" srcOrd="2" destOrd="0" parTransId="{C3472C1A-3D39-4CCF-80CF-3A87078D0EA3}" sibTransId="{564C1E73-A8D8-47C7-A18D-43310C2F67C7}"/>
    <dgm:cxn modelId="{51400195-D6D7-4A1A-90FE-69785CC1A690}" srcId="{6E95733B-7E45-4314-BE0D-4F69ADFB917F}" destId="{DABAAFE7-06C6-4EF9-9204-D8FCF76510D2}" srcOrd="4" destOrd="0" parTransId="{F849B92A-EF08-4D94-9B70-02FCA8AE7EC9}" sibTransId="{53F5C00C-F7EB-44D7-B3D4-A2343CA034FC}"/>
    <dgm:cxn modelId="{2C3C3197-6F4B-4220-9D32-F3EFA4300B97}" type="presOf" srcId="{3581F24F-4D37-4BCF-A91A-6543E729C362}" destId="{9B87A89F-5308-4E9A-BCB7-8175CB3A4C48}" srcOrd="0" destOrd="0" presId="urn:microsoft.com/office/officeart/2005/8/layout/bProcess3"/>
    <dgm:cxn modelId="{A359EF99-277A-43BA-95EB-6486BEE297DB}" type="presOf" srcId="{338E056A-2456-4361-B91B-50BE95C73591}" destId="{B64532F8-7ECD-46CD-B3F8-53B5569F3F1A}" srcOrd="1" destOrd="0" presId="urn:microsoft.com/office/officeart/2005/8/layout/bProcess3"/>
    <dgm:cxn modelId="{071FA8B7-D9BD-4030-BEB9-FB1300DA21E2}" type="presOf" srcId="{4BFA8EF6-11FA-416D-B718-4ABB1A2E444D}" destId="{B1D2CDF1-FD03-4D4A-85EC-AA9DBF264337}" srcOrd="0" destOrd="0" presId="urn:microsoft.com/office/officeart/2005/8/layout/bProcess3"/>
    <dgm:cxn modelId="{747E85D6-5B34-4564-898C-B86EF14D4298}" type="presOf" srcId="{FD3222FB-6C9D-434D-954A-426D2AAD0C72}" destId="{760A67B6-E565-45B4-9D35-66E942EDE3B4}" srcOrd="0" destOrd="0" presId="urn:microsoft.com/office/officeart/2005/8/layout/bProcess3"/>
    <dgm:cxn modelId="{5B238DF2-A7C6-47FD-81F3-C40CD4ABC562}" type="presOf" srcId="{8F586D23-AE01-42C7-B6A3-C9B9C03F2119}" destId="{878E0709-2F1C-4BFB-AAED-A2CD27B37D2A}" srcOrd="0" destOrd="0" presId="urn:microsoft.com/office/officeart/2005/8/layout/bProcess3"/>
    <dgm:cxn modelId="{0DCDA1F7-042F-40A5-A711-12AA628C3506}" type="presOf" srcId="{564C1E73-A8D8-47C7-A18D-43310C2F67C7}" destId="{E91ECF23-4968-497D-AD09-C60274F3F20A}" srcOrd="0" destOrd="0" presId="urn:microsoft.com/office/officeart/2005/8/layout/bProcess3"/>
    <dgm:cxn modelId="{F2B21963-B739-4453-96D6-DA9B6B20E720}" type="presParOf" srcId="{23A39946-D78F-48DF-B1A7-3EC80FFE4B8C}" destId="{B99F75AB-43F1-48CC-9FFF-5B806273BED2}" srcOrd="0" destOrd="0" presId="urn:microsoft.com/office/officeart/2005/8/layout/bProcess3"/>
    <dgm:cxn modelId="{601DD55D-A169-4441-B878-70A531B03D1B}" type="presParOf" srcId="{23A39946-D78F-48DF-B1A7-3EC80FFE4B8C}" destId="{760A67B6-E565-45B4-9D35-66E942EDE3B4}" srcOrd="1" destOrd="0" presId="urn:microsoft.com/office/officeart/2005/8/layout/bProcess3"/>
    <dgm:cxn modelId="{AB67C3D2-4EC2-4F6A-82C6-11667546032D}" type="presParOf" srcId="{760A67B6-E565-45B4-9D35-66E942EDE3B4}" destId="{15B4905A-75D8-498E-8B3D-8EE15AB98534}" srcOrd="0" destOrd="0" presId="urn:microsoft.com/office/officeart/2005/8/layout/bProcess3"/>
    <dgm:cxn modelId="{B4E4DF8B-8CFB-4ADC-A314-F6F8ABEBC2AA}" type="presParOf" srcId="{23A39946-D78F-48DF-B1A7-3EC80FFE4B8C}" destId="{B1D2CDF1-FD03-4D4A-85EC-AA9DBF264337}" srcOrd="2" destOrd="0" presId="urn:microsoft.com/office/officeart/2005/8/layout/bProcess3"/>
    <dgm:cxn modelId="{8F7BE1EA-84D3-49A6-A05F-901349B77941}" type="presParOf" srcId="{23A39946-D78F-48DF-B1A7-3EC80FFE4B8C}" destId="{602F0175-1D77-44A1-84AA-A93ABAFBF016}" srcOrd="3" destOrd="0" presId="urn:microsoft.com/office/officeart/2005/8/layout/bProcess3"/>
    <dgm:cxn modelId="{47625619-18D1-49CE-9378-59705F132552}" type="presParOf" srcId="{602F0175-1D77-44A1-84AA-A93ABAFBF016}" destId="{B64532F8-7ECD-46CD-B3F8-53B5569F3F1A}" srcOrd="0" destOrd="0" presId="urn:microsoft.com/office/officeart/2005/8/layout/bProcess3"/>
    <dgm:cxn modelId="{7F58B77B-B3A6-4D75-B3A3-44BCDD2D8F2C}" type="presParOf" srcId="{23A39946-D78F-48DF-B1A7-3EC80FFE4B8C}" destId="{878E0709-2F1C-4BFB-AAED-A2CD27B37D2A}" srcOrd="4" destOrd="0" presId="urn:microsoft.com/office/officeart/2005/8/layout/bProcess3"/>
    <dgm:cxn modelId="{2095729D-A16F-4F3B-B678-F1FFC90AFAFB}" type="presParOf" srcId="{23A39946-D78F-48DF-B1A7-3EC80FFE4B8C}" destId="{E91ECF23-4968-497D-AD09-C60274F3F20A}" srcOrd="5" destOrd="0" presId="urn:microsoft.com/office/officeart/2005/8/layout/bProcess3"/>
    <dgm:cxn modelId="{9642AB94-4C7A-4F3D-942A-5177BEFC9F50}" type="presParOf" srcId="{E91ECF23-4968-497D-AD09-C60274F3F20A}" destId="{4518AC9F-91F2-4D7C-9CEA-72A67048E694}" srcOrd="0" destOrd="0" presId="urn:microsoft.com/office/officeart/2005/8/layout/bProcess3"/>
    <dgm:cxn modelId="{0DFCCB0C-B5AC-4255-B261-4E4EF4724DA9}" type="presParOf" srcId="{23A39946-D78F-48DF-B1A7-3EC80FFE4B8C}" destId="{9B87A89F-5308-4E9A-BCB7-8175CB3A4C48}" srcOrd="6" destOrd="0" presId="urn:microsoft.com/office/officeart/2005/8/layout/bProcess3"/>
    <dgm:cxn modelId="{DA184FBA-8557-4B7A-896D-511E1696869C}" type="presParOf" srcId="{23A39946-D78F-48DF-B1A7-3EC80FFE4B8C}" destId="{3B5D79A0-5F4D-43AF-A631-0D0D44AAA7D9}" srcOrd="7" destOrd="0" presId="urn:microsoft.com/office/officeart/2005/8/layout/bProcess3"/>
    <dgm:cxn modelId="{4358FD88-F7E6-4BC3-8251-087D23B517A2}" type="presParOf" srcId="{3B5D79A0-5F4D-43AF-A631-0D0D44AAA7D9}" destId="{367C4A75-28C8-434A-AE78-57AF043E2DBF}" srcOrd="0" destOrd="0" presId="urn:microsoft.com/office/officeart/2005/8/layout/bProcess3"/>
    <dgm:cxn modelId="{129F7856-C0A8-4DC1-9387-7C32BE3F8788}" type="presParOf" srcId="{23A39946-D78F-48DF-B1A7-3EC80FFE4B8C}" destId="{F317C76F-DA41-45C8-8C43-8CBA2B0A1E6A}" srcOrd="8" destOrd="0" presId="urn:microsoft.com/office/officeart/2005/8/layout/bProcess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51369A-5CD4-4010-B26D-7DBE720B60C7}">
      <dsp:nvSpPr>
        <dsp:cNvPr id="0" name=""/>
        <dsp:cNvSpPr/>
      </dsp:nvSpPr>
      <dsp:spPr>
        <a:xfrm>
          <a:off x="0" y="0"/>
          <a:ext cx="5599043" cy="1150288"/>
        </a:xfrm>
        <a:prstGeom prst="rect">
          <a:avLst/>
        </a:prstGeom>
        <a:solidFill>
          <a:schemeClr val="accent3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>
              <a:latin typeface="Arial"/>
            </a:rPr>
            <a:t>Training</a:t>
          </a:r>
          <a:r>
            <a:rPr lang="en-US" sz="2500" kern="1200"/>
            <a:t> prepares Tour Catchers LLC to independently operate and sustain:</a:t>
          </a:r>
          <a:endParaRPr lang="en-US" sz="2500" kern="1200">
            <a:latin typeface="Arial"/>
          </a:endParaRPr>
        </a:p>
      </dsp:txBody>
      <dsp:txXfrm>
        <a:off x="0" y="0"/>
        <a:ext cx="5599043" cy="1150288"/>
      </dsp:txXfrm>
    </dsp:sp>
    <dsp:sp modelId="{FB9B3DAB-7D3D-46AB-B7DC-3FEBC89685A2}">
      <dsp:nvSpPr>
        <dsp:cNvPr id="0" name=""/>
        <dsp:cNvSpPr/>
      </dsp:nvSpPr>
      <dsp:spPr>
        <a:xfrm>
          <a:off x="2733" y="1150288"/>
          <a:ext cx="1864525" cy="241560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Web/Mobile Booking Application</a:t>
          </a:r>
        </a:p>
      </dsp:txBody>
      <dsp:txXfrm>
        <a:off x="2733" y="1150288"/>
        <a:ext cx="1864525" cy="2415605"/>
      </dsp:txXfrm>
    </dsp:sp>
    <dsp:sp modelId="{442520BA-2928-437F-9E6C-19BBC429FC61}">
      <dsp:nvSpPr>
        <dsp:cNvPr id="0" name=""/>
        <dsp:cNvSpPr/>
      </dsp:nvSpPr>
      <dsp:spPr>
        <a:xfrm>
          <a:off x="1867258" y="1150288"/>
          <a:ext cx="1864525" cy="241560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Bitrix CRM Platform</a:t>
          </a:r>
        </a:p>
      </dsp:txBody>
      <dsp:txXfrm>
        <a:off x="1867258" y="1150288"/>
        <a:ext cx="1864525" cy="2415605"/>
      </dsp:txXfrm>
    </dsp:sp>
    <dsp:sp modelId="{EB8014A3-FAEC-41B6-AC7F-98658823B916}">
      <dsp:nvSpPr>
        <dsp:cNvPr id="0" name=""/>
        <dsp:cNvSpPr/>
      </dsp:nvSpPr>
      <dsp:spPr>
        <a:xfrm>
          <a:off x="3731784" y="1150288"/>
          <a:ext cx="1864525" cy="241560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Dialpad AI Chat Assistant</a:t>
          </a:r>
        </a:p>
      </dsp:txBody>
      <dsp:txXfrm>
        <a:off x="3731784" y="1150288"/>
        <a:ext cx="1864525" cy="2415605"/>
      </dsp:txXfrm>
    </dsp:sp>
    <dsp:sp modelId="{FDF58BCA-C37C-48DC-8AE0-231E48FF8DDD}">
      <dsp:nvSpPr>
        <dsp:cNvPr id="0" name=""/>
        <dsp:cNvSpPr/>
      </dsp:nvSpPr>
      <dsp:spPr>
        <a:xfrm>
          <a:off x="0" y="3565894"/>
          <a:ext cx="5599043" cy="268400"/>
        </a:xfrm>
        <a:prstGeom prst="rect">
          <a:avLst/>
        </a:prstGeom>
        <a:solidFill>
          <a:schemeClr val="accent3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51369A-5CD4-4010-B26D-7DBE720B60C7}">
      <dsp:nvSpPr>
        <dsp:cNvPr id="0" name=""/>
        <dsp:cNvSpPr/>
      </dsp:nvSpPr>
      <dsp:spPr>
        <a:xfrm>
          <a:off x="0" y="0"/>
          <a:ext cx="5599043" cy="1150288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Training ensures:</a:t>
          </a:r>
        </a:p>
      </dsp:txBody>
      <dsp:txXfrm>
        <a:off x="0" y="0"/>
        <a:ext cx="5599043" cy="1150288"/>
      </dsp:txXfrm>
    </dsp:sp>
    <dsp:sp modelId="{FB9B3DAB-7D3D-46AB-B7DC-3FEBC89685A2}">
      <dsp:nvSpPr>
        <dsp:cNvPr id="0" name=""/>
        <dsp:cNvSpPr/>
      </dsp:nvSpPr>
      <dsp:spPr>
        <a:xfrm>
          <a:off x="0" y="1150288"/>
          <a:ext cx="1399760" cy="241560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Proper system adoption</a:t>
          </a:r>
        </a:p>
      </dsp:txBody>
      <dsp:txXfrm>
        <a:off x="0" y="1150288"/>
        <a:ext cx="1399760" cy="2415605"/>
      </dsp:txXfrm>
    </dsp:sp>
    <dsp:sp modelId="{2C17AE29-88A5-4C78-95F6-66FFCF7528E6}">
      <dsp:nvSpPr>
        <dsp:cNvPr id="0" name=""/>
        <dsp:cNvSpPr/>
      </dsp:nvSpPr>
      <dsp:spPr>
        <a:xfrm>
          <a:off x="1399760" y="1150288"/>
          <a:ext cx="1399760" cy="241560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Accurate data management</a:t>
          </a:r>
        </a:p>
      </dsp:txBody>
      <dsp:txXfrm>
        <a:off x="1399760" y="1150288"/>
        <a:ext cx="1399760" cy="2415605"/>
      </dsp:txXfrm>
    </dsp:sp>
    <dsp:sp modelId="{442520BA-2928-437F-9E6C-19BBC429FC61}">
      <dsp:nvSpPr>
        <dsp:cNvPr id="0" name=""/>
        <dsp:cNvSpPr/>
      </dsp:nvSpPr>
      <dsp:spPr>
        <a:xfrm>
          <a:off x="2799521" y="1150288"/>
          <a:ext cx="1399760" cy="241560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Reduced operational errors</a:t>
          </a:r>
        </a:p>
      </dsp:txBody>
      <dsp:txXfrm>
        <a:off x="2799521" y="1150288"/>
        <a:ext cx="1399760" cy="2415605"/>
      </dsp:txXfrm>
    </dsp:sp>
    <dsp:sp modelId="{EB8014A3-FAEC-41B6-AC7F-98658823B916}">
      <dsp:nvSpPr>
        <dsp:cNvPr id="0" name=""/>
        <dsp:cNvSpPr/>
      </dsp:nvSpPr>
      <dsp:spPr>
        <a:xfrm>
          <a:off x="4199282" y="1150288"/>
          <a:ext cx="1399760" cy="241560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Long term sustainability after capstone handoff</a:t>
          </a:r>
        </a:p>
      </dsp:txBody>
      <dsp:txXfrm>
        <a:off x="4199282" y="1150288"/>
        <a:ext cx="1399760" cy="2415605"/>
      </dsp:txXfrm>
    </dsp:sp>
    <dsp:sp modelId="{FDF58BCA-C37C-48DC-8AE0-231E48FF8DDD}">
      <dsp:nvSpPr>
        <dsp:cNvPr id="0" name=""/>
        <dsp:cNvSpPr/>
      </dsp:nvSpPr>
      <dsp:spPr>
        <a:xfrm>
          <a:off x="0" y="3565894"/>
          <a:ext cx="5599043" cy="268400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492E96-D343-4D1F-831C-AA3BB4208A10}">
      <dsp:nvSpPr>
        <dsp:cNvPr id="0" name=""/>
        <dsp:cNvSpPr/>
      </dsp:nvSpPr>
      <dsp:spPr>
        <a:xfrm>
          <a:off x="511036" y="0"/>
          <a:ext cx="5791752" cy="5413513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B1DD40-FFC5-4E3E-8BAA-1D37A8C2AFA7}">
      <dsp:nvSpPr>
        <dsp:cNvPr id="0" name=""/>
        <dsp:cNvSpPr/>
      </dsp:nvSpPr>
      <dsp:spPr>
        <a:xfrm>
          <a:off x="7319" y="1624053"/>
          <a:ext cx="2193200" cy="21654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Sprint 2 → Booking Application</a:t>
          </a:r>
          <a:endParaRPr lang="en-US" sz="2800" kern="1200">
            <a:latin typeface="Arial"/>
          </a:endParaRPr>
        </a:p>
      </dsp:txBody>
      <dsp:txXfrm>
        <a:off x="113025" y="1729759"/>
        <a:ext cx="1981788" cy="1953993"/>
      </dsp:txXfrm>
    </dsp:sp>
    <dsp:sp modelId="{0D1A038A-8E34-4501-8E93-8C15D301F9DE}">
      <dsp:nvSpPr>
        <dsp:cNvPr id="0" name=""/>
        <dsp:cNvSpPr/>
      </dsp:nvSpPr>
      <dsp:spPr>
        <a:xfrm>
          <a:off x="2310312" y="1624053"/>
          <a:ext cx="2193200" cy="21654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Sprint 3 → CRM + AI</a:t>
          </a:r>
        </a:p>
      </dsp:txBody>
      <dsp:txXfrm>
        <a:off x="2416018" y="1729759"/>
        <a:ext cx="1981788" cy="1953993"/>
      </dsp:txXfrm>
    </dsp:sp>
    <dsp:sp modelId="{B75A630A-2104-450B-BDD6-B852AF821F8C}">
      <dsp:nvSpPr>
        <dsp:cNvPr id="0" name=""/>
        <dsp:cNvSpPr/>
      </dsp:nvSpPr>
      <dsp:spPr>
        <a:xfrm>
          <a:off x="4613306" y="1624053"/>
          <a:ext cx="2193200" cy="21654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Sprint </a:t>
          </a:r>
          <a:r>
            <a:rPr lang="en-US" sz="2800" kern="1200">
              <a:latin typeface="Arial"/>
            </a:rPr>
            <a:t>4/5</a:t>
          </a:r>
          <a:r>
            <a:rPr lang="en-US" sz="2800" kern="1200"/>
            <a:t> → Full Integration + UAT</a:t>
          </a:r>
        </a:p>
      </dsp:txBody>
      <dsp:txXfrm>
        <a:off x="4719012" y="1729759"/>
        <a:ext cx="1981788" cy="195399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6A8F86-6D3A-459D-A562-A8F7AF51BEA2}">
      <dsp:nvSpPr>
        <dsp:cNvPr id="0" name=""/>
        <dsp:cNvSpPr/>
      </dsp:nvSpPr>
      <dsp:spPr>
        <a:xfrm>
          <a:off x="0" y="339798"/>
          <a:ext cx="8011589" cy="680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21788" tIns="249936" rIns="621788" bIns="85344" numCol="1" spcCol="1270" anchor="t" anchorCtr="0">
          <a:noAutofit/>
        </a:bodyPr>
        <a:lstStyle/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>
              <a:solidFill>
                <a:schemeClr val="tx1"/>
              </a:solidFill>
              <a:latin typeface="Arial"/>
              <a:ea typeface="+mn-ea"/>
              <a:cs typeface="+mn-cs"/>
            </a:rPr>
            <a:t>Sponsor</a:t>
          </a:r>
          <a:endParaRPr lang="en-US" sz="1200" kern="1200">
            <a:solidFill>
              <a:schemeClr val="tx1"/>
            </a:solidFill>
            <a:ea typeface="+mn-ea"/>
            <a:cs typeface="+mn-cs"/>
          </a:endParaRPr>
        </a:p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>
              <a:solidFill>
                <a:schemeClr val="tx1"/>
              </a:solidFill>
              <a:latin typeface="Arial"/>
              <a:ea typeface="+mn-ea"/>
              <a:cs typeface="+mn-cs"/>
            </a:rPr>
            <a:t>Reservation Staff</a:t>
          </a:r>
          <a:endParaRPr lang="en-US" sz="1200" kern="1200">
            <a:solidFill>
              <a:schemeClr val="tx1"/>
            </a:solidFill>
            <a:ea typeface="+mn-ea"/>
            <a:cs typeface="+mn-cs"/>
          </a:endParaRPr>
        </a:p>
      </dsp:txBody>
      <dsp:txXfrm>
        <a:off x="0" y="339798"/>
        <a:ext cx="8011589" cy="680400"/>
      </dsp:txXfrm>
    </dsp:sp>
    <dsp:sp modelId="{CCEEC1EF-80D8-4F64-87B0-9C98AB1D91AD}">
      <dsp:nvSpPr>
        <dsp:cNvPr id="0" name=""/>
        <dsp:cNvSpPr/>
      </dsp:nvSpPr>
      <dsp:spPr>
        <a:xfrm>
          <a:off x="400579" y="162678"/>
          <a:ext cx="5608112" cy="354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1973" tIns="0" rIns="211973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u="none" kern="1200">
              <a:solidFill>
                <a:schemeClr val="bg1"/>
              </a:solidFill>
              <a:latin typeface="Arial"/>
              <a:ea typeface="+mn-ea"/>
              <a:cs typeface="+mn-cs"/>
            </a:rPr>
            <a:t>Audience:</a:t>
          </a:r>
          <a:endParaRPr lang="en-US" sz="1200" b="1" u="none" kern="1200">
            <a:solidFill>
              <a:schemeClr val="bg1"/>
            </a:solidFill>
            <a:ea typeface="+mn-ea"/>
            <a:cs typeface="+mn-cs"/>
          </a:endParaRPr>
        </a:p>
      </dsp:txBody>
      <dsp:txXfrm>
        <a:off x="417872" y="179971"/>
        <a:ext cx="5573526" cy="319654"/>
      </dsp:txXfrm>
    </dsp:sp>
    <dsp:sp modelId="{83BCFCBC-E4D3-4FF0-B0A9-78382645ADE6}">
      <dsp:nvSpPr>
        <dsp:cNvPr id="0" name=""/>
        <dsp:cNvSpPr/>
      </dsp:nvSpPr>
      <dsp:spPr>
        <a:xfrm>
          <a:off x="0" y="1262118"/>
          <a:ext cx="8011589" cy="680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21788" tIns="249936" rIns="621788" bIns="85344" numCol="1" spcCol="1270" anchor="t" anchorCtr="0">
          <a:noAutofit/>
        </a:bodyPr>
        <a:lstStyle/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>
              <a:solidFill>
                <a:schemeClr val="tx1"/>
              </a:solidFill>
              <a:latin typeface="Arial"/>
              <a:ea typeface="+mn-ea"/>
              <a:cs typeface="+mn-cs"/>
            </a:rPr>
            <a:t>Complete full mock booking including payment and confirmation.</a:t>
          </a:r>
        </a:p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b="0" kern="1200"/>
            <a:t>Participant must complete workflow with zero system errors.</a:t>
          </a:r>
          <a:endParaRPr lang="en-US" sz="1200" b="0" kern="1200">
            <a:solidFill>
              <a:schemeClr val="tx1"/>
            </a:solidFill>
            <a:latin typeface="Arial"/>
            <a:ea typeface="+mn-ea"/>
            <a:cs typeface="+mn-cs"/>
          </a:endParaRPr>
        </a:p>
      </dsp:txBody>
      <dsp:txXfrm>
        <a:off x="0" y="1262118"/>
        <a:ext cx="8011589" cy="680400"/>
      </dsp:txXfrm>
    </dsp:sp>
    <dsp:sp modelId="{46222430-E986-4A22-9124-7DB5E2DA5954}">
      <dsp:nvSpPr>
        <dsp:cNvPr id="0" name=""/>
        <dsp:cNvSpPr/>
      </dsp:nvSpPr>
      <dsp:spPr>
        <a:xfrm>
          <a:off x="400579" y="1084998"/>
          <a:ext cx="5608112" cy="354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1973" tIns="0" rIns="211973" bIns="0" numCol="1" spcCol="1270" anchor="ctr" anchorCtr="0">
          <a:noAutofit/>
        </a:bodyPr>
        <a:lstStyle/>
        <a:p>
          <a:pPr marL="0" lvl="0" indent="0" algn="l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u="none" kern="1200">
              <a:solidFill>
                <a:schemeClr val="bg1"/>
              </a:solidFill>
              <a:latin typeface="Arial"/>
              <a:ea typeface="+mn-ea"/>
              <a:cs typeface="+mn-cs"/>
            </a:rPr>
            <a:t>Hands on Requirement:</a:t>
          </a:r>
        </a:p>
      </dsp:txBody>
      <dsp:txXfrm>
        <a:off x="417872" y="1102291"/>
        <a:ext cx="5573526" cy="319654"/>
      </dsp:txXfrm>
    </dsp:sp>
    <dsp:sp modelId="{B360DBA8-D211-416B-ACD9-35C0361DF895}">
      <dsp:nvSpPr>
        <dsp:cNvPr id="0" name=""/>
        <dsp:cNvSpPr/>
      </dsp:nvSpPr>
      <dsp:spPr>
        <a:xfrm>
          <a:off x="0" y="2184438"/>
          <a:ext cx="8011589" cy="1247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21788" tIns="249936" rIns="621788" bIns="85344" numCol="1" spcCol="1270" anchor="t" anchorCtr="0">
          <a:noAutofit/>
        </a:bodyPr>
        <a:lstStyle/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>
              <a:solidFill>
                <a:schemeClr val="tx1"/>
              </a:solidFill>
              <a:latin typeface="Arial"/>
              <a:ea typeface="+mn-ea"/>
              <a:cs typeface="+mn-cs"/>
            </a:rPr>
            <a:t>System workflow overview</a:t>
          </a:r>
        </a:p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>
              <a:solidFill>
                <a:schemeClr val="tx1"/>
              </a:solidFill>
              <a:latin typeface="Arial"/>
              <a:ea typeface="+mn-ea"/>
              <a:cs typeface="+mn-cs"/>
            </a:rPr>
            <a:t>Booking submission process</a:t>
          </a:r>
        </a:p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>
              <a:solidFill>
                <a:schemeClr val="tx1"/>
              </a:solidFill>
              <a:latin typeface="Arial"/>
              <a:ea typeface="+mn-ea"/>
              <a:cs typeface="+mn-cs"/>
            </a:rPr>
            <a:t>Payment integration</a:t>
          </a:r>
        </a:p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>
              <a:solidFill>
                <a:schemeClr val="tx1"/>
              </a:solidFill>
              <a:latin typeface="Arial"/>
              <a:ea typeface="+mn-ea"/>
              <a:cs typeface="+mn-cs"/>
            </a:rPr>
            <a:t>Admin controls</a:t>
          </a:r>
          <a:endParaRPr lang="en-US" sz="1200" kern="1200">
            <a:solidFill>
              <a:schemeClr val="tx1"/>
            </a:solidFill>
            <a:ea typeface="+mn-ea"/>
            <a:cs typeface="+mn-cs"/>
          </a:endParaRPr>
        </a:p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>
              <a:solidFill>
                <a:schemeClr val="tx1"/>
              </a:solidFill>
              <a:latin typeface="Arial"/>
              <a:ea typeface="+mn-ea"/>
              <a:cs typeface="+mn-cs"/>
            </a:rPr>
            <a:t>Error handling</a:t>
          </a:r>
        </a:p>
      </dsp:txBody>
      <dsp:txXfrm>
        <a:off x="0" y="2184438"/>
        <a:ext cx="8011589" cy="1247400"/>
      </dsp:txXfrm>
    </dsp:sp>
    <dsp:sp modelId="{DFCFC5F2-609B-4C2B-AEB7-17861291DAF0}">
      <dsp:nvSpPr>
        <dsp:cNvPr id="0" name=""/>
        <dsp:cNvSpPr/>
      </dsp:nvSpPr>
      <dsp:spPr>
        <a:xfrm>
          <a:off x="400579" y="2007317"/>
          <a:ext cx="5608112" cy="354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1973" tIns="0" rIns="211973" bIns="0" numCol="1" spcCol="1270" anchor="ctr" anchorCtr="0">
          <a:noAutofit/>
        </a:bodyPr>
        <a:lstStyle/>
        <a:p>
          <a:pPr marL="0" lvl="0" indent="0" algn="l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>
              <a:solidFill>
                <a:schemeClr val="bg1"/>
              </a:solidFill>
              <a:latin typeface="Arial"/>
              <a:ea typeface="+mn-ea"/>
              <a:cs typeface="+mn-cs"/>
            </a:rPr>
            <a:t>Core Modules:</a:t>
          </a:r>
        </a:p>
      </dsp:txBody>
      <dsp:txXfrm>
        <a:off x="417872" y="2024610"/>
        <a:ext cx="5573526" cy="319654"/>
      </dsp:txXfrm>
    </dsp:sp>
    <dsp:sp modelId="{C587F57A-E00C-42D8-B075-1C60A2810906}">
      <dsp:nvSpPr>
        <dsp:cNvPr id="0" name=""/>
        <dsp:cNvSpPr/>
      </dsp:nvSpPr>
      <dsp:spPr>
        <a:xfrm>
          <a:off x="0" y="3673758"/>
          <a:ext cx="8011589" cy="1247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21788" tIns="249936" rIns="621788" bIns="85344" numCol="1" spcCol="1270" anchor="t" anchorCtr="0">
          <a:noAutofit/>
        </a:bodyPr>
        <a:lstStyle/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>
              <a:solidFill>
                <a:schemeClr val="tx1"/>
              </a:solidFill>
              <a:latin typeface="Arial"/>
            </a:rPr>
            <a:t>Complete end to end booking</a:t>
          </a:r>
          <a:endParaRPr lang="en-US" sz="1200" kern="1200">
            <a:solidFill>
              <a:schemeClr val="tx1"/>
            </a:solidFill>
          </a:endParaRPr>
        </a:p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>
              <a:solidFill>
                <a:schemeClr val="tx1"/>
              </a:solidFill>
              <a:latin typeface="Arial"/>
            </a:rPr>
            <a:t>Process payments and refunds</a:t>
          </a:r>
        </a:p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>
              <a:solidFill>
                <a:schemeClr val="tx1"/>
              </a:solidFill>
              <a:latin typeface="Arial"/>
            </a:rPr>
            <a:t>Modify itineraries</a:t>
          </a:r>
        </a:p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>
              <a:solidFill>
                <a:schemeClr val="tx1"/>
              </a:solidFill>
              <a:latin typeface="Arial"/>
            </a:rPr>
            <a:t>Generate booking reports</a:t>
          </a:r>
        </a:p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>
              <a:solidFill>
                <a:schemeClr val="tx1"/>
              </a:solidFill>
              <a:latin typeface="Arial"/>
            </a:rPr>
            <a:t>Troubleshoot booking errors</a:t>
          </a:r>
        </a:p>
      </dsp:txBody>
      <dsp:txXfrm>
        <a:off x="0" y="3673758"/>
        <a:ext cx="8011589" cy="1247400"/>
      </dsp:txXfrm>
    </dsp:sp>
    <dsp:sp modelId="{68B89103-77F3-47FB-91A2-2B1896C26EC2}">
      <dsp:nvSpPr>
        <dsp:cNvPr id="0" name=""/>
        <dsp:cNvSpPr/>
      </dsp:nvSpPr>
      <dsp:spPr>
        <a:xfrm>
          <a:off x="400579" y="3496638"/>
          <a:ext cx="5608112" cy="354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1973" tIns="0" rIns="211973" bIns="0" numCol="1" spcCol="1270" anchor="ctr" anchorCtr="0">
          <a:noAutofit/>
        </a:bodyPr>
        <a:lstStyle/>
        <a:p>
          <a:pPr marL="0" lvl="0" indent="0" algn="l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>
              <a:solidFill>
                <a:schemeClr val="bg1"/>
              </a:solidFill>
              <a:latin typeface="Arial"/>
            </a:rPr>
            <a:t>Objectives:</a:t>
          </a:r>
        </a:p>
      </dsp:txBody>
      <dsp:txXfrm>
        <a:off x="417872" y="3513931"/>
        <a:ext cx="5573526" cy="31965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C7BF64-CD47-430D-944D-8349C57936BD}">
      <dsp:nvSpPr>
        <dsp:cNvPr id="0" name=""/>
        <dsp:cNvSpPr/>
      </dsp:nvSpPr>
      <dsp:spPr>
        <a:xfrm rot="16200000">
          <a:off x="-1017990" y="1020349"/>
          <a:ext cx="4356074" cy="2315374"/>
        </a:xfrm>
        <a:prstGeom prst="flowChartManualOperati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0" rIns="133477" bIns="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>
              <a:solidFill>
                <a:schemeClr val="bg1"/>
              </a:solidFill>
              <a:latin typeface="Aptos"/>
              <a:ea typeface="+mn-ea"/>
              <a:cs typeface="+mn-cs"/>
            </a:rPr>
            <a:t>Audience:</a:t>
          </a:r>
          <a:endParaRPr lang="en-US" sz="2100" b="1" kern="1200">
            <a:solidFill>
              <a:schemeClr val="bg1"/>
            </a:solidFill>
            <a:ea typeface="+mn-ea"/>
            <a:cs typeface="+mn-cs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0" kern="1200">
              <a:solidFill>
                <a:schemeClr val="bg1"/>
              </a:solidFill>
              <a:latin typeface="Aptos"/>
              <a:ea typeface="+mn-ea"/>
              <a:cs typeface="+mn-cs"/>
            </a:rPr>
            <a:t>Sponsor</a:t>
          </a:r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0" kern="1200">
              <a:solidFill>
                <a:schemeClr val="bg1"/>
              </a:solidFill>
              <a:latin typeface="Aptos"/>
              <a:ea typeface="+mn-ea"/>
              <a:cs typeface="+mn-cs"/>
            </a:rPr>
            <a:t>Support Staff</a:t>
          </a:r>
        </a:p>
      </dsp:txBody>
      <dsp:txXfrm rot="5400000">
        <a:off x="2360" y="871214"/>
        <a:ext cx="2315374" cy="2613644"/>
      </dsp:txXfrm>
    </dsp:sp>
    <dsp:sp modelId="{82029680-DA30-4919-8BE4-1E86166AE8BA}">
      <dsp:nvSpPr>
        <dsp:cNvPr id="0" name=""/>
        <dsp:cNvSpPr/>
      </dsp:nvSpPr>
      <dsp:spPr>
        <a:xfrm rot="16200000">
          <a:off x="1471037" y="1020349"/>
          <a:ext cx="4356074" cy="2315374"/>
        </a:xfrm>
        <a:prstGeom prst="flowChartManualOperati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0" rIns="133477" bIns="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>
              <a:solidFill>
                <a:schemeClr val="bg1"/>
              </a:solidFill>
              <a:latin typeface="Aptos"/>
              <a:ea typeface="+mn-ea"/>
              <a:cs typeface="+mn-cs"/>
            </a:rPr>
            <a:t>Objectives:</a:t>
          </a:r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0" kern="1200">
              <a:solidFill>
                <a:schemeClr val="bg1"/>
              </a:solidFill>
              <a:latin typeface="Aptos"/>
              <a:ea typeface="+mn-ea"/>
              <a:cs typeface="+mn-cs"/>
            </a:rPr>
            <a:t>Manage centralized customer records</a:t>
          </a:r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0" kern="1200">
              <a:solidFill>
                <a:schemeClr val="bg1"/>
              </a:solidFill>
              <a:latin typeface="Aptos"/>
              <a:ea typeface="+mn-ea"/>
              <a:cs typeface="+mn-cs"/>
            </a:rPr>
            <a:t>Monitor booking pipelines</a:t>
          </a:r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0" kern="1200">
              <a:solidFill>
                <a:schemeClr val="bg1"/>
              </a:solidFill>
              <a:latin typeface="Aptos"/>
              <a:ea typeface="+mn-ea"/>
              <a:cs typeface="+mn-cs"/>
            </a:rPr>
            <a:t>Configure automated follow ups</a:t>
          </a:r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0" kern="1200">
              <a:solidFill>
                <a:schemeClr val="bg1"/>
              </a:solidFill>
              <a:latin typeface="Aptos"/>
              <a:ea typeface="+mn-ea"/>
              <a:cs typeface="+mn-cs"/>
            </a:rPr>
            <a:t>Interpret analytics dashboards</a:t>
          </a:r>
        </a:p>
      </dsp:txBody>
      <dsp:txXfrm rot="5400000">
        <a:off x="2491387" y="871214"/>
        <a:ext cx="2315374" cy="2613644"/>
      </dsp:txXfrm>
    </dsp:sp>
    <dsp:sp modelId="{380B0170-84F4-4EED-844B-25716CBF090F}">
      <dsp:nvSpPr>
        <dsp:cNvPr id="0" name=""/>
        <dsp:cNvSpPr/>
      </dsp:nvSpPr>
      <dsp:spPr>
        <a:xfrm rot="16200000">
          <a:off x="3960064" y="1020349"/>
          <a:ext cx="4356074" cy="2315374"/>
        </a:xfrm>
        <a:prstGeom prst="flowChartManualOperati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0" rIns="133477" bIns="0" numCol="1" spcCol="1270" anchor="t" anchorCtr="0">
          <a:noAutofit/>
        </a:bodyPr>
        <a:lstStyle/>
        <a:p>
          <a:pPr marL="0" lvl="0" indent="0" algn="l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>
              <a:solidFill>
                <a:schemeClr val="bg1"/>
              </a:solidFill>
              <a:latin typeface="Aptos"/>
              <a:ea typeface="+mn-ea"/>
              <a:cs typeface="+mn-cs"/>
            </a:rPr>
            <a:t>Core Modules:</a:t>
          </a:r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0" kern="1200">
              <a:solidFill>
                <a:schemeClr val="bg1"/>
              </a:solidFill>
              <a:latin typeface="Aptos"/>
              <a:ea typeface="+mn-ea"/>
              <a:cs typeface="+mn-cs"/>
            </a:rPr>
            <a:t>Customer profile management</a:t>
          </a:r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0" kern="1200">
              <a:solidFill>
                <a:schemeClr val="bg1"/>
              </a:solidFill>
              <a:latin typeface="Aptos"/>
              <a:ea typeface="+mn-ea"/>
              <a:cs typeface="+mn-cs"/>
            </a:rPr>
            <a:t>Automation workflows</a:t>
          </a:r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0" kern="1200">
              <a:solidFill>
                <a:schemeClr val="bg1"/>
              </a:solidFill>
              <a:latin typeface="Aptos"/>
              <a:ea typeface="+mn-ea"/>
              <a:cs typeface="+mn-cs"/>
            </a:rPr>
            <a:t>CRM integration with booking system</a:t>
          </a:r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0" kern="1200">
              <a:solidFill>
                <a:schemeClr val="bg1"/>
              </a:solidFill>
              <a:latin typeface="Aptos"/>
              <a:ea typeface="+mn-ea"/>
              <a:cs typeface="+mn-cs"/>
            </a:rPr>
            <a:t>Reporting and analytics</a:t>
          </a:r>
        </a:p>
      </dsp:txBody>
      <dsp:txXfrm rot="5400000">
        <a:off x="4980414" y="871214"/>
        <a:ext cx="2315374" cy="2613644"/>
      </dsp:txXfrm>
    </dsp:sp>
    <dsp:sp modelId="{67F764E6-A14A-4040-AA9B-67E9A1DEE509}">
      <dsp:nvSpPr>
        <dsp:cNvPr id="0" name=""/>
        <dsp:cNvSpPr/>
      </dsp:nvSpPr>
      <dsp:spPr>
        <a:xfrm rot="16200000">
          <a:off x="6449092" y="1020349"/>
          <a:ext cx="4356074" cy="2315374"/>
        </a:xfrm>
        <a:prstGeom prst="flowChartManualOperati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0" rIns="133477" bIns="0" numCol="1" spcCol="1270" anchor="t" anchorCtr="0">
          <a:noAutofit/>
        </a:bodyPr>
        <a:lstStyle/>
        <a:p>
          <a:pPr marL="0" lvl="0" indent="0" algn="l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>
              <a:solidFill>
                <a:schemeClr val="bg1"/>
              </a:solidFill>
              <a:latin typeface="Aptos"/>
              <a:ea typeface="+mn-ea"/>
              <a:cs typeface="+mn-cs"/>
            </a:rPr>
            <a:t>Hands on Requirements:</a:t>
          </a:r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0" kern="1200">
              <a:solidFill>
                <a:schemeClr val="bg1"/>
              </a:solidFill>
              <a:latin typeface="Aptos"/>
              <a:ea typeface="+mn-ea"/>
              <a:cs typeface="+mn-cs"/>
            </a:rPr>
            <a:t>Create client profile, simulate booking sync, and trigger automation rule</a:t>
          </a:r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0" kern="1200"/>
            <a:t>Confirm booking data automatically populates CRM fields</a:t>
          </a:r>
          <a:endParaRPr lang="en-US" sz="1600" b="0" kern="1200">
            <a:latin typeface="Aptos"/>
            <a:ea typeface="+mn-ea"/>
            <a:cs typeface="+mn-cs"/>
          </a:endParaRPr>
        </a:p>
      </dsp:txBody>
      <dsp:txXfrm rot="5400000">
        <a:off x="7469442" y="871214"/>
        <a:ext cx="2315374" cy="261364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97BC4E7-349C-4013-9C5E-3DE13A2FE09F}">
      <dsp:nvSpPr>
        <dsp:cNvPr id="0" name=""/>
        <dsp:cNvSpPr/>
      </dsp:nvSpPr>
      <dsp:spPr>
        <a:xfrm>
          <a:off x="0" y="105914"/>
          <a:ext cx="11211241" cy="4668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>
              <a:latin typeface="Aptos"/>
            </a:rPr>
            <a:t>Audience:</a:t>
          </a:r>
        </a:p>
      </dsp:txBody>
      <dsp:txXfrm>
        <a:off x="22789" y="128703"/>
        <a:ext cx="11165663" cy="421252"/>
      </dsp:txXfrm>
    </dsp:sp>
    <dsp:sp modelId="{709D38D5-A42E-4468-9F4D-DFB3F0FB7581}">
      <dsp:nvSpPr>
        <dsp:cNvPr id="0" name=""/>
        <dsp:cNvSpPr/>
      </dsp:nvSpPr>
      <dsp:spPr>
        <a:xfrm>
          <a:off x="0" y="572744"/>
          <a:ext cx="11211241" cy="5211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957" tIns="24130" rIns="135128" bIns="2413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500" kern="1200">
              <a:latin typeface="Aptos"/>
            </a:rPr>
            <a:t>Sponsor</a:t>
          </a:r>
          <a:endParaRPr lang="en-US" sz="1500" kern="1200"/>
        </a:p>
        <a:p>
          <a:pPr marL="114300" lvl="1" indent="-114300" algn="l" defTabSz="6667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500" kern="1200">
              <a:latin typeface="Aptos"/>
            </a:rPr>
            <a:t>Support Staff</a:t>
          </a:r>
        </a:p>
      </dsp:txBody>
      <dsp:txXfrm>
        <a:off x="0" y="572744"/>
        <a:ext cx="11211241" cy="521122"/>
      </dsp:txXfrm>
    </dsp:sp>
    <dsp:sp modelId="{96EB507A-508E-4C0B-90B5-5CFA20C6CDBE}">
      <dsp:nvSpPr>
        <dsp:cNvPr id="0" name=""/>
        <dsp:cNvSpPr/>
      </dsp:nvSpPr>
      <dsp:spPr>
        <a:xfrm>
          <a:off x="0" y="1093866"/>
          <a:ext cx="11211241" cy="4668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>
              <a:latin typeface="Aptos"/>
            </a:rPr>
            <a:t>Objectives</a:t>
          </a:r>
        </a:p>
      </dsp:txBody>
      <dsp:txXfrm>
        <a:off x="22789" y="1116655"/>
        <a:ext cx="11165663" cy="421252"/>
      </dsp:txXfrm>
    </dsp:sp>
    <dsp:sp modelId="{698F9EE8-A064-48F0-8FC7-EDD50616FAC5}">
      <dsp:nvSpPr>
        <dsp:cNvPr id="0" name=""/>
        <dsp:cNvSpPr/>
      </dsp:nvSpPr>
      <dsp:spPr>
        <a:xfrm>
          <a:off x="0" y="1560696"/>
          <a:ext cx="11211241" cy="10422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957" tIns="24130" rIns="135128" bIns="24130" numCol="1" spcCol="1270" anchor="t" anchorCtr="0">
          <a:noAutofit/>
        </a:bodyPr>
        <a:lstStyle/>
        <a:p>
          <a:pPr marL="114300" lvl="1" indent="-114300" algn="l" defTabSz="6667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500" kern="1200">
              <a:latin typeface="Aptos"/>
            </a:rPr>
            <a:t>Manage</a:t>
          </a:r>
          <a:r>
            <a:rPr lang="en-US" sz="1500" b="0" kern="1200">
              <a:latin typeface="Aptos"/>
            </a:rPr>
            <a:t> chatbot logic</a:t>
          </a:r>
          <a:endParaRPr lang="en-US" sz="1500" b="1" kern="1200">
            <a:latin typeface="Aptos"/>
          </a:endParaRPr>
        </a:p>
        <a:p>
          <a:pPr marL="114300" lvl="1" indent="-114300" algn="l" defTabSz="6667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500" kern="1200">
              <a:latin typeface="Aptos"/>
            </a:rPr>
            <a:t>Monitor</a:t>
          </a:r>
          <a:r>
            <a:rPr lang="en-US" sz="1500" b="0" kern="1200">
              <a:latin typeface="Aptos"/>
            </a:rPr>
            <a:t> AI performance</a:t>
          </a:r>
          <a:endParaRPr lang="en-US" sz="1500" b="1" kern="1200">
            <a:latin typeface="Aptos"/>
          </a:endParaRPr>
        </a:p>
        <a:p>
          <a:pPr marL="114300" lvl="1" indent="-114300" algn="l" defTabSz="6667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500" kern="1200">
              <a:latin typeface="Aptos"/>
            </a:rPr>
            <a:t>Validate CRM lead capture</a:t>
          </a:r>
        </a:p>
        <a:p>
          <a:pPr marL="114300" lvl="1" indent="-114300" algn="l" defTabSz="6667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500" b="0" kern="1200">
              <a:latin typeface="Aptos"/>
            </a:rPr>
            <a:t>Execute escalation process</a:t>
          </a:r>
        </a:p>
      </dsp:txBody>
      <dsp:txXfrm>
        <a:off x="0" y="1560696"/>
        <a:ext cx="11211241" cy="1042245"/>
      </dsp:txXfrm>
    </dsp:sp>
    <dsp:sp modelId="{8C082C88-B79D-4362-8BAE-AA90DE9123EF}">
      <dsp:nvSpPr>
        <dsp:cNvPr id="0" name=""/>
        <dsp:cNvSpPr/>
      </dsp:nvSpPr>
      <dsp:spPr>
        <a:xfrm>
          <a:off x="0" y="2602941"/>
          <a:ext cx="11211241" cy="4668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>
              <a:latin typeface="Aptos"/>
            </a:rPr>
            <a:t>Core Modules:</a:t>
          </a:r>
        </a:p>
      </dsp:txBody>
      <dsp:txXfrm>
        <a:off x="22789" y="2625730"/>
        <a:ext cx="11165663" cy="421252"/>
      </dsp:txXfrm>
    </dsp:sp>
    <dsp:sp modelId="{8ED1B9D8-2889-445D-B422-4103C71E2170}">
      <dsp:nvSpPr>
        <dsp:cNvPr id="0" name=""/>
        <dsp:cNvSpPr/>
      </dsp:nvSpPr>
      <dsp:spPr>
        <a:xfrm>
          <a:off x="0" y="3069771"/>
          <a:ext cx="11211241" cy="10422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957" tIns="24130" rIns="135128" bIns="24130" numCol="1" spcCol="1270" anchor="t" anchorCtr="0">
          <a:noAutofit/>
        </a:bodyPr>
        <a:lstStyle/>
        <a:p>
          <a:pPr marL="114300" lvl="1" indent="-114300" algn="l" defTabSz="6667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500" b="0" kern="1200">
              <a:latin typeface="Aptos"/>
            </a:rPr>
            <a:t>AI workflow and response logic</a:t>
          </a:r>
        </a:p>
        <a:p>
          <a:pPr marL="114300" lvl="1" indent="-114300" algn="l" defTabSz="6667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500" b="0" kern="1200">
              <a:latin typeface="Aptos"/>
            </a:rPr>
            <a:t>Lead capture and CRM sync</a:t>
          </a:r>
        </a:p>
        <a:p>
          <a:pPr marL="114300" lvl="1" indent="-114300" algn="l" defTabSz="6667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500" b="0" kern="1200">
              <a:latin typeface="Aptos"/>
            </a:rPr>
            <a:t>Escalation procedures</a:t>
          </a:r>
        </a:p>
        <a:p>
          <a:pPr marL="114300" lvl="1" indent="-114300" algn="l" defTabSz="6667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500" b="0" kern="1200">
              <a:latin typeface="Aptos"/>
            </a:rPr>
            <a:t>KPI monitoring</a:t>
          </a:r>
        </a:p>
      </dsp:txBody>
      <dsp:txXfrm>
        <a:off x="0" y="3069771"/>
        <a:ext cx="11211241" cy="1042245"/>
      </dsp:txXfrm>
    </dsp:sp>
    <dsp:sp modelId="{4DD3A687-5D17-427A-AB2B-297D4575AAFC}">
      <dsp:nvSpPr>
        <dsp:cNvPr id="0" name=""/>
        <dsp:cNvSpPr/>
      </dsp:nvSpPr>
      <dsp:spPr>
        <a:xfrm>
          <a:off x="0" y="4112016"/>
          <a:ext cx="11211241" cy="4668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>
              <a:latin typeface="Aptos"/>
            </a:rPr>
            <a:t>Hands on Requirement:</a:t>
          </a:r>
        </a:p>
      </dsp:txBody>
      <dsp:txXfrm>
        <a:off x="22789" y="4134805"/>
        <a:ext cx="11165663" cy="421252"/>
      </dsp:txXfrm>
    </dsp:sp>
    <dsp:sp modelId="{46A00066-7343-4263-8BFA-01ED14C9058F}">
      <dsp:nvSpPr>
        <dsp:cNvPr id="0" name=""/>
        <dsp:cNvSpPr/>
      </dsp:nvSpPr>
      <dsp:spPr>
        <a:xfrm>
          <a:off x="0" y="4578846"/>
          <a:ext cx="11211241" cy="314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957" tIns="24130" rIns="135128" bIns="24130" numCol="1" spcCol="1270" anchor="t" anchorCtr="0">
          <a:noAutofit/>
        </a:bodyPr>
        <a:lstStyle/>
        <a:p>
          <a:pPr marL="114300" lvl="1" indent="-114300" algn="l" defTabSz="6667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500" kern="1200">
              <a:latin typeface="Aptos"/>
            </a:rPr>
            <a:t>Simulate </a:t>
          </a:r>
          <a:r>
            <a:rPr lang="en-US" sz="1500" kern="1200">
              <a:latin typeface="Aptos"/>
              <a:cs typeface="Arial"/>
            </a:rPr>
            <a:t>inquiry, confirm CRM lead creation, then test the escalation</a:t>
          </a:r>
          <a:endParaRPr lang="en-US" sz="1500" kern="1200">
            <a:latin typeface="Arial"/>
            <a:cs typeface="Arial"/>
          </a:endParaRPr>
        </a:p>
      </dsp:txBody>
      <dsp:txXfrm>
        <a:off x="0" y="4578846"/>
        <a:ext cx="11211241" cy="31464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850DD3-4064-4D26-9C64-EB2DAF23F921}">
      <dsp:nvSpPr>
        <dsp:cNvPr id="0" name=""/>
        <dsp:cNvSpPr/>
      </dsp:nvSpPr>
      <dsp:spPr>
        <a:xfrm>
          <a:off x="47" y="305353"/>
          <a:ext cx="4587036" cy="7776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2024" tIns="109728" rIns="192024" bIns="109728" numCol="1" spcCol="1270" anchor="ctr" anchorCtr="0">
          <a:noAutofit/>
        </a:bodyPr>
        <a:lstStyle/>
        <a:p>
          <a:pPr marL="0" lvl="0" indent="0" algn="ctr" defTabSz="1200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>
              <a:latin typeface="Arial"/>
            </a:rPr>
            <a:t>Delivery Format:</a:t>
          </a:r>
          <a:endParaRPr lang="en-US" sz="2700" b="1" kern="1200"/>
        </a:p>
      </dsp:txBody>
      <dsp:txXfrm>
        <a:off x="47" y="305353"/>
        <a:ext cx="4587036" cy="777600"/>
      </dsp:txXfrm>
    </dsp:sp>
    <dsp:sp modelId="{EE9D82FC-2D3E-4943-8246-BAC9B6174635}">
      <dsp:nvSpPr>
        <dsp:cNvPr id="0" name=""/>
        <dsp:cNvSpPr/>
      </dsp:nvSpPr>
      <dsp:spPr>
        <a:xfrm>
          <a:off x="47" y="1082953"/>
          <a:ext cx="4587036" cy="350193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018" tIns="144018" rIns="192024" bIns="216027" numCol="1" spcCol="1270" anchor="t" anchorCtr="0">
          <a:noAutofit/>
        </a:bodyPr>
        <a:lstStyle/>
        <a:p>
          <a:pPr marL="228600" lvl="1" indent="-228600" algn="l" defTabSz="12001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>
              <a:latin typeface="Arial"/>
            </a:rPr>
            <a:t>Guided system walkthrough</a:t>
          </a:r>
          <a:endParaRPr lang="en-US" sz="2700" kern="1200"/>
        </a:p>
        <a:p>
          <a:pPr marL="228600" lvl="1" indent="-228600" algn="l" defTabSz="12001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>
              <a:latin typeface="Arial"/>
            </a:rPr>
            <a:t>Scenario based simulations</a:t>
          </a:r>
          <a:endParaRPr lang="en-US" sz="2700" kern="1200"/>
        </a:p>
        <a:p>
          <a:pPr marL="228600" lvl="1" indent="-228600" algn="l" defTabSz="12001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>
              <a:latin typeface="Arial"/>
            </a:rPr>
            <a:t>Recorded sessions for archive</a:t>
          </a:r>
          <a:endParaRPr lang="en-US" sz="2700" kern="1200"/>
        </a:p>
      </dsp:txBody>
      <dsp:txXfrm>
        <a:off x="47" y="1082953"/>
        <a:ext cx="4587036" cy="3501933"/>
      </dsp:txXfrm>
    </dsp:sp>
    <dsp:sp modelId="{D3AA2D0A-2136-44D4-9B96-E1336AFC95ED}">
      <dsp:nvSpPr>
        <dsp:cNvPr id="0" name=""/>
        <dsp:cNvSpPr/>
      </dsp:nvSpPr>
      <dsp:spPr>
        <a:xfrm>
          <a:off x="5229270" y="305353"/>
          <a:ext cx="4587036" cy="7776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2024" tIns="109728" rIns="192024" bIns="109728" numCol="1" spcCol="1270" anchor="ctr" anchorCtr="0">
          <a:noAutofit/>
        </a:bodyPr>
        <a:lstStyle/>
        <a:p>
          <a:pPr marL="0" lvl="0" indent="0" algn="ctr" defTabSz="1200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>
              <a:latin typeface="Arial"/>
            </a:rPr>
            <a:t>Documentation Includes:</a:t>
          </a:r>
          <a:endParaRPr lang="en-US" sz="2700" b="1" kern="1200"/>
        </a:p>
      </dsp:txBody>
      <dsp:txXfrm>
        <a:off x="5229270" y="305353"/>
        <a:ext cx="4587036" cy="777600"/>
      </dsp:txXfrm>
    </dsp:sp>
    <dsp:sp modelId="{AF96AE4D-D265-4DCE-8487-76B914925F93}">
      <dsp:nvSpPr>
        <dsp:cNvPr id="0" name=""/>
        <dsp:cNvSpPr/>
      </dsp:nvSpPr>
      <dsp:spPr>
        <a:xfrm>
          <a:off x="5229270" y="1082953"/>
          <a:ext cx="4587036" cy="350193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018" tIns="144018" rIns="192024" bIns="216027" numCol="1" spcCol="1270" anchor="t" anchorCtr="0">
          <a:noAutofit/>
        </a:bodyPr>
        <a:lstStyle/>
        <a:p>
          <a:pPr marL="228600" lvl="1" indent="-228600" algn="l" defTabSz="12001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>
              <a:latin typeface="Arial"/>
            </a:rPr>
            <a:t>Structured training manual</a:t>
          </a:r>
          <a:endParaRPr lang="en-US" sz="2700" kern="1200"/>
        </a:p>
        <a:p>
          <a:pPr marL="228600" lvl="1" indent="-228600" algn="l" defTabSz="12001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>
              <a:latin typeface="Arial"/>
            </a:rPr>
            <a:t>Role based instructions</a:t>
          </a:r>
        </a:p>
        <a:p>
          <a:pPr marL="228600" lvl="1" indent="-228600" algn="l" defTabSz="12001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>
              <a:latin typeface="Arial"/>
            </a:rPr>
            <a:t>Step-by-step screenshots</a:t>
          </a:r>
        </a:p>
        <a:p>
          <a:pPr marL="228600" lvl="1" indent="-228600" algn="l" defTabSz="12001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>
              <a:latin typeface="Arial"/>
            </a:rPr>
            <a:t>Troubleshooting guide</a:t>
          </a:r>
        </a:p>
        <a:p>
          <a:pPr marL="228600" lvl="1" indent="-228600" algn="l" defTabSz="12001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>
              <a:latin typeface="Arial"/>
            </a:rPr>
            <a:t>Reference sheets</a:t>
          </a:r>
        </a:p>
        <a:p>
          <a:pPr marL="228600" lvl="1" indent="-228600" algn="l" defTabSz="12001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 err="1">
              <a:latin typeface="Arial"/>
            </a:rPr>
            <a:t>Sharepoint</a:t>
          </a:r>
          <a:r>
            <a:rPr lang="en-US" sz="2700" kern="1200">
              <a:latin typeface="Arial"/>
            </a:rPr>
            <a:t> version control (reusable for future employees)</a:t>
          </a:r>
        </a:p>
      </dsp:txBody>
      <dsp:txXfrm>
        <a:off x="5229270" y="1082953"/>
        <a:ext cx="4587036" cy="3501933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0A67B6-E565-45B4-9D35-66E942EDE3B4}">
      <dsp:nvSpPr>
        <dsp:cNvPr id="0" name=""/>
        <dsp:cNvSpPr/>
      </dsp:nvSpPr>
      <dsp:spPr>
        <a:xfrm>
          <a:off x="2379683" y="1506152"/>
          <a:ext cx="51568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15689" y="45720"/>
              </a:lnTo>
            </a:path>
          </a:pathLst>
        </a:custGeom>
        <a:noFill/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623870" y="1549141"/>
        <a:ext cx="27314" cy="5462"/>
      </dsp:txXfrm>
    </dsp:sp>
    <dsp:sp modelId="{B99F75AB-43F1-48CC-9FFF-5B806273BED2}">
      <dsp:nvSpPr>
        <dsp:cNvPr id="0" name=""/>
        <dsp:cNvSpPr/>
      </dsp:nvSpPr>
      <dsp:spPr>
        <a:xfrm>
          <a:off x="6309" y="839320"/>
          <a:ext cx="2375173" cy="142510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84912" rIns="184912" bIns="184912" numCol="1" spcCol="1270" anchor="ctr" anchorCtr="0">
          <a:noAutofit/>
        </a:bodyPr>
        <a:lstStyle/>
        <a:p>
          <a:pPr marL="0" lvl="0" indent="0" algn="ctr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>
              <a:latin typeface="Arial"/>
            </a:rPr>
            <a:t>April 6 - Booking System</a:t>
          </a:r>
          <a:endParaRPr lang="en-US" sz="2600" kern="1200"/>
        </a:p>
      </dsp:txBody>
      <dsp:txXfrm>
        <a:off x="6309" y="839320"/>
        <a:ext cx="2375173" cy="1425104"/>
      </dsp:txXfrm>
    </dsp:sp>
    <dsp:sp modelId="{602F0175-1D77-44A1-84AA-A93ABAFBF016}">
      <dsp:nvSpPr>
        <dsp:cNvPr id="0" name=""/>
        <dsp:cNvSpPr/>
      </dsp:nvSpPr>
      <dsp:spPr>
        <a:xfrm>
          <a:off x="5301146" y="1506152"/>
          <a:ext cx="51568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15689" y="45720"/>
              </a:lnTo>
            </a:path>
          </a:pathLst>
        </a:custGeom>
        <a:noFill/>
        <a:ln w="9525" cap="flat" cmpd="sng" algn="ctr">
          <a:solidFill>
            <a:schemeClr val="accent3">
              <a:hueOff val="3750088"/>
              <a:satOff val="-5627"/>
              <a:lumOff val="-915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545334" y="1549141"/>
        <a:ext cx="27314" cy="5462"/>
      </dsp:txXfrm>
    </dsp:sp>
    <dsp:sp modelId="{B1D2CDF1-FD03-4D4A-85EC-AA9DBF264337}">
      <dsp:nvSpPr>
        <dsp:cNvPr id="0" name=""/>
        <dsp:cNvSpPr/>
      </dsp:nvSpPr>
      <dsp:spPr>
        <a:xfrm>
          <a:off x="2927773" y="839320"/>
          <a:ext cx="2375173" cy="1425104"/>
        </a:xfrm>
        <a:prstGeom prst="rect">
          <a:avLst/>
        </a:prstGeom>
        <a:solidFill>
          <a:schemeClr val="accent3">
            <a:hueOff val="2812566"/>
            <a:satOff val="-4220"/>
            <a:lumOff val="-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84912" rIns="184912" bIns="184912" numCol="1" spcCol="1270" anchor="ctr" anchorCtr="0">
          <a:noAutofit/>
        </a:bodyPr>
        <a:lstStyle/>
        <a:p>
          <a:pPr marL="0" lvl="0" indent="0" algn="ctr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>
              <a:latin typeface="Arial"/>
            </a:rPr>
            <a:t> April 8 - CRM</a:t>
          </a:r>
          <a:endParaRPr lang="en-US" sz="2600" kern="1200"/>
        </a:p>
      </dsp:txBody>
      <dsp:txXfrm>
        <a:off x="2927773" y="839320"/>
        <a:ext cx="2375173" cy="1425104"/>
      </dsp:txXfrm>
    </dsp:sp>
    <dsp:sp modelId="{E91ECF23-4968-497D-AD09-C60274F3F20A}">
      <dsp:nvSpPr>
        <dsp:cNvPr id="0" name=""/>
        <dsp:cNvSpPr/>
      </dsp:nvSpPr>
      <dsp:spPr>
        <a:xfrm>
          <a:off x="1193896" y="2262624"/>
          <a:ext cx="5842927" cy="515689"/>
        </a:xfrm>
        <a:custGeom>
          <a:avLst/>
          <a:gdLst/>
          <a:ahLst/>
          <a:cxnLst/>
          <a:rect l="0" t="0" r="0" b="0"/>
          <a:pathLst>
            <a:path>
              <a:moveTo>
                <a:pt x="5842927" y="0"/>
              </a:moveTo>
              <a:lnTo>
                <a:pt x="5842927" y="274944"/>
              </a:lnTo>
              <a:lnTo>
                <a:pt x="0" y="274944"/>
              </a:lnTo>
              <a:lnTo>
                <a:pt x="0" y="515689"/>
              </a:lnTo>
            </a:path>
          </a:pathLst>
        </a:custGeom>
        <a:noFill/>
        <a:ln w="9525" cap="flat" cmpd="sng" algn="ctr">
          <a:solidFill>
            <a:schemeClr val="accent3">
              <a:hueOff val="7500176"/>
              <a:satOff val="-11253"/>
              <a:lumOff val="-183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968649" y="2517738"/>
        <a:ext cx="293420" cy="5462"/>
      </dsp:txXfrm>
    </dsp:sp>
    <dsp:sp modelId="{878E0709-2F1C-4BFB-AAED-A2CD27B37D2A}">
      <dsp:nvSpPr>
        <dsp:cNvPr id="0" name=""/>
        <dsp:cNvSpPr/>
      </dsp:nvSpPr>
      <dsp:spPr>
        <a:xfrm>
          <a:off x="5849236" y="839320"/>
          <a:ext cx="2375173" cy="1425104"/>
        </a:xfrm>
        <a:prstGeom prst="rect">
          <a:avLst/>
        </a:prstGeom>
        <a:solidFill>
          <a:schemeClr val="accent3">
            <a:hueOff val="5625132"/>
            <a:satOff val="-8440"/>
            <a:lumOff val="-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84912" rIns="184912" bIns="184912" numCol="1" spcCol="1270" anchor="ctr" anchorCtr="0">
          <a:noAutofit/>
        </a:bodyPr>
        <a:lstStyle/>
        <a:p>
          <a:pPr marL="0" lvl="0" indent="0" algn="ctr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>
              <a:latin typeface="Arial"/>
            </a:rPr>
            <a:t>April 9 - AI + Integration</a:t>
          </a:r>
          <a:endParaRPr lang="en-US" sz="2600" kern="1200"/>
        </a:p>
      </dsp:txBody>
      <dsp:txXfrm>
        <a:off x="5849236" y="839320"/>
        <a:ext cx="2375173" cy="1425104"/>
      </dsp:txXfrm>
    </dsp:sp>
    <dsp:sp modelId="{3B5D79A0-5F4D-43AF-A631-0D0D44AAA7D9}">
      <dsp:nvSpPr>
        <dsp:cNvPr id="0" name=""/>
        <dsp:cNvSpPr/>
      </dsp:nvSpPr>
      <dsp:spPr>
        <a:xfrm>
          <a:off x="2379683" y="3477546"/>
          <a:ext cx="51568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15689" y="45720"/>
              </a:lnTo>
            </a:path>
          </a:pathLst>
        </a:custGeom>
        <a:noFill/>
        <a:ln w="9525" cap="flat" cmpd="sng" algn="ctr">
          <a:solidFill>
            <a:schemeClr val="accent3">
              <a:hueOff val="11250264"/>
              <a:satOff val="-16880"/>
              <a:lumOff val="-2745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623870" y="3520535"/>
        <a:ext cx="27314" cy="5462"/>
      </dsp:txXfrm>
    </dsp:sp>
    <dsp:sp modelId="{9B87A89F-5308-4E9A-BCB7-8175CB3A4C48}">
      <dsp:nvSpPr>
        <dsp:cNvPr id="0" name=""/>
        <dsp:cNvSpPr/>
      </dsp:nvSpPr>
      <dsp:spPr>
        <a:xfrm>
          <a:off x="6309" y="2810714"/>
          <a:ext cx="2375173" cy="1425104"/>
        </a:xfrm>
        <a:prstGeom prst="rect">
          <a:avLst/>
        </a:prstGeom>
        <a:solidFill>
          <a:schemeClr val="accent3">
            <a:hueOff val="8437698"/>
            <a:satOff val="-12660"/>
            <a:lumOff val="-205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84912" rIns="184912" bIns="184912" numCol="1" spcCol="1270" anchor="ctr" anchorCtr="0">
          <a:noAutofit/>
        </a:bodyPr>
        <a:lstStyle/>
        <a:p>
          <a:pPr marL="0" lvl="0" indent="0" algn="ctr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>
              <a:latin typeface="Arial"/>
            </a:rPr>
            <a:t>April 11 - Full System Simulation</a:t>
          </a:r>
          <a:endParaRPr lang="en-US" sz="2600" kern="1200"/>
        </a:p>
      </dsp:txBody>
      <dsp:txXfrm>
        <a:off x="6309" y="2810714"/>
        <a:ext cx="2375173" cy="1425104"/>
      </dsp:txXfrm>
    </dsp:sp>
    <dsp:sp modelId="{F317C76F-DA41-45C8-8C43-8CBA2B0A1E6A}">
      <dsp:nvSpPr>
        <dsp:cNvPr id="0" name=""/>
        <dsp:cNvSpPr/>
      </dsp:nvSpPr>
      <dsp:spPr>
        <a:xfrm>
          <a:off x="2927773" y="2810714"/>
          <a:ext cx="2375173" cy="1425104"/>
        </a:xfrm>
        <a:prstGeom prst="rect">
          <a:avLst/>
        </a:prstGeom>
        <a:solidFill>
          <a:schemeClr val="accent3">
            <a:hueOff val="11250264"/>
            <a:satOff val="-16880"/>
            <a:lumOff val="-274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84912" rIns="184912" bIns="184912" numCol="1" spcCol="1270" anchor="ctr" anchorCtr="0">
          <a:noAutofit/>
        </a:bodyPr>
        <a:lstStyle/>
        <a:p>
          <a:pPr marL="0" lvl="0" indent="0" algn="ctr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>
              <a:latin typeface="Arial"/>
            </a:rPr>
            <a:t> April 12 - Sponsor Validation </a:t>
          </a:r>
          <a:endParaRPr lang="en-US" sz="2600" kern="1200"/>
        </a:p>
      </dsp:txBody>
      <dsp:txXfrm>
        <a:off x="2927773" y="2810714"/>
        <a:ext cx="2375173" cy="142510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3">
  <dgm:title val=""/>
  <dgm:desc val=""/>
  <dgm:catLst>
    <dgm:cat type="list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5" srcId="0" destId="1" srcOrd="0" destOrd="0"/>
        <dgm:cxn modelId="6" srcId="1" destId="2" srcOrd="0" destOrd="0"/>
        <dgm:cxn modelId="7" srcId="1" destId="3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6" srcId="0" destId="1" srcOrd="0" destOrd="0"/>
        <dgm:cxn modelId="7" srcId="1" destId="2" srcOrd="0" destOrd="0"/>
        <dgm:cxn modelId="8" srcId="1" destId="3" srcOrd="1" destOrd="0"/>
        <dgm:cxn modelId="9" srcId="1" destId="4" srcOrd="2" destOrd="0"/>
        <dgm:cxn modelId="10" srcId="1" destId="5" srcOrd="3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roof" refType="w"/>
      <dgm:constr type="h" for="ch" forName="roof" refType="h" fact="0.3"/>
      <dgm:constr type="primFontSz" for="ch" forName="roof" val="65"/>
      <dgm:constr type="w" for="ch" forName="pillars" refType="w"/>
      <dgm:constr type="h" for="ch" forName="pillars" refType="h" fact="0.63"/>
      <dgm:constr type="t" for="ch" forName="pillars" refType="h" fact="0.3"/>
      <dgm:constr type="primFontSz" for="des" forName="pillar1" val="65"/>
      <dgm:constr type="primFontSz" for="des" forName="pillarX" refType="primFontSz" refFor="des" refForName="pillar1" op="equ"/>
      <dgm:constr type="w" for="ch" forName="base" refType="w"/>
      <dgm:constr type="h" for="ch" forName="base" refType="h" fact="0.07"/>
      <dgm:constr type="t" for="ch" forName="base" refType="h" fact="0.93"/>
    </dgm:constrLst>
    <dgm:ruleLst/>
    <dgm:forEach name="Name0" axis="ch" ptType="node" cnt="1">
      <dgm:layoutNode name="roof" styleLbl="dkBgShp">
        <dgm:alg type="tx"/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pillars" styleLbl="node1">
        <dgm:choose name="Name1">
          <dgm:if name="Name2" func="var" arg="dir" op="equ" val="norm">
            <dgm:alg type="lin">
              <dgm:param type="linDir" val="fromL"/>
            </dgm:alg>
          </dgm:if>
          <dgm:else name="Name3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illar1" refType="w"/>
          <dgm:constr type="h" for="ch" forName="pillar1" refType="h"/>
          <dgm:constr type="w" for="ch" forName="pillarX" refType="w"/>
          <dgm:constr type="h" for="ch" forName="pillarX" refType="h"/>
        </dgm:constrLst>
        <dgm:ruleLst/>
        <dgm:layoutNode name="pillar1" styleLbl="node1">
          <dgm:varLst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forEach name="Name4" axis="ch" ptType="node" st="2">
          <dgm:layoutNode name="pillarX" styleLbl="node1">
            <dgm:varLst>
              <dgm:bulletEnabled val="1"/>
            </dgm:varLst>
            <dgm:alg type="tx"/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forEach>
      </dgm:layoutNode>
      <dgm:layoutNode name="base" styleLbl="dkBgShp">
        <dgm:alg type="sp"/>
        <dgm:shape xmlns:r="http://schemas.openxmlformats.org/officeDocument/2006/relationships" type="rect" r:blip="">
          <dgm:adjLst/>
        </dgm:shape>
        <dgm:presOf/>
        <dgm:constrLst/>
        <dgm:ruleLst/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3">
  <dgm:title val=""/>
  <dgm:desc val=""/>
  <dgm:catLst>
    <dgm:cat type="list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5" srcId="0" destId="1" srcOrd="0" destOrd="0"/>
        <dgm:cxn modelId="6" srcId="1" destId="2" srcOrd="0" destOrd="0"/>
        <dgm:cxn modelId="7" srcId="1" destId="3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6" srcId="0" destId="1" srcOrd="0" destOrd="0"/>
        <dgm:cxn modelId="7" srcId="1" destId="2" srcOrd="0" destOrd="0"/>
        <dgm:cxn modelId="8" srcId="1" destId="3" srcOrd="1" destOrd="0"/>
        <dgm:cxn modelId="9" srcId="1" destId="4" srcOrd="2" destOrd="0"/>
        <dgm:cxn modelId="10" srcId="1" destId="5" srcOrd="3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roof" refType="w"/>
      <dgm:constr type="h" for="ch" forName="roof" refType="h" fact="0.3"/>
      <dgm:constr type="primFontSz" for="ch" forName="roof" val="65"/>
      <dgm:constr type="w" for="ch" forName="pillars" refType="w"/>
      <dgm:constr type="h" for="ch" forName="pillars" refType="h" fact="0.63"/>
      <dgm:constr type="t" for="ch" forName="pillars" refType="h" fact="0.3"/>
      <dgm:constr type="primFontSz" for="des" forName="pillar1" val="65"/>
      <dgm:constr type="primFontSz" for="des" forName="pillarX" refType="primFontSz" refFor="des" refForName="pillar1" op="equ"/>
      <dgm:constr type="w" for="ch" forName="base" refType="w"/>
      <dgm:constr type="h" for="ch" forName="base" refType="h" fact="0.07"/>
      <dgm:constr type="t" for="ch" forName="base" refType="h" fact="0.93"/>
    </dgm:constrLst>
    <dgm:ruleLst/>
    <dgm:forEach name="Name0" axis="ch" ptType="node" cnt="1">
      <dgm:layoutNode name="roof" styleLbl="dkBgShp">
        <dgm:alg type="tx"/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pillars" styleLbl="node1">
        <dgm:choose name="Name1">
          <dgm:if name="Name2" func="var" arg="dir" op="equ" val="norm">
            <dgm:alg type="lin">
              <dgm:param type="linDir" val="fromL"/>
            </dgm:alg>
          </dgm:if>
          <dgm:else name="Name3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illar1" refType="w"/>
          <dgm:constr type="h" for="ch" forName="pillar1" refType="h"/>
          <dgm:constr type="w" for="ch" forName="pillarX" refType="w"/>
          <dgm:constr type="h" for="ch" forName="pillarX" refType="h"/>
        </dgm:constrLst>
        <dgm:ruleLst/>
        <dgm:layoutNode name="pillar1" styleLbl="node1">
          <dgm:varLst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forEach name="Name4" axis="ch" ptType="node" st="2">
          <dgm:layoutNode name="pillarX" styleLbl="node1">
            <dgm:varLst>
              <dgm:bulletEnabled val="1"/>
            </dgm:varLst>
            <dgm:alg type="tx"/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forEach>
      </dgm:layoutNode>
      <dgm:layoutNode name="base" styleLbl="dkBgShp">
        <dgm:alg type="sp"/>
        <dgm:shape xmlns:r="http://schemas.openxmlformats.org/officeDocument/2006/relationships" type="rect" r:blip="">
          <dgm:adjLst/>
        </dgm:shape>
        <dgm:presOf/>
        <dgm:constrLst/>
        <dgm:ruleLst/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List6">
  <dgm:title val=""/>
  <dgm:desc val=""/>
  <dgm:catLst>
    <dgm:cat type="list" pri="1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ptType="node" refType="h"/>
      <dgm:constr type="w" for="ch" ptType="node" refType="w"/>
      <dgm:constr type="primFontSz" for="ch" ptType="node" op="equ"/>
      <dgm:constr type="w" for="ch" forName="sibTrans" refType="w" fact="0.075"/>
    </dgm:constrLst>
    <dgm:ruleLst/>
    <dgm:forEach name="nodesForEach" axis="ch" ptType="node">
      <dgm:layoutNode name="node">
        <dgm:varLst>
          <dgm:bulletEnabled val="1"/>
        </dgm:varLst>
        <dgm:alg type="tx"/>
        <dgm:choose name="Name4">
          <dgm:if name="Name5" func="var" arg="dir" op="equ" val="norm">
            <dgm:shape xmlns:r="http://schemas.openxmlformats.org/officeDocument/2006/relationships" rot="-90" type="flowChartManualOperation" r:blip="">
              <dgm:adjLst/>
            </dgm:shape>
          </dgm:if>
          <dgm:else name="Name6">
            <dgm:shape xmlns:r="http://schemas.openxmlformats.org/officeDocument/2006/relationships" rot="90" type="flowChartManualOperation" r:blip="">
              <dgm:adjLst/>
            </dgm:shape>
          </dgm:else>
        </dgm:choose>
        <dgm:presOf axis="desOrSelf" ptType="node"/>
        <dgm:constrLst>
          <dgm:constr type="primFontSz" val="65"/>
          <dgm:constr type="tMarg"/>
          <dgm:constr type="bMarg"/>
          <dgm:constr type="lMarg" refType="primFontSz" fact="0.5"/>
          <dgm:constr type="rMarg" refType="lMarg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bProcess3">
  <dgm:title val=""/>
  <dgm:desc val=""/>
  <dgm:catLst>
    <dgm:cat type="process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760" y="0"/>
            <a:ext cx="2971800" cy="45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592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640"/>
            <a:ext cx="5486400" cy="360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360"/>
            <a:ext cx="2971800" cy="45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760" y="8685360"/>
            <a:ext cx="2971800" cy="45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:notes"/>
          <p:cNvSpPr txBox="1">
            <a:spLocks noGrp="1"/>
          </p:cNvSpPr>
          <p:nvPr>
            <p:ph type="body" idx="1"/>
          </p:nvPr>
        </p:nvSpPr>
        <p:spPr>
          <a:xfrm>
            <a:off x="685800" y="4400640"/>
            <a:ext cx="5486400" cy="360036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:notes"/>
          <p:cNvSpPr txBox="1">
            <a:spLocks noGrp="1"/>
          </p:cNvSpPr>
          <p:nvPr>
            <p:ph type="body" idx="1"/>
          </p:nvPr>
        </p:nvSpPr>
        <p:spPr>
          <a:xfrm>
            <a:off x="685800" y="4400640"/>
            <a:ext cx="5486400" cy="360036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>
          <a:extLst>
            <a:ext uri="{FF2B5EF4-FFF2-40B4-BE49-F238E27FC236}">
              <a16:creationId xmlns:a16="http://schemas.microsoft.com/office/drawing/2014/main" id="{0CFEC768-C6FC-3FC9-72AE-08AB531C6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:notes">
            <a:extLst>
              <a:ext uri="{FF2B5EF4-FFF2-40B4-BE49-F238E27FC236}">
                <a16:creationId xmlns:a16="http://schemas.microsoft.com/office/drawing/2014/main" id="{0BDBBF92-D7F2-5CDC-682D-85A8AD1FFC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640"/>
            <a:ext cx="5486400" cy="360036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3:notes">
            <a:extLst>
              <a:ext uri="{FF2B5EF4-FFF2-40B4-BE49-F238E27FC236}">
                <a16:creationId xmlns:a16="http://schemas.microsoft.com/office/drawing/2014/main" id="{39AFC653-1767-69C9-3B37-9FAE0FAF7DA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828383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>
          <a:extLst>
            <a:ext uri="{FF2B5EF4-FFF2-40B4-BE49-F238E27FC236}">
              <a16:creationId xmlns:a16="http://schemas.microsoft.com/office/drawing/2014/main" id="{734BB960-D2C4-63F7-8605-AB2A5744D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:notes">
            <a:extLst>
              <a:ext uri="{FF2B5EF4-FFF2-40B4-BE49-F238E27FC236}">
                <a16:creationId xmlns:a16="http://schemas.microsoft.com/office/drawing/2014/main" id="{C2ABFD82-E08D-CA74-744B-F63BA1FAD6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640"/>
            <a:ext cx="5486400" cy="360036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3:notes">
            <a:extLst>
              <a:ext uri="{FF2B5EF4-FFF2-40B4-BE49-F238E27FC236}">
                <a16:creationId xmlns:a16="http://schemas.microsoft.com/office/drawing/2014/main" id="{D9ABA27B-DE1F-AE4B-D6DC-52EF306D08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041265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>
          <a:extLst>
            <a:ext uri="{FF2B5EF4-FFF2-40B4-BE49-F238E27FC236}">
              <a16:creationId xmlns:a16="http://schemas.microsoft.com/office/drawing/2014/main" id="{4D4B6991-E4AF-3E6E-3922-016CB1C713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:notes">
            <a:extLst>
              <a:ext uri="{FF2B5EF4-FFF2-40B4-BE49-F238E27FC236}">
                <a16:creationId xmlns:a16="http://schemas.microsoft.com/office/drawing/2014/main" id="{71524EF4-A31B-BCE6-253D-E2606737C4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640"/>
            <a:ext cx="5486400" cy="360036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3:notes">
            <a:extLst>
              <a:ext uri="{FF2B5EF4-FFF2-40B4-BE49-F238E27FC236}">
                <a16:creationId xmlns:a16="http://schemas.microsoft.com/office/drawing/2014/main" id="{7880AF39-2133-83C9-693A-65428E1E55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998122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>
          <a:extLst>
            <a:ext uri="{FF2B5EF4-FFF2-40B4-BE49-F238E27FC236}">
              <a16:creationId xmlns:a16="http://schemas.microsoft.com/office/drawing/2014/main" id="{17424658-E5E6-435D-9629-90589DC4D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:notes">
            <a:extLst>
              <a:ext uri="{FF2B5EF4-FFF2-40B4-BE49-F238E27FC236}">
                <a16:creationId xmlns:a16="http://schemas.microsoft.com/office/drawing/2014/main" id="{211FFEEC-87DE-3CCE-BB38-0A7F75A9C3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640"/>
            <a:ext cx="5486400" cy="360036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3:notes">
            <a:extLst>
              <a:ext uri="{FF2B5EF4-FFF2-40B4-BE49-F238E27FC236}">
                <a16:creationId xmlns:a16="http://schemas.microsoft.com/office/drawing/2014/main" id="{DC2E0620-4EB5-4E12-AEB3-1063DE3F25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21949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>
          <a:extLst>
            <a:ext uri="{FF2B5EF4-FFF2-40B4-BE49-F238E27FC236}">
              <a16:creationId xmlns:a16="http://schemas.microsoft.com/office/drawing/2014/main" id="{B1555C8F-10AD-8AC4-73E0-E9C7F08FF8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:notes">
            <a:extLst>
              <a:ext uri="{FF2B5EF4-FFF2-40B4-BE49-F238E27FC236}">
                <a16:creationId xmlns:a16="http://schemas.microsoft.com/office/drawing/2014/main" id="{ED01CFFA-5A1B-72F4-8F66-9167FB9B42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640"/>
            <a:ext cx="5486400" cy="360036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3:notes">
            <a:extLst>
              <a:ext uri="{FF2B5EF4-FFF2-40B4-BE49-F238E27FC236}">
                <a16:creationId xmlns:a16="http://schemas.microsoft.com/office/drawing/2014/main" id="{685C06B6-68B5-BB15-E295-A534C9488B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829490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>
          <a:extLst>
            <a:ext uri="{FF2B5EF4-FFF2-40B4-BE49-F238E27FC236}">
              <a16:creationId xmlns:a16="http://schemas.microsoft.com/office/drawing/2014/main" id="{C40CC522-B612-30B1-DE31-B3BF11BF8E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:notes">
            <a:extLst>
              <a:ext uri="{FF2B5EF4-FFF2-40B4-BE49-F238E27FC236}">
                <a16:creationId xmlns:a16="http://schemas.microsoft.com/office/drawing/2014/main" id="{7721046F-1AA8-F9D4-1F40-345B1927B6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640"/>
            <a:ext cx="5486400" cy="360036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3:notes">
            <a:extLst>
              <a:ext uri="{FF2B5EF4-FFF2-40B4-BE49-F238E27FC236}">
                <a16:creationId xmlns:a16="http://schemas.microsoft.com/office/drawing/2014/main" id="{42E0DF17-D5A4-6E6F-D9F0-20085CFF73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883493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10:notes"/>
          <p:cNvSpPr txBox="1">
            <a:spLocks noGrp="1"/>
          </p:cNvSpPr>
          <p:nvPr>
            <p:ph type="body" idx="1"/>
          </p:nvPr>
        </p:nvSpPr>
        <p:spPr>
          <a:xfrm>
            <a:off x="685800" y="4400640"/>
            <a:ext cx="5486400" cy="360036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7" name="Google Shape;48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11:notes"/>
          <p:cNvSpPr txBox="1">
            <a:spLocks noGrp="1"/>
          </p:cNvSpPr>
          <p:nvPr>
            <p:ph type="body" idx="1"/>
          </p:nvPr>
        </p:nvSpPr>
        <p:spPr>
          <a:xfrm>
            <a:off x="685800" y="4400640"/>
            <a:ext cx="5486400" cy="360036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6" name="Google Shape;49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ubTitle" idx="1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" type="twoObj">
  <p:cSld name="TWO_OBJECT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2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subTitle" idx="1"/>
          </p:nvPr>
        </p:nvSpPr>
        <p:spPr>
          <a:xfrm>
            <a:off x="838080" y="365040"/>
            <a:ext cx="10515600" cy="614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and Content" type="twoObjAndObj">
  <p:cSld name="TWO_OBJECTS_AND_OBJEC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8"/>
          <p:cNvSpPr txBox="1">
            <a:spLocks noGrp="1"/>
          </p:cNvSpPr>
          <p:nvPr>
            <p:ph type="body" idx="2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body" idx="3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and 2 Content" type="objAndTwoObj">
  <p:cSld name="OBJECT_AND_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 txBox="1"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body" idx="2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3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over Content" type="twoObjOverTx">
  <p:cSld name="TWO_OBJECTS_OVER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 txBox="1"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body" idx="2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0"/>
          <p:cNvSpPr txBox="1">
            <a:spLocks noGrp="1"/>
          </p:cNvSpPr>
          <p:nvPr>
            <p:ph type="body" idx="3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over Content" type="objOverTx">
  <p:cSld name="OBJECT_OVER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1"/>
          <p:cNvSpPr txBox="1">
            <a:spLocks noGrp="1"/>
          </p:cNvSpPr>
          <p:nvPr>
            <p:ph type="body" idx="2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4 Content" type="fourObj">
  <p:cSld name="FOUR_OBJECTS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body" idx="2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body" idx="3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2"/>
          <p:cNvSpPr txBox="1">
            <a:spLocks noGrp="1"/>
          </p:cNvSpPr>
          <p:nvPr>
            <p:ph type="body" idx="4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body" idx="5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body" idx="6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4 Content" type="fourObj">
  <p:cSld name="FOUR_OBJECTS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5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 txBox="1">
            <a:spLocks noGrp="1"/>
          </p:cNvSpPr>
          <p:nvPr>
            <p:ph type="body" idx="2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3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body" idx="4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x">
  <p:cSld name="TITLE_AND_BODY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7"/>
          <p:cNvSpPr txBox="1">
            <a:spLocks noGrp="1"/>
          </p:cNvSpPr>
          <p:nvPr>
            <p:ph type="subTitle" idx="1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" type="twoObj">
  <p:cSld name="TWO_OBJECTS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9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9"/>
          <p:cNvSpPr txBox="1">
            <a:spLocks noGrp="1"/>
          </p:cNvSpPr>
          <p:nvPr>
            <p:ph type="body" idx="2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0"/>
          <p:cNvSpPr txBox="1"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1"/>
          <p:cNvSpPr txBox="1">
            <a:spLocks noGrp="1"/>
          </p:cNvSpPr>
          <p:nvPr>
            <p:ph type="subTitle" idx="1"/>
          </p:nvPr>
        </p:nvSpPr>
        <p:spPr>
          <a:xfrm>
            <a:off x="838080" y="365040"/>
            <a:ext cx="10515600" cy="614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and Content" type="twoObjAndObj">
  <p:cSld name="TWO_OBJECTS_AND_OBJECT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2"/>
          <p:cNvSpPr txBox="1"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2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22"/>
          <p:cNvSpPr txBox="1">
            <a:spLocks noGrp="1"/>
          </p:cNvSpPr>
          <p:nvPr>
            <p:ph type="body" idx="2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2"/>
          <p:cNvSpPr txBox="1">
            <a:spLocks noGrp="1"/>
          </p:cNvSpPr>
          <p:nvPr>
            <p:ph type="body" idx="3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and 2 Content" type="objAndTwoObj">
  <p:cSld name="OBJECT_AND_TWO_OBJECTS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3"/>
          <p:cNvSpPr txBox="1"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23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3"/>
          <p:cNvSpPr txBox="1">
            <a:spLocks noGrp="1"/>
          </p:cNvSpPr>
          <p:nvPr>
            <p:ph type="body" idx="2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23"/>
          <p:cNvSpPr txBox="1">
            <a:spLocks noGrp="1"/>
          </p:cNvSpPr>
          <p:nvPr>
            <p:ph type="body" idx="3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over Content" type="twoObjOverTx">
  <p:cSld name="TWO_OBJECTS_OVER_TEXT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4"/>
          <p:cNvSpPr txBox="1"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24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24"/>
          <p:cNvSpPr txBox="1">
            <a:spLocks noGrp="1"/>
          </p:cNvSpPr>
          <p:nvPr>
            <p:ph type="body" idx="2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24"/>
          <p:cNvSpPr txBox="1">
            <a:spLocks noGrp="1"/>
          </p:cNvSpPr>
          <p:nvPr>
            <p:ph type="body" idx="3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over Content" type="objOverTx">
  <p:cSld name="OBJECT_OVER_TEXT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5"/>
          <p:cNvSpPr txBox="1"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25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5"/>
          <p:cNvSpPr txBox="1">
            <a:spLocks noGrp="1"/>
          </p:cNvSpPr>
          <p:nvPr>
            <p:ph type="body" idx="2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6"/>
          <p:cNvSpPr txBox="1"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26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26"/>
          <p:cNvSpPr txBox="1">
            <a:spLocks noGrp="1"/>
          </p:cNvSpPr>
          <p:nvPr>
            <p:ph type="body" idx="2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26"/>
          <p:cNvSpPr txBox="1">
            <a:spLocks noGrp="1"/>
          </p:cNvSpPr>
          <p:nvPr>
            <p:ph type="body" idx="3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6"/>
          <p:cNvSpPr txBox="1">
            <a:spLocks noGrp="1"/>
          </p:cNvSpPr>
          <p:nvPr>
            <p:ph type="body" idx="4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26"/>
          <p:cNvSpPr txBox="1">
            <a:spLocks noGrp="1"/>
          </p:cNvSpPr>
          <p:nvPr>
            <p:ph type="body" idx="5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26"/>
          <p:cNvSpPr txBox="1">
            <a:spLocks noGrp="1"/>
          </p:cNvSpPr>
          <p:nvPr>
            <p:ph type="body" idx="6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dt" idx="10"/>
          </p:nvPr>
        </p:nvSpPr>
        <p:spPr>
          <a:xfrm>
            <a:off x="838080" y="6356520"/>
            <a:ext cx="2743200" cy="365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ftr" idx="11"/>
          </p:nvPr>
        </p:nvSpPr>
        <p:spPr>
          <a:xfrm>
            <a:off x="4038480" y="6356520"/>
            <a:ext cx="4114800" cy="365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sldNum" idx="12"/>
          </p:nvPr>
        </p:nvSpPr>
        <p:spPr>
          <a:xfrm>
            <a:off x="8610480" y="6356520"/>
            <a:ext cx="2743200" cy="365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" name="Google Shape;13;p1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65" name="Google Shape;65;p14"/>
          <p:cNvSpPr txBox="1">
            <a:spLocks noGrp="1"/>
          </p:cNvSpPr>
          <p:nvPr>
            <p:ph type="title" idx="2"/>
          </p:nvPr>
        </p:nvSpPr>
        <p:spPr>
          <a:xfrm>
            <a:off x="838080" y="1825560"/>
            <a:ext cx="10515600" cy="4351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66" name="Google Shape;66;p14"/>
          <p:cNvSpPr txBox="1">
            <a:spLocks noGrp="1"/>
          </p:cNvSpPr>
          <p:nvPr>
            <p:ph type="dt" idx="10"/>
          </p:nvPr>
        </p:nvSpPr>
        <p:spPr>
          <a:xfrm>
            <a:off x="838080" y="6356520"/>
            <a:ext cx="2743200" cy="365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ftr" idx="11"/>
          </p:nvPr>
        </p:nvSpPr>
        <p:spPr>
          <a:xfrm>
            <a:off x="4038480" y="6356520"/>
            <a:ext cx="4114800" cy="365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sldNum" idx="12"/>
          </p:nvPr>
        </p:nvSpPr>
        <p:spPr>
          <a:xfrm>
            <a:off x="8610480" y="6356520"/>
            <a:ext cx="2743200" cy="365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9" name="Google Shape;69;p14"/>
          <p:cNvPicPr preferRelativeResize="0"/>
          <p:nvPr/>
        </p:nvPicPr>
        <p:blipFill rotWithShape="1">
          <a:blip r:embed="rId13">
            <a:alphaModFix/>
          </a:blip>
          <a:srcRect r="22221" b="18227"/>
          <a:stretch/>
        </p:blipFill>
        <p:spPr>
          <a:xfrm>
            <a:off x="11070360" y="5676840"/>
            <a:ext cx="1121400" cy="1194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4"/>
          <p:cNvPicPr preferRelativeResize="0"/>
          <p:nvPr/>
        </p:nvPicPr>
        <p:blipFill rotWithShape="1">
          <a:blip r:embed="rId14">
            <a:alphaModFix/>
          </a:blip>
          <a:srcRect l="29670" t="64973" r="26778"/>
          <a:stretch/>
        </p:blipFill>
        <p:spPr>
          <a:xfrm>
            <a:off x="0" y="0"/>
            <a:ext cx="2044800" cy="9896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4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microsoft.com/office/2007/relationships/diagramDrawing" Target="../diagrams/drawing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11" Type="http://schemas.openxmlformats.org/officeDocument/2006/relationships/diagramColors" Target="../diagrams/colors2.xml"/><Relationship Id="rId5" Type="http://schemas.openxmlformats.org/officeDocument/2006/relationships/diagramQuickStyle" Target="../diagrams/quickStyle1.xml"/><Relationship Id="rId10" Type="http://schemas.openxmlformats.org/officeDocument/2006/relationships/diagramQuickStyle" Target="../diagrams/quickStyle2.xml"/><Relationship Id="rId4" Type="http://schemas.openxmlformats.org/officeDocument/2006/relationships/diagramLayout" Target="../diagrams/layout1.xml"/><Relationship Id="rId9" Type="http://schemas.openxmlformats.org/officeDocument/2006/relationships/diagramLayout" Target="../diagrams/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image" Target="../media/image6.png"/><Relationship Id="rId7" Type="http://schemas.openxmlformats.org/officeDocument/2006/relationships/diagramColors" Target="../diagrams/colors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4" Type="http://schemas.openxmlformats.org/officeDocument/2006/relationships/diagramData" Target="../diagrams/data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waterfall-model/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www.geeksforgeeks.org/what-is-agile-methodology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66"/>
          <p:cNvSpPr txBox="1"/>
          <p:nvPr/>
        </p:nvSpPr>
        <p:spPr>
          <a:xfrm>
            <a:off x="8075160" y="6356520"/>
            <a:ext cx="4114800" cy="365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Tour Catchers LLC​ – Team 4</a:t>
            </a:r>
            <a:endParaRPr sz="12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66"/>
          <p:cNvSpPr txBox="1"/>
          <p:nvPr/>
        </p:nvSpPr>
        <p:spPr>
          <a:xfrm>
            <a:off x="8610480" y="6356520"/>
            <a:ext cx="2743200" cy="365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2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1" name="Google Shape;291;p6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6120" y="0"/>
            <a:ext cx="5860800" cy="6858000"/>
          </a:xfrm>
          <a:prstGeom prst="rect">
            <a:avLst/>
          </a:prstGeom>
          <a:noFill/>
          <a:ln>
            <a:noFill/>
          </a:ln>
          <a:effectLst>
            <a:outerShdw dist="139498" dir="2700000">
              <a:srgbClr val="333333">
                <a:alpha val="64705"/>
              </a:srgbClr>
            </a:outerShdw>
          </a:effectLst>
        </p:spPr>
      </p:pic>
      <p:sp>
        <p:nvSpPr>
          <p:cNvPr id="292" name="Google Shape;292;p66"/>
          <p:cNvSpPr txBox="1"/>
          <p:nvPr/>
        </p:nvSpPr>
        <p:spPr>
          <a:xfrm>
            <a:off x="8762382" y="4894200"/>
            <a:ext cx="5536332" cy="1002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Tour Catchers LLC</a:t>
            </a:r>
            <a:br>
              <a:rPr lang="en-US" sz="2800" i="0" u="none" strike="noStrike" cap="none"/>
            </a:br>
            <a:endParaRPr sz="280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66"/>
          <p:cNvSpPr txBox="1"/>
          <p:nvPr/>
        </p:nvSpPr>
        <p:spPr>
          <a:xfrm>
            <a:off x="10283112" y="5593868"/>
            <a:ext cx="2101320" cy="13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Team #4</a:t>
            </a:r>
            <a:endParaRPr sz="2400" b="0" i="0" u="none" strike="noStrike" cap="none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None/>
            </a:pPr>
            <a:endParaRPr sz="2400" b="0" i="0" u="none" strike="noStrike" cap="none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None/>
            </a:pPr>
            <a:endParaRPr sz="24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4" name="Google Shape;294;p66" descr="A close-up of a logo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10480" y="136440"/>
            <a:ext cx="3413520" cy="1002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6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453040" y="6049800"/>
            <a:ext cx="739080" cy="8082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92;p66">
            <a:extLst>
              <a:ext uri="{FF2B5EF4-FFF2-40B4-BE49-F238E27FC236}">
                <a16:creationId xmlns:a16="http://schemas.microsoft.com/office/drawing/2014/main" id="{078ADC92-41B1-9FF6-0A93-CB5D02EA5ADC}"/>
              </a:ext>
            </a:extLst>
          </p:cNvPr>
          <p:cNvSpPr txBox="1"/>
          <p:nvPr/>
        </p:nvSpPr>
        <p:spPr>
          <a:xfrm>
            <a:off x="5319732" y="3305898"/>
            <a:ext cx="6210816" cy="1002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r"/>
            <a:r>
              <a:rPr lang="en-US" sz="3200" b="1">
                <a:latin typeface="Calibri"/>
                <a:ea typeface="Calibri"/>
                <a:cs typeface="Calibri"/>
              </a:rPr>
              <a:t>IT 493 Assignment 8</a:t>
            </a:r>
            <a:endParaRPr lang="en-US"/>
          </a:p>
          <a:p>
            <a:pPr algn="r"/>
            <a:r>
              <a:rPr lang="en-US" sz="3200" b="1">
                <a:latin typeface="Calibri"/>
                <a:ea typeface="Calibri"/>
                <a:cs typeface="Calibri"/>
              </a:rPr>
              <a:t>Training Plan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68"/>
          <p:cNvSpPr/>
          <p:nvPr/>
        </p:nvSpPr>
        <p:spPr>
          <a:xfrm rot="-2700000" flipH="1">
            <a:off x="-376560" y="-253440"/>
            <a:ext cx="1827720" cy="1377000"/>
          </a:xfrm>
          <a:custGeom>
            <a:avLst/>
            <a:gdLst/>
            <a:ahLst/>
            <a:cxnLst/>
            <a:rect l="l" t="t" r="r" b="b"/>
            <a:pathLst>
              <a:path w="1827638" h="1376989" extrusionOk="0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rgbClr val="1D9A78">
              <a:alpha val="29803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0" name="Google Shape;310;p68"/>
          <p:cNvSpPr/>
          <p:nvPr/>
        </p:nvSpPr>
        <p:spPr>
          <a:xfrm rot="-2700000" flipH="1">
            <a:off x="891360" y="421920"/>
            <a:ext cx="645480" cy="64548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1D9A78">
              <a:alpha val="29803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2" name="Google Shape;312;p68"/>
          <p:cNvSpPr txBox="1"/>
          <p:nvPr/>
        </p:nvSpPr>
        <p:spPr>
          <a:xfrm>
            <a:off x="8234280" y="6356520"/>
            <a:ext cx="4114800" cy="365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Tour Catchers LLC​ – Team 4</a:t>
            </a:r>
            <a:endParaRPr sz="12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68"/>
          <p:cNvSpPr txBox="1"/>
          <p:nvPr/>
        </p:nvSpPr>
        <p:spPr>
          <a:xfrm>
            <a:off x="8805240" y="6356520"/>
            <a:ext cx="2743200" cy="365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sz="12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68"/>
          <p:cNvSpPr/>
          <p:nvPr/>
        </p:nvSpPr>
        <p:spPr>
          <a:xfrm flipH="1">
            <a:off x="7975800" y="6115320"/>
            <a:ext cx="1494360" cy="742680"/>
          </a:xfrm>
          <a:custGeom>
            <a:avLst/>
            <a:gdLst/>
            <a:ahLst/>
            <a:cxnLst/>
            <a:rect l="l" t="t" r="r" b="b"/>
            <a:pathLst>
              <a:path w="43451" h="21600" extrusionOk="0">
                <a:moveTo>
                  <a:pt x="0" y="21600"/>
                </a:moveTo>
                <a:lnTo>
                  <a:pt x="21726" y="0"/>
                </a:lnTo>
                <a:lnTo>
                  <a:pt x="43451" y="21600"/>
                </a:lnTo>
                <a:close/>
              </a:path>
            </a:pathLst>
          </a:custGeom>
          <a:solidFill>
            <a:srgbClr val="1D9A78">
              <a:alpha val="29803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5" name="Google Shape;315;p68"/>
          <p:cNvSpPr/>
          <p:nvPr/>
        </p:nvSpPr>
        <p:spPr>
          <a:xfrm flipH="1">
            <a:off x="7603920" y="6453000"/>
            <a:ext cx="815040" cy="405000"/>
          </a:xfrm>
          <a:custGeom>
            <a:avLst/>
            <a:gdLst/>
            <a:ahLst/>
            <a:cxnLst/>
            <a:rect l="l" t="t" r="r" b="b"/>
            <a:pathLst>
              <a:path w="43449" h="21600" extrusionOk="0">
                <a:moveTo>
                  <a:pt x="0" y="21600"/>
                </a:moveTo>
                <a:lnTo>
                  <a:pt x="21725" y="0"/>
                </a:lnTo>
                <a:lnTo>
                  <a:pt x="43449" y="21600"/>
                </a:lnTo>
                <a:close/>
              </a:path>
            </a:pathLst>
          </a:custGeom>
          <a:solidFill>
            <a:srgbClr val="1D9A78">
              <a:alpha val="29803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6" name="Google Shape;316;p68"/>
          <p:cNvSpPr/>
          <p:nvPr/>
        </p:nvSpPr>
        <p:spPr>
          <a:xfrm>
            <a:off x="3266302" y="381320"/>
            <a:ext cx="5656680" cy="132552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US" sz="4400" b="1">
                <a:latin typeface="Calibri"/>
                <a:ea typeface="Calibri"/>
                <a:cs typeface="Calibri"/>
                <a:sym typeface="Calibri"/>
              </a:rPr>
              <a:t>PURPOSE OF TRAINING</a:t>
            </a:r>
            <a:endParaRPr lang="en-US">
              <a:ea typeface="Calibri"/>
            </a:endParaRPr>
          </a:p>
        </p:txBody>
      </p:sp>
      <p:graphicFrame>
        <p:nvGraphicFramePr>
          <p:cNvPr id="19" name="Diagram 18">
            <a:extLst>
              <a:ext uri="{FF2B5EF4-FFF2-40B4-BE49-F238E27FC236}">
                <a16:creationId xmlns:a16="http://schemas.microsoft.com/office/drawing/2014/main" id="{37B98CB1-52E3-26A5-9896-B711EFEAE30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12656194"/>
              </p:ext>
            </p:extLst>
          </p:nvPr>
        </p:nvGraphicFramePr>
        <p:xfrm>
          <a:off x="254000" y="1920461"/>
          <a:ext cx="5599043" cy="38342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333" name="Diagram 332">
            <a:extLst>
              <a:ext uri="{FF2B5EF4-FFF2-40B4-BE49-F238E27FC236}">
                <a16:creationId xmlns:a16="http://schemas.microsoft.com/office/drawing/2014/main" id="{3324515E-50E4-E273-8CA5-CD0E683434D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1799692"/>
              </p:ext>
            </p:extLst>
          </p:nvPr>
        </p:nvGraphicFramePr>
        <p:xfrm>
          <a:off x="6361043" y="1920461"/>
          <a:ext cx="5599043" cy="38342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07">
          <a:extLst>
            <a:ext uri="{FF2B5EF4-FFF2-40B4-BE49-F238E27FC236}">
              <a16:creationId xmlns:a16="http://schemas.microsoft.com/office/drawing/2014/main" id="{C50D7296-50CC-19D8-A989-A5D7DF19E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68">
            <a:extLst>
              <a:ext uri="{FF2B5EF4-FFF2-40B4-BE49-F238E27FC236}">
                <a16:creationId xmlns:a16="http://schemas.microsoft.com/office/drawing/2014/main" id="{950099F7-87F7-8E88-238F-C3F1C6E33865}"/>
              </a:ext>
            </a:extLst>
          </p:cNvPr>
          <p:cNvSpPr/>
          <p:nvPr/>
        </p:nvSpPr>
        <p:spPr>
          <a:xfrm rot="-2700000" flipH="1">
            <a:off x="-376560" y="-253440"/>
            <a:ext cx="1827720" cy="1377000"/>
          </a:xfrm>
          <a:custGeom>
            <a:avLst/>
            <a:gdLst/>
            <a:ahLst/>
            <a:cxnLst/>
            <a:rect l="l" t="t" r="r" b="b"/>
            <a:pathLst>
              <a:path w="1827638" h="1376989" extrusionOk="0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rgbClr val="1D9A78">
              <a:alpha val="29803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0" name="Google Shape;310;p68">
            <a:extLst>
              <a:ext uri="{FF2B5EF4-FFF2-40B4-BE49-F238E27FC236}">
                <a16:creationId xmlns:a16="http://schemas.microsoft.com/office/drawing/2014/main" id="{ED925F62-19E2-3908-EF97-E03F529AB98D}"/>
              </a:ext>
            </a:extLst>
          </p:cNvPr>
          <p:cNvSpPr/>
          <p:nvPr/>
        </p:nvSpPr>
        <p:spPr>
          <a:xfrm rot="-2700000" flipH="1">
            <a:off x="891360" y="421920"/>
            <a:ext cx="645480" cy="64548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1D9A78">
              <a:alpha val="29803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2" name="Google Shape;312;p68">
            <a:extLst>
              <a:ext uri="{FF2B5EF4-FFF2-40B4-BE49-F238E27FC236}">
                <a16:creationId xmlns:a16="http://schemas.microsoft.com/office/drawing/2014/main" id="{6F5C916D-63B5-1C1C-CA20-60C96670FEE0}"/>
              </a:ext>
            </a:extLst>
          </p:cNvPr>
          <p:cNvSpPr txBox="1"/>
          <p:nvPr/>
        </p:nvSpPr>
        <p:spPr>
          <a:xfrm>
            <a:off x="8234280" y="6356520"/>
            <a:ext cx="4114800" cy="365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Tour Catchers LLC​ – Team 4</a:t>
            </a:r>
            <a:endParaRPr sz="12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68">
            <a:extLst>
              <a:ext uri="{FF2B5EF4-FFF2-40B4-BE49-F238E27FC236}">
                <a16:creationId xmlns:a16="http://schemas.microsoft.com/office/drawing/2014/main" id="{E7CE36F1-3894-2E82-4D5E-815234A9F7D0}"/>
              </a:ext>
            </a:extLst>
          </p:cNvPr>
          <p:cNvSpPr txBox="1"/>
          <p:nvPr/>
        </p:nvSpPr>
        <p:spPr>
          <a:xfrm>
            <a:off x="8805240" y="6356520"/>
            <a:ext cx="2743200" cy="365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sz="12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68">
            <a:extLst>
              <a:ext uri="{FF2B5EF4-FFF2-40B4-BE49-F238E27FC236}">
                <a16:creationId xmlns:a16="http://schemas.microsoft.com/office/drawing/2014/main" id="{3901F1FC-49EF-7E59-905B-D7003C206F9E}"/>
              </a:ext>
            </a:extLst>
          </p:cNvPr>
          <p:cNvSpPr/>
          <p:nvPr/>
        </p:nvSpPr>
        <p:spPr>
          <a:xfrm flipH="1">
            <a:off x="7975800" y="6115320"/>
            <a:ext cx="1494360" cy="742680"/>
          </a:xfrm>
          <a:custGeom>
            <a:avLst/>
            <a:gdLst/>
            <a:ahLst/>
            <a:cxnLst/>
            <a:rect l="l" t="t" r="r" b="b"/>
            <a:pathLst>
              <a:path w="43451" h="21600" extrusionOk="0">
                <a:moveTo>
                  <a:pt x="0" y="21600"/>
                </a:moveTo>
                <a:lnTo>
                  <a:pt x="21726" y="0"/>
                </a:lnTo>
                <a:lnTo>
                  <a:pt x="43451" y="21600"/>
                </a:lnTo>
                <a:close/>
              </a:path>
            </a:pathLst>
          </a:custGeom>
          <a:solidFill>
            <a:srgbClr val="1D9A78">
              <a:alpha val="29803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5" name="Google Shape;315;p68">
            <a:extLst>
              <a:ext uri="{FF2B5EF4-FFF2-40B4-BE49-F238E27FC236}">
                <a16:creationId xmlns:a16="http://schemas.microsoft.com/office/drawing/2014/main" id="{FD9EE94F-47E8-28C2-E018-2472BD9DE691}"/>
              </a:ext>
            </a:extLst>
          </p:cNvPr>
          <p:cNvSpPr/>
          <p:nvPr/>
        </p:nvSpPr>
        <p:spPr>
          <a:xfrm flipH="1">
            <a:off x="7603920" y="6453000"/>
            <a:ext cx="815040" cy="405000"/>
          </a:xfrm>
          <a:custGeom>
            <a:avLst/>
            <a:gdLst/>
            <a:ahLst/>
            <a:cxnLst/>
            <a:rect l="l" t="t" r="r" b="b"/>
            <a:pathLst>
              <a:path w="43449" h="21600" extrusionOk="0">
                <a:moveTo>
                  <a:pt x="0" y="21600"/>
                </a:moveTo>
                <a:lnTo>
                  <a:pt x="21725" y="0"/>
                </a:lnTo>
                <a:lnTo>
                  <a:pt x="43449" y="21600"/>
                </a:lnTo>
                <a:close/>
              </a:path>
            </a:pathLst>
          </a:custGeom>
          <a:solidFill>
            <a:srgbClr val="1D9A78">
              <a:alpha val="29803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" name="Google Shape;316;p68">
            <a:extLst>
              <a:ext uri="{FF2B5EF4-FFF2-40B4-BE49-F238E27FC236}">
                <a16:creationId xmlns:a16="http://schemas.microsoft.com/office/drawing/2014/main" id="{F8339D03-9618-FD69-E168-209F2D786005}"/>
              </a:ext>
            </a:extLst>
          </p:cNvPr>
          <p:cNvSpPr/>
          <p:nvPr/>
        </p:nvSpPr>
        <p:spPr>
          <a:xfrm>
            <a:off x="759433" y="2567928"/>
            <a:ext cx="3006246" cy="1126738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US" sz="4000" b="1">
                <a:latin typeface="Calibri"/>
                <a:ea typeface="Calibri"/>
                <a:cs typeface="Calibri"/>
                <a:sym typeface="Calibri"/>
              </a:rPr>
              <a:t>TRAINING STRUCTURE</a:t>
            </a:r>
            <a:endParaRPr lang="en-US" sz="4000"/>
          </a:p>
        </p:txBody>
      </p:sp>
      <p:graphicFrame>
        <p:nvGraphicFramePr>
          <p:cNvPr id="258" name="Diagram 257">
            <a:extLst>
              <a:ext uri="{FF2B5EF4-FFF2-40B4-BE49-F238E27FC236}">
                <a16:creationId xmlns:a16="http://schemas.microsoft.com/office/drawing/2014/main" id="{2B88812D-26A7-5844-3AC7-B43D7A31C01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18244338"/>
              </p:ext>
            </p:extLst>
          </p:nvPr>
        </p:nvGraphicFramePr>
        <p:xfrm>
          <a:off x="5002695" y="429592"/>
          <a:ext cx="6813826" cy="54135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29" name="TextBox 328">
            <a:extLst>
              <a:ext uri="{FF2B5EF4-FFF2-40B4-BE49-F238E27FC236}">
                <a16:creationId xmlns:a16="http://schemas.microsoft.com/office/drawing/2014/main" id="{197E9207-CF87-9279-C8A1-CB5408861578}"/>
              </a:ext>
            </a:extLst>
          </p:cNvPr>
          <p:cNvSpPr txBox="1"/>
          <p:nvPr/>
        </p:nvSpPr>
        <p:spPr>
          <a:xfrm>
            <a:off x="541132" y="4897782"/>
            <a:ext cx="5963477" cy="153888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/>
              <a:t>Each course includes:</a:t>
            </a:r>
          </a:p>
          <a:p>
            <a:endParaRPr lang="en-US" sz="2000"/>
          </a:p>
          <a:p>
            <a:r>
              <a:rPr lang="en-US" sz="2000"/>
              <a:t> • Defined audience       • Learning objectives</a:t>
            </a:r>
          </a:p>
          <a:p>
            <a:r>
              <a:rPr lang="en-US" sz="2000"/>
              <a:t> • Hands on practice      • Competency validation</a:t>
            </a:r>
            <a:endParaRPr lang="en-US" sz="2000">
              <a:cs typeface="Arial"/>
            </a:endParaRP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3158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07">
          <a:extLst>
            <a:ext uri="{FF2B5EF4-FFF2-40B4-BE49-F238E27FC236}">
              <a16:creationId xmlns:a16="http://schemas.microsoft.com/office/drawing/2014/main" id="{7AC3A296-8A2E-C513-9BBC-F098AF535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68">
            <a:extLst>
              <a:ext uri="{FF2B5EF4-FFF2-40B4-BE49-F238E27FC236}">
                <a16:creationId xmlns:a16="http://schemas.microsoft.com/office/drawing/2014/main" id="{A56E6E1A-D3F3-A4D8-71A6-BDEDCFBCC307}"/>
              </a:ext>
            </a:extLst>
          </p:cNvPr>
          <p:cNvSpPr/>
          <p:nvPr/>
        </p:nvSpPr>
        <p:spPr>
          <a:xfrm rot="-2700000" flipH="1">
            <a:off x="-376560" y="-253440"/>
            <a:ext cx="1827720" cy="1377000"/>
          </a:xfrm>
          <a:custGeom>
            <a:avLst/>
            <a:gdLst/>
            <a:ahLst/>
            <a:cxnLst/>
            <a:rect l="l" t="t" r="r" b="b"/>
            <a:pathLst>
              <a:path w="1827638" h="1376989" extrusionOk="0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rgbClr val="1D9A78">
              <a:alpha val="29803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0" name="Google Shape;310;p68">
            <a:extLst>
              <a:ext uri="{FF2B5EF4-FFF2-40B4-BE49-F238E27FC236}">
                <a16:creationId xmlns:a16="http://schemas.microsoft.com/office/drawing/2014/main" id="{39B3A899-C67B-909F-DC12-FA81B1C63123}"/>
              </a:ext>
            </a:extLst>
          </p:cNvPr>
          <p:cNvSpPr/>
          <p:nvPr/>
        </p:nvSpPr>
        <p:spPr>
          <a:xfrm rot="-2700000" flipH="1">
            <a:off x="891360" y="421920"/>
            <a:ext cx="645480" cy="64548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1D9A78">
              <a:alpha val="29803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2" name="Google Shape;312;p68">
            <a:extLst>
              <a:ext uri="{FF2B5EF4-FFF2-40B4-BE49-F238E27FC236}">
                <a16:creationId xmlns:a16="http://schemas.microsoft.com/office/drawing/2014/main" id="{A267FA6A-637D-0736-E049-9895EA008528}"/>
              </a:ext>
            </a:extLst>
          </p:cNvPr>
          <p:cNvSpPr txBox="1"/>
          <p:nvPr/>
        </p:nvSpPr>
        <p:spPr>
          <a:xfrm>
            <a:off x="8234280" y="6356520"/>
            <a:ext cx="4114800" cy="365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Tour Catchers LLC​ – Team 4</a:t>
            </a:r>
            <a:endParaRPr sz="12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68">
            <a:extLst>
              <a:ext uri="{FF2B5EF4-FFF2-40B4-BE49-F238E27FC236}">
                <a16:creationId xmlns:a16="http://schemas.microsoft.com/office/drawing/2014/main" id="{159F2122-4463-4785-F5F7-46089B0CDDAB}"/>
              </a:ext>
            </a:extLst>
          </p:cNvPr>
          <p:cNvSpPr txBox="1"/>
          <p:nvPr/>
        </p:nvSpPr>
        <p:spPr>
          <a:xfrm>
            <a:off x="8805240" y="6356520"/>
            <a:ext cx="2743200" cy="365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12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68">
            <a:extLst>
              <a:ext uri="{FF2B5EF4-FFF2-40B4-BE49-F238E27FC236}">
                <a16:creationId xmlns:a16="http://schemas.microsoft.com/office/drawing/2014/main" id="{BD4DA96C-766B-C371-4FE2-287D0301C30A}"/>
              </a:ext>
            </a:extLst>
          </p:cNvPr>
          <p:cNvSpPr/>
          <p:nvPr/>
        </p:nvSpPr>
        <p:spPr>
          <a:xfrm flipH="1">
            <a:off x="7975800" y="6115320"/>
            <a:ext cx="1494360" cy="742680"/>
          </a:xfrm>
          <a:custGeom>
            <a:avLst/>
            <a:gdLst/>
            <a:ahLst/>
            <a:cxnLst/>
            <a:rect l="l" t="t" r="r" b="b"/>
            <a:pathLst>
              <a:path w="43451" h="21600" extrusionOk="0">
                <a:moveTo>
                  <a:pt x="0" y="21600"/>
                </a:moveTo>
                <a:lnTo>
                  <a:pt x="21726" y="0"/>
                </a:lnTo>
                <a:lnTo>
                  <a:pt x="43451" y="21600"/>
                </a:lnTo>
                <a:close/>
              </a:path>
            </a:pathLst>
          </a:custGeom>
          <a:solidFill>
            <a:srgbClr val="1D9A78">
              <a:alpha val="29803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5" name="Google Shape;315;p68">
            <a:extLst>
              <a:ext uri="{FF2B5EF4-FFF2-40B4-BE49-F238E27FC236}">
                <a16:creationId xmlns:a16="http://schemas.microsoft.com/office/drawing/2014/main" id="{78A72D78-1110-1C15-3DF2-65B55997C5B6}"/>
              </a:ext>
            </a:extLst>
          </p:cNvPr>
          <p:cNvSpPr/>
          <p:nvPr/>
        </p:nvSpPr>
        <p:spPr>
          <a:xfrm flipH="1">
            <a:off x="7603920" y="6453000"/>
            <a:ext cx="815040" cy="405000"/>
          </a:xfrm>
          <a:custGeom>
            <a:avLst/>
            <a:gdLst/>
            <a:ahLst/>
            <a:cxnLst/>
            <a:rect l="l" t="t" r="r" b="b"/>
            <a:pathLst>
              <a:path w="43449" h="21600" extrusionOk="0">
                <a:moveTo>
                  <a:pt x="0" y="21600"/>
                </a:moveTo>
                <a:lnTo>
                  <a:pt x="21725" y="0"/>
                </a:lnTo>
                <a:lnTo>
                  <a:pt x="43449" y="21600"/>
                </a:lnTo>
                <a:close/>
              </a:path>
            </a:pathLst>
          </a:custGeom>
          <a:solidFill>
            <a:srgbClr val="1D9A78">
              <a:alpha val="29803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6" name="Google Shape;316;p68">
            <a:extLst>
              <a:ext uri="{FF2B5EF4-FFF2-40B4-BE49-F238E27FC236}">
                <a16:creationId xmlns:a16="http://schemas.microsoft.com/office/drawing/2014/main" id="{330B5E21-1B08-EF97-D770-48B90EB094E5}"/>
              </a:ext>
            </a:extLst>
          </p:cNvPr>
          <p:cNvSpPr/>
          <p:nvPr/>
        </p:nvSpPr>
        <p:spPr>
          <a:xfrm>
            <a:off x="1907955" y="105231"/>
            <a:ext cx="10283897" cy="1281348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US" sz="4400" b="1">
                <a:solidFill>
                  <a:schemeClr val="bg2">
                    <a:lumMod val="60000"/>
                    <a:lumOff val="40000"/>
                  </a:schemeClr>
                </a:solidFill>
                <a:latin typeface="Calibri"/>
                <a:ea typeface="Calibri"/>
                <a:cs typeface="Calibri"/>
              </a:rPr>
              <a:t>COURSE 1: WEB BOOKING APPLICATION</a:t>
            </a:r>
          </a:p>
        </p:txBody>
      </p:sp>
      <p:pic>
        <p:nvPicPr>
          <p:cNvPr id="1083" name="Picture 1082" descr="A logo for a tour company&#10;&#10;AI-generated content may be incorrect.">
            <a:extLst>
              <a:ext uri="{FF2B5EF4-FFF2-40B4-BE49-F238E27FC236}">
                <a16:creationId xmlns:a16="http://schemas.microsoft.com/office/drawing/2014/main" id="{C80D06FB-74C9-34A9-0249-7EB5264273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4032" y="2208995"/>
            <a:ext cx="3581877" cy="3357795"/>
          </a:xfrm>
          <a:prstGeom prst="rect">
            <a:avLst/>
          </a:prstGeom>
        </p:spPr>
      </p:pic>
      <p:graphicFrame>
        <p:nvGraphicFramePr>
          <p:cNvPr id="31" name="Diagram 30">
            <a:extLst>
              <a:ext uri="{FF2B5EF4-FFF2-40B4-BE49-F238E27FC236}">
                <a16:creationId xmlns:a16="http://schemas.microsoft.com/office/drawing/2014/main" id="{EE286F8C-BF8A-46F4-5F8D-F1DC60FEB64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87115729"/>
              </p:ext>
            </p:extLst>
          </p:nvPr>
        </p:nvGraphicFramePr>
        <p:xfrm>
          <a:off x="504380" y="1279002"/>
          <a:ext cx="8011589" cy="50838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8125156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07">
          <a:extLst>
            <a:ext uri="{FF2B5EF4-FFF2-40B4-BE49-F238E27FC236}">
              <a16:creationId xmlns:a16="http://schemas.microsoft.com/office/drawing/2014/main" id="{4D460CC6-EDAC-A240-49DD-BEA1E848F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68">
            <a:extLst>
              <a:ext uri="{FF2B5EF4-FFF2-40B4-BE49-F238E27FC236}">
                <a16:creationId xmlns:a16="http://schemas.microsoft.com/office/drawing/2014/main" id="{5EA01783-9FA1-1F36-7DB3-8E96C23B1A4C}"/>
              </a:ext>
            </a:extLst>
          </p:cNvPr>
          <p:cNvSpPr/>
          <p:nvPr/>
        </p:nvSpPr>
        <p:spPr>
          <a:xfrm rot="-2700000" flipH="1">
            <a:off x="-376560" y="-253440"/>
            <a:ext cx="1827720" cy="1377000"/>
          </a:xfrm>
          <a:custGeom>
            <a:avLst/>
            <a:gdLst/>
            <a:ahLst/>
            <a:cxnLst/>
            <a:rect l="l" t="t" r="r" b="b"/>
            <a:pathLst>
              <a:path w="1827638" h="1376989" extrusionOk="0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rgbClr val="1D9A78">
              <a:alpha val="29803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0" name="Google Shape;310;p68">
            <a:extLst>
              <a:ext uri="{FF2B5EF4-FFF2-40B4-BE49-F238E27FC236}">
                <a16:creationId xmlns:a16="http://schemas.microsoft.com/office/drawing/2014/main" id="{D10EF67A-98AE-4493-538C-8E95B5AEC3C5}"/>
              </a:ext>
            </a:extLst>
          </p:cNvPr>
          <p:cNvSpPr/>
          <p:nvPr/>
        </p:nvSpPr>
        <p:spPr>
          <a:xfrm rot="-2700000" flipH="1">
            <a:off x="891360" y="421920"/>
            <a:ext cx="645480" cy="64548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1D9A78">
              <a:alpha val="29803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2" name="Google Shape;312;p68">
            <a:extLst>
              <a:ext uri="{FF2B5EF4-FFF2-40B4-BE49-F238E27FC236}">
                <a16:creationId xmlns:a16="http://schemas.microsoft.com/office/drawing/2014/main" id="{F1B02B88-F849-3423-928E-CB7E043C1953}"/>
              </a:ext>
            </a:extLst>
          </p:cNvPr>
          <p:cNvSpPr txBox="1"/>
          <p:nvPr/>
        </p:nvSpPr>
        <p:spPr>
          <a:xfrm>
            <a:off x="8234280" y="6356520"/>
            <a:ext cx="4114800" cy="365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Tour Catchers LLC​ – Team 4</a:t>
            </a:r>
            <a:endParaRPr sz="12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68">
            <a:extLst>
              <a:ext uri="{FF2B5EF4-FFF2-40B4-BE49-F238E27FC236}">
                <a16:creationId xmlns:a16="http://schemas.microsoft.com/office/drawing/2014/main" id="{8A13BEBD-27F1-78B3-B360-2947FAFBBB55}"/>
              </a:ext>
            </a:extLst>
          </p:cNvPr>
          <p:cNvSpPr txBox="1"/>
          <p:nvPr/>
        </p:nvSpPr>
        <p:spPr>
          <a:xfrm>
            <a:off x="8805240" y="6356520"/>
            <a:ext cx="2743200" cy="365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12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68">
            <a:extLst>
              <a:ext uri="{FF2B5EF4-FFF2-40B4-BE49-F238E27FC236}">
                <a16:creationId xmlns:a16="http://schemas.microsoft.com/office/drawing/2014/main" id="{A8FB7DA8-C3BF-0F97-A344-142788BE8D23}"/>
              </a:ext>
            </a:extLst>
          </p:cNvPr>
          <p:cNvSpPr/>
          <p:nvPr/>
        </p:nvSpPr>
        <p:spPr>
          <a:xfrm flipH="1">
            <a:off x="7975800" y="6115320"/>
            <a:ext cx="1494360" cy="742680"/>
          </a:xfrm>
          <a:custGeom>
            <a:avLst/>
            <a:gdLst/>
            <a:ahLst/>
            <a:cxnLst/>
            <a:rect l="l" t="t" r="r" b="b"/>
            <a:pathLst>
              <a:path w="43451" h="21600" extrusionOk="0">
                <a:moveTo>
                  <a:pt x="0" y="21600"/>
                </a:moveTo>
                <a:lnTo>
                  <a:pt x="21726" y="0"/>
                </a:lnTo>
                <a:lnTo>
                  <a:pt x="43451" y="21600"/>
                </a:lnTo>
                <a:close/>
              </a:path>
            </a:pathLst>
          </a:custGeom>
          <a:solidFill>
            <a:srgbClr val="1D9A78">
              <a:alpha val="29803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5" name="Google Shape;315;p68">
            <a:extLst>
              <a:ext uri="{FF2B5EF4-FFF2-40B4-BE49-F238E27FC236}">
                <a16:creationId xmlns:a16="http://schemas.microsoft.com/office/drawing/2014/main" id="{C9587AB1-D322-4CF8-226C-0988034F1F49}"/>
              </a:ext>
            </a:extLst>
          </p:cNvPr>
          <p:cNvSpPr/>
          <p:nvPr/>
        </p:nvSpPr>
        <p:spPr>
          <a:xfrm flipH="1">
            <a:off x="7603920" y="6453000"/>
            <a:ext cx="815040" cy="405000"/>
          </a:xfrm>
          <a:custGeom>
            <a:avLst/>
            <a:gdLst/>
            <a:ahLst/>
            <a:cxnLst/>
            <a:rect l="l" t="t" r="r" b="b"/>
            <a:pathLst>
              <a:path w="43449" h="21600" extrusionOk="0">
                <a:moveTo>
                  <a:pt x="0" y="21600"/>
                </a:moveTo>
                <a:lnTo>
                  <a:pt x="21725" y="0"/>
                </a:lnTo>
                <a:lnTo>
                  <a:pt x="43449" y="21600"/>
                </a:lnTo>
                <a:close/>
              </a:path>
            </a:pathLst>
          </a:custGeom>
          <a:solidFill>
            <a:srgbClr val="1D9A78">
              <a:alpha val="29803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6" name="Google Shape;316;p68">
            <a:extLst>
              <a:ext uri="{FF2B5EF4-FFF2-40B4-BE49-F238E27FC236}">
                <a16:creationId xmlns:a16="http://schemas.microsoft.com/office/drawing/2014/main" id="{3883E80D-CE23-36F3-A622-9C928878898A}"/>
              </a:ext>
            </a:extLst>
          </p:cNvPr>
          <p:cNvSpPr/>
          <p:nvPr/>
        </p:nvSpPr>
        <p:spPr>
          <a:xfrm>
            <a:off x="3280515" y="102878"/>
            <a:ext cx="5524521" cy="1275103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US" sz="4400" b="1">
                <a:solidFill>
                  <a:schemeClr val="bg2">
                    <a:lumMod val="60000"/>
                    <a:lumOff val="40000"/>
                  </a:schemeClr>
                </a:solidFill>
                <a:latin typeface="Calibri"/>
                <a:ea typeface="Calibri"/>
                <a:cs typeface="Calibri"/>
              </a:rPr>
              <a:t>COURSE 2: BITRIX CRM</a:t>
            </a:r>
          </a:p>
        </p:txBody>
      </p:sp>
      <p:sp>
        <p:nvSpPr>
          <p:cNvPr id="1082" name="TextBox 25">
            <a:extLst>
              <a:ext uri="{FF2B5EF4-FFF2-40B4-BE49-F238E27FC236}">
                <a16:creationId xmlns:a16="http://schemas.microsoft.com/office/drawing/2014/main" id="{82664DAF-7A56-460C-BA7B-7BA7F25922B2}"/>
              </a:ext>
            </a:extLst>
          </p:cNvPr>
          <p:cNvSpPr txBox="1"/>
          <p:nvPr/>
        </p:nvSpPr>
        <p:spPr>
          <a:xfrm>
            <a:off x="756406" y="1386055"/>
            <a:ext cx="10417097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cs typeface="Arial"/>
            </a:endParaRPr>
          </a:p>
          <a:p>
            <a:pPr algn="ctr"/>
            <a:endParaRPr lang="en-US">
              <a:cs typeface="Arial"/>
            </a:endParaRPr>
          </a:p>
        </p:txBody>
      </p:sp>
      <p:graphicFrame>
        <p:nvGraphicFramePr>
          <p:cNvPr id="17" name="Diagram 16">
            <a:extLst>
              <a:ext uri="{FF2B5EF4-FFF2-40B4-BE49-F238E27FC236}">
                <a16:creationId xmlns:a16="http://schemas.microsoft.com/office/drawing/2014/main" id="{6403DD8C-1A01-F6BD-74D4-9D78C03AEDB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54242819"/>
              </p:ext>
            </p:extLst>
          </p:nvPr>
        </p:nvGraphicFramePr>
        <p:xfrm>
          <a:off x="1150922" y="1569125"/>
          <a:ext cx="9787176" cy="43560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836592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07">
          <a:extLst>
            <a:ext uri="{FF2B5EF4-FFF2-40B4-BE49-F238E27FC236}">
              <a16:creationId xmlns:a16="http://schemas.microsoft.com/office/drawing/2014/main" id="{A2474544-4CBC-FB0C-2770-3C48C395A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68">
            <a:extLst>
              <a:ext uri="{FF2B5EF4-FFF2-40B4-BE49-F238E27FC236}">
                <a16:creationId xmlns:a16="http://schemas.microsoft.com/office/drawing/2014/main" id="{0DA97FD6-1550-A8CF-94B0-E80570836393}"/>
              </a:ext>
            </a:extLst>
          </p:cNvPr>
          <p:cNvSpPr/>
          <p:nvPr/>
        </p:nvSpPr>
        <p:spPr>
          <a:xfrm rot="-2700000" flipH="1">
            <a:off x="-376560" y="-253440"/>
            <a:ext cx="1827720" cy="1377000"/>
          </a:xfrm>
          <a:custGeom>
            <a:avLst/>
            <a:gdLst/>
            <a:ahLst/>
            <a:cxnLst/>
            <a:rect l="l" t="t" r="r" b="b"/>
            <a:pathLst>
              <a:path w="1827638" h="1376989" extrusionOk="0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rgbClr val="1D9A78">
              <a:alpha val="29803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0" name="Google Shape;310;p68">
            <a:extLst>
              <a:ext uri="{FF2B5EF4-FFF2-40B4-BE49-F238E27FC236}">
                <a16:creationId xmlns:a16="http://schemas.microsoft.com/office/drawing/2014/main" id="{313B1DE8-6286-2A6E-E030-A71999DF3E7B}"/>
              </a:ext>
            </a:extLst>
          </p:cNvPr>
          <p:cNvSpPr/>
          <p:nvPr/>
        </p:nvSpPr>
        <p:spPr>
          <a:xfrm rot="-2700000" flipH="1">
            <a:off x="891360" y="421920"/>
            <a:ext cx="645480" cy="64548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1D9A78">
              <a:alpha val="29803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2" name="Google Shape;312;p68">
            <a:extLst>
              <a:ext uri="{FF2B5EF4-FFF2-40B4-BE49-F238E27FC236}">
                <a16:creationId xmlns:a16="http://schemas.microsoft.com/office/drawing/2014/main" id="{3DBC1258-C830-4F4D-7573-55D658E5457E}"/>
              </a:ext>
            </a:extLst>
          </p:cNvPr>
          <p:cNvSpPr txBox="1"/>
          <p:nvPr/>
        </p:nvSpPr>
        <p:spPr>
          <a:xfrm>
            <a:off x="8234280" y="6356520"/>
            <a:ext cx="4114800" cy="365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Tour Catchers LLC​ – Team 4</a:t>
            </a:r>
            <a:endParaRPr sz="12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68">
            <a:extLst>
              <a:ext uri="{FF2B5EF4-FFF2-40B4-BE49-F238E27FC236}">
                <a16:creationId xmlns:a16="http://schemas.microsoft.com/office/drawing/2014/main" id="{EFC3E123-098E-A9CC-1AF0-831A6FA0F108}"/>
              </a:ext>
            </a:extLst>
          </p:cNvPr>
          <p:cNvSpPr txBox="1"/>
          <p:nvPr/>
        </p:nvSpPr>
        <p:spPr>
          <a:xfrm>
            <a:off x="8805240" y="6356520"/>
            <a:ext cx="2743200" cy="365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sz="12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68">
            <a:extLst>
              <a:ext uri="{FF2B5EF4-FFF2-40B4-BE49-F238E27FC236}">
                <a16:creationId xmlns:a16="http://schemas.microsoft.com/office/drawing/2014/main" id="{AD76C1D1-6A3D-77EE-D204-0C0F1FCD826A}"/>
              </a:ext>
            </a:extLst>
          </p:cNvPr>
          <p:cNvSpPr/>
          <p:nvPr/>
        </p:nvSpPr>
        <p:spPr>
          <a:xfrm flipH="1">
            <a:off x="7975800" y="6115320"/>
            <a:ext cx="1494360" cy="742680"/>
          </a:xfrm>
          <a:custGeom>
            <a:avLst/>
            <a:gdLst/>
            <a:ahLst/>
            <a:cxnLst/>
            <a:rect l="l" t="t" r="r" b="b"/>
            <a:pathLst>
              <a:path w="43451" h="21600" extrusionOk="0">
                <a:moveTo>
                  <a:pt x="0" y="21600"/>
                </a:moveTo>
                <a:lnTo>
                  <a:pt x="21726" y="0"/>
                </a:lnTo>
                <a:lnTo>
                  <a:pt x="43451" y="21600"/>
                </a:lnTo>
                <a:close/>
              </a:path>
            </a:pathLst>
          </a:custGeom>
          <a:solidFill>
            <a:srgbClr val="1D9A78">
              <a:alpha val="29803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5" name="Google Shape;315;p68">
            <a:extLst>
              <a:ext uri="{FF2B5EF4-FFF2-40B4-BE49-F238E27FC236}">
                <a16:creationId xmlns:a16="http://schemas.microsoft.com/office/drawing/2014/main" id="{54057858-A7DF-3597-034E-0DD9F8FFC384}"/>
              </a:ext>
            </a:extLst>
          </p:cNvPr>
          <p:cNvSpPr/>
          <p:nvPr/>
        </p:nvSpPr>
        <p:spPr>
          <a:xfrm flipH="1">
            <a:off x="7603920" y="6453000"/>
            <a:ext cx="815040" cy="405000"/>
          </a:xfrm>
          <a:custGeom>
            <a:avLst/>
            <a:gdLst/>
            <a:ahLst/>
            <a:cxnLst/>
            <a:rect l="l" t="t" r="r" b="b"/>
            <a:pathLst>
              <a:path w="43449" h="21600" extrusionOk="0">
                <a:moveTo>
                  <a:pt x="0" y="21600"/>
                </a:moveTo>
                <a:lnTo>
                  <a:pt x="21725" y="0"/>
                </a:lnTo>
                <a:lnTo>
                  <a:pt x="43449" y="21600"/>
                </a:lnTo>
                <a:close/>
              </a:path>
            </a:pathLst>
          </a:custGeom>
          <a:solidFill>
            <a:srgbClr val="1D9A78">
              <a:alpha val="29803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6" name="Google Shape;316;p68">
            <a:extLst>
              <a:ext uri="{FF2B5EF4-FFF2-40B4-BE49-F238E27FC236}">
                <a16:creationId xmlns:a16="http://schemas.microsoft.com/office/drawing/2014/main" id="{A9C1EEB1-477A-D94F-955F-A92AE552AA50}"/>
              </a:ext>
            </a:extLst>
          </p:cNvPr>
          <p:cNvSpPr/>
          <p:nvPr/>
        </p:nvSpPr>
        <p:spPr>
          <a:xfrm>
            <a:off x="3280515" y="102878"/>
            <a:ext cx="5524521" cy="1275103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US" sz="4400" b="1">
                <a:solidFill>
                  <a:schemeClr val="bg2">
                    <a:lumMod val="60000"/>
                    <a:lumOff val="40000"/>
                  </a:schemeClr>
                </a:solidFill>
                <a:latin typeface="Calibri"/>
                <a:ea typeface="Calibri"/>
                <a:cs typeface="Calibri"/>
              </a:rPr>
              <a:t>COURSE 3: DIALPAD AI</a:t>
            </a:r>
          </a:p>
        </p:txBody>
      </p:sp>
      <p:sp>
        <p:nvSpPr>
          <p:cNvPr id="1082" name="TextBox 25">
            <a:extLst>
              <a:ext uri="{FF2B5EF4-FFF2-40B4-BE49-F238E27FC236}">
                <a16:creationId xmlns:a16="http://schemas.microsoft.com/office/drawing/2014/main" id="{CAD9B2E1-D03F-443F-AD6F-45490AEAC64D}"/>
              </a:ext>
            </a:extLst>
          </p:cNvPr>
          <p:cNvSpPr txBox="1"/>
          <p:nvPr/>
        </p:nvSpPr>
        <p:spPr>
          <a:xfrm>
            <a:off x="756406" y="1386055"/>
            <a:ext cx="10417097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cs typeface="Arial"/>
            </a:endParaRPr>
          </a:p>
          <a:p>
            <a:pPr algn="ctr"/>
            <a:endParaRPr lang="en-US">
              <a:cs typeface="Arial"/>
            </a:endParaRPr>
          </a:p>
        </p:txBody>
      </p:sp>
      <p:graphicFrame>
        <p:nvGraphicFramePr>
          <p:cNvPr id="17" name="Diagram 16">
            <a:extLst>
              <a:ext uri="{FF2B5EF4-FFF2-40B4-BE49-F238E27FC236}">
                <a16:creationId xmlns:a16="http://schemas.microsoft.com/office/drawing/2014/main" id="{DFB0ABC9-9275-13B7-1B9A-7CF37E2F2B5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25973430"/>
              </p:ext>
            </p:extLst>
          </p:nvPr>
        </p:nvGraphicFramePr>
        <p:xfrm>
          <a:off x="488857" y="1531650"/>
          <a:ext cx="11211241" cy="49994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847055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07">
          <a:extLst>
            <a:ext uri="{FF2B5EF4-FFF2-40B4-BE49-F238E27FC236}">
              <a16:creationId xmlns:a16="http://schemas.microsoft.com/office/drawing/2014/main" id="{9E2639E0-15E0-1AAB-EF36-3D78AFB739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68">
            <a:extLst>
              <a:ext uri="{FF2B5EF4-FFF2-40B4-BE49-F238E27FC236}">
                <a16:creationId xmlns:a16="http://schemas.microsoft.com/office/drawing/2014/main" id="{2CCB3368-C4B3-0B71-82D1-4300459EC474}"/>
              </a:ext>
            </a:extLst>
          </p:cNvPr>
          <p:cNvSpPr/>
          <p:nvPr/>
        </p:nvSpPr>
        <p:spPr>
          <a:xfrm rot="-2700000" flipH="1">
            <a:off x="-376560" y="-253440"/>
            <a:ext cx="1827720" cy="1377000"/>
          </a:xfrm>
          <a:custGeom>
            <a:avLst/>
            <a:gdLst/>
            <a:ahLst/>
            <a:cxnLst/>
            <a:rect l="l" t="t" r="r" b="b"/>
            <a:pathLst>
              <a:path w="1827638" h="1376989" extrusionOk="0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rgbClr val="1D9A78">
              <a:alpha val="29803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0" name="Google Shape;310;p68">
            <a:extLst>
              <a:ext uri="{FF2B5EF4-FFF2-40B4-BE49-F238E27FC236}">
                <a16:creationId xmlns:a16="http://schemas.microsoft.com/office/drawing/2014/main" id="{E3623B25-CA19-83BE-D281-7A3F4A4F61B6}"/>
              </a:ext>
            </a:extLst>
          </p:cNvPr>
          <p:cNvSpPr/>
          <p:nvPr/>
        </p:nvSpPr>
        <p:spPr>
          <a:xfrm rot="-2700000" flipH="1">
            <a:off x="891360" y="421920"/>
            <a:ext cx="645480" cy="64548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1D9A78">
              <a:alpha val="29803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2" name="Google Shape;312;p68">
            <a:extLst>
              <a:ext uri="{FF2B5EF4-FFF2-40B4-BE49-F238E27FC236}">
                <a16:creationId xmlns:a16="http://schemas.microsoft.com/office/drawing/2014/main" id="{6C230655-575D-2A90-AA83-1FBBD5C4ECD7}"/>
              </a:ext>
            </a:extLst>
          </p:cNvPr>
          <p:cNvSpPr txBox="1"/>
          <p:nvPr/>
        </p:nvSpPr>
        <p:spPr>
          <a:xfrm>
            <a:off x="8234280" y="6356520"/>
            <a:ext cx="4114800" cy="365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Tour Catchers LLC​ – Team 4</a:t>
            </a:r>
            <a:endParaRPr sz="12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68">
            <a:extLst>
              <a:ext uri="{FF2B5EF4-FFF2-40B4-BE49-F238E27FC236}">
                <a16:creationId xmlns:a16="http://schemas.microsoft.com/office/drawing/2014/main" id="{25EF16E9-4268-3F08-11CD-D9CF4F0071AE}"/>
              </a:ext>
            </a:extLst>
          </p:cNvPr>
          <p:cNvSpPr txBox="1"/>
          <p:nvPr/>
        </p:nvSpPr>
        <p:spPr>
          <a:xfrm>
            <a:off x="8805240" y="6356520"/>
            <a:ext cx="2743200" cy="365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sz="12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68">
            <a:extLst>
              <a:ext uri="{FF2B5EF4-FFF2-40B4-BE49-F238E27FC236}">
                <a16:creationId xmlns:a16="http://schemas.microsoft.com/office/drawing/2014/main" id="{F3079D87-4ED7-4D6A-FE38-CD2C5470D62A}"/>
              </a:ext>
            </a:extLst>
          </p:cNvPr>
          <p:cNvSpPr/>
          <p:nvPr/>
        </p:nvSpPr>
        <p:spPr>
          <a:xfrm flipH="1">
            <a:off x="7975800" y="6115320"/>
            <a:ext cx="1494360" cy="742680"/>
          </a:xfrm>
          <a:custGeom>
            <a:avLst/>
            <a:gdLst/>
            <a:ahLst/>
            <a:cxnLst/>
            <a:rect l="l" t="t" r="r" b="b"/>
            <a:pathLst>
              <a:path w="43451" h="21600" extrusionOk="0">
                <a:moveTo>
                  <a:pt x="0" y="21600"/>
                </a:moveTo>
                <a:lnTo>
                  <a:pt x="21726" y="0"/>
                </a:lnTo>
                <a:lnTo>
                  <a:pt x="43451" y="21600"/>
                </a:lnTo>
                <a:close/>
              </a:path>
            </a:pathLst>
          </a:custGeom>
          <a:solidFill>
            <a:srgbClr val="1D9A78">
              <a:alpha val="29803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5" name="Google Shape;315;p68">
            <a:extLst>
              <a:ext uri="{FF2B5EF4-FFF2-40B4-BE49-F238E27FC236}">
                <a16:creationId xmlns:a16="http://schemas.microsoft.com/office/drawing/2014/main" id="{E40FFF5D-7ED6-B69C-021A-DF8A11CF17F4}"/>
              </a:ext>
            </a:extLst>
          </p:cNvPr>
          <p:cNvSpPr/>
          <p:nvPr/>
        </p:nvSpPr>
        <p:spPr>
          <a:xfrm flipH="1">
            <a:off x="7603920" y="6453000"/>
            <a:ext cx="815040" cy="405000"/>
          </a:xfrm>
          <a:custGeom>
            <a:avLst/>
            <a:gdLst/>
            <a:ahLst/>
            <a:cxnLst/>
            <a:rect l="l" t="t" r="r" b="b"/>
            <a:pathLst>
              <a:path w="43449" h="21600" extrusionOk="0">
                <a:moveTo>
                  <a:pt x="0" y="21600"/>
                </a:moveTo>
                <a:lnTo>
                  <a:pt x="21725" y="0"/>
                </a:lnTo>
                <a:lnTo>
                  <a:pt x="43449" y="21600"/>
                </a:lnTo>
                <a:close/>
              </a:path>
            </a:pathLst>
          </a:custGeom>
          <a:solidFill>
            <a:srgbClr val="1D9A78">
              <a:alpha val="29803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6" name="Google Shape;316;p68">
            <a:extLst>
              <a:ext uri="{FF2B5EF4-FFF2-40B4-BE49-F238E27FC236}">
                <a16:creationId xmlns:a16="http://schemas.microsoft.com/office/drawing/2014/main" id="{88B7E310-22BB-89E0-6BD5-C41BD0A42024}"/>
              </a:ext>
            </a:extLst>
          </p:cNvPr>
          <p:cNvSpPr/>
          <p:nvPr/>
        </p:nvSpPr>
        <p:spPr>
          <a:xfrm>
            <a:off x="756264" y="285662"/>
            <a:ext cx="10283897" cy="1281348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4400" b="1">
                <a:solidFill>
                  <a:schemeClr val="bg2">
                    <a:lumMod val="60000"/>
                    <a:lumOff val="40000"/>
                  </a:schemeClr>
                </a:solidFill>
                <a:latin typeface="Calibri"/>
                <a:ea typeface="Calibri"/>
                <a:cs typeface="Calibri"/>
              </a:rPr>
              <a:t>TRAINING:</a:t>
            </a:r>
            <a:endParaRPr lang="en-US"/>
          </a:p>
          <a:p>
            <a:pPr algn="ctr">
              <a:lnSpc>
                <a:spcPct val="90000"/>
              </a:lnSpc>
            </a:pPr>
            <a:r>
              <a:rPr lang="en-US" sz="4400" b="1">
                <a:solidFill>
                  <a:schemeClr val="bg2">
                    <a:lumMod val="60000"/>
                    <a:lumOff val="40000"/>
                  </a:schemeClr>
                </a:solidFill>
                <a:latin typeface="Calibri"/>
                <a:ea typeface="Calibri"/>
                <a:cs typeface="Calibri"/>
              </a:rPr>
              <a:t>FORMAT &amp; DOCUMENTATION</a:t>
            </a:r>
          </a:p>
        </p:txBody>
      </p:sp>
      <p:sp>
        <p:nvSpPr>
          <p:cNvPr id="1082" name="TextBox 25">
            <a:extLst>
              <a:ext uri="{FF2B5EF4-FFF2-40B4-BE49-F238E27FC236}">
                <a16:creationId xmlns:a16="http://schemas.microsoft.com/office/drawing/2014/main" id="{87082A79-BC2D-F53C-2E0D-99B95B983357}"/>
              </a:ext>
            </a:extLst>
          </p:cNvPr>
          <p:cNvSpPr txBox="1"/>
          <p:nvPr/>
        </p:nvSpPr>
        <p:spPr>
          <a:xfrm>
            <a:off x="756406" y="1386055"/>
            <a:ext cx="10417097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cs typeface="Arial"/>
            </a:endParaRPr>
          </a:p>
          <a:p>
            <a:pPr algn="ctr"/>
            <a:endParaRPr lang="en-US">
              <a:cs typeface="Arial"/>
            </a:endParaRPr>
          </a:p>
        </p:txBody>
      </p:sp>
      <p:graphicFrame>
        <p:nvGraphicFramePr>
          <p:cNvPr id="21" name="Diagram 20">
            <a:extLst>
              <a:ext uri="{FF2B5EF4-FFF2-40B4-BE49-F238E27FC236}">
                <a16:creationId xmlns:a16="http://schemas.microsoft.com/office/drawing/2014/main" id="{D7F6CED3-8B5E-CAEF-B4C8-FFEC9EF9936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59457820"/>
              </p:ext>
            </p:extLst>
          </p:nvPr>
        </p:nvGraphicFramePr>
        <p:xfrm>
          <a:off x="1159809" y="1465733"/>
          <a:ext cx="9816355" cy="48902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6145520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07">
          <a:extLst>
            <a:ext uri="{FF2B5EF4-FFF2-40B4-BE49-F238E27FC236}">
              <a16:creationId xmlns:a16="http://schemas.microsoft.com/office/drawing/2014/main" id="{C9549F76-9B04-BE86-447C-DD940D25D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68">
            <a:extLst>
              <a:ext uri="{FF2B5EF4-FFF2-40B4-BE49-F238E27FC236}">
                <a16:creationId xmlns:a16="http://schemas.microsoft.com/office/drawing/2014/main" id="{0BA5A333-1DBC-1610-7548-A9179628A501}"/>
              </a:ext>
            </a:extLst>
          </p:cNvPr>
          <p:cNvSpPr/>
          <p:nvPr/>
        </p:nvSpPr>
        <p:spPr>
          <a:xfrm rot="-2700000" flipH="1">
            <a:off x="-376560" y="-253440"/>
            <a:ext cx="1827720" cy="1377000"/>
          </a:xfrm>
          <a:custGeom>
            <a:avLst/>
            <a:gdLst/>
            <a:ahLst/>
            <a:cxnLst/>
            <a:rect l="l" t="t" r="r" b="b"/>
            <a:pathLst>
              <a:path w="1827638" h="1376989" extrusionOk="0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rgbClr val="1D9A78">
              <a:alpha val="29803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0" name="Google Shape;310;p68">
            <a:extLst>
              <a:ext uri="{FF2B5EF4-FFF2-40B4-BE49-F238E27FC236}">
                <a16:creationId xmlns:a16="http://schemas.microsoft.com/office/drawing/2014/main" id="{CF57C755-3E14-6CA6-7204-DE4394911E6C}"/>
              </a:ext>
            </a:extLst>
          </p:cNvPr>
          <p:cNvSpPr/>
          <p:nvPr/>
        </p:nvSpPr>
        <p:spPr>
          <a:xfrm rot="-2700000" flipH="1">
            <a:off x="891360" y="421920"/>
            <a:ext cx="645480" cy="64548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1D9A78">
              <a:alpha val="29803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2" name="Google Shape;312;p68">
            <a:extLst>
              <a:ext uri="{FF2B5EF4-FFF2-40B4-BE49-F238E27FC236}">
                <a16:creationId xmlns:a16="http://schemas.microsoft.com/office/drawing/2014/main" id="{76126C64-9F39-8B25-A048-A98C2BBF43A4}"/>
              </a:ext>
            </a:extLst>
          </p:cNvPr>
          <p:cNvSpPr txBox="1"/>
          <p:nvPr/>
        </p:nvSpPr>
        <p:spPr>
          <a:xfrm>
            <a:off x="8234280" y="6356520"/>
            <a:ext cx="4114800" cy="365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Tour Catchers LLC​ – Team 4</a:t>
            </a:r>
            <a:endParaRPr sz="12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68">
            <a:extLst>
              <a:ext uri="{FF2B5EF4-FFF2-40B4-BE49-F238E27FC236}">
                <a16:creationId xmlns:a16="http://schemas.microsoft.com/office/drawing/2014/main" id="{48C35CBE-AFAA-EB02-A55C-E659F57480EB}"/>
              </a:ext>
            </a:extLst>
          </p:cNvPr>
          <p:cNvSpPr txBox="1"/>
          <p:nvPr/>
        </p:nvSpPr>
        <p:spPr>
          <a:xfrm>
            <a:off x="8805240" y="6356520"/>
            <a:ext cx="2743200" cy="365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sz="12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68">
            <a:extLst>
              <a:ext uri="{FF2B5EF4-FFF2-40B4-BE49-F238E27FC236}">
                <a16:creationId xmlns:a16="http://schemas.microsoft.com/office/drawing/2014/main" id="{BD691B2C-5809-4DC5-EB63-72EFD2989C71}"/>
              </a:ext>
            </a:extLst>
          </p:cNvPr>
          <p:cNvSpPr/>
          <p:nvPr/>
        </p:nvSpPr>
        <p:spPr>
          <a:xfrm flipH="1">
            <a:off x="7975800" y="6115320"/>
            <a:ext cx="1494360" cy="742680"/>
          </a:xfrm>
          <a:custGeom>
            <a:avLst/>
            <a:gdLst/>
            <a:ahLst/>
            <a:cxnLst/>
            <a:rect l="l" t="t" r="r" b="b"/>
            <a:pathLst>
              <a:path w="43451" h="21600" extrusionOk="0">
                <a:moveTo>
                  <a:pt x="0" y="21600"/>
                </a:moveTo>
                <a:lnTo>
                  <a:pt x="21726" y="0"/>
                </a:lnTo>
                <a:lnTo>
                  <a:pt x="43451" y="21600"/>
                </a:lnTo>
                <a:close/>
              </a:path>
            </a:pathLst>
          </a:custGeom>
          <a:solidFill>
            <a:srgbClr val="1D9A78">
              <a:alpha val="29803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5" name="Google Shape;315;p68">
            <a:extLst>
              <a:ext uri="{FF2B5EF4-FFF2-40B4-BE49-F238E27FC236}">
                <a16:creationId xmlns:a16="http://schemas.microsoft.com/office/drawing/2014/main" id="{76E70021-1B0D-4B12-5542-96D8794FB469}"/>
              </a:ext>
            </a:extLst>
          </p:cNvPr>
          <p:cNvSpPr/>
          <p:nvPr/>
        </p:nvSpPr>
        <p:spPr>
          <a:xfrm flipH="1">
            <a:off x="7603920" y="6453000"/>
            <a:ext cx="815040" cy="405000"/>
          </a:xfrm>
          <a:custGeom>
            <a:avLst/>
            <a:gdLst/>
            <a:ahLst/>
            <a:cxnLst/>
            <a:rect l="l" t="t" r="r" b="b"/>
            <a:pathLst>
              <a:path w="43449" h="21600" extrusionOk="0">
                <a:moveTo>
                  <a:pt x="0" y="21600"/>
                </a:moveTo>
                <a:lnTo>
                  <a:pt x="21725" y="0"/>
                </a:lnTo>
                <a:lnTo>
                  <a:pt x="43449" y="21600"/>
                </a:lnTo>
                <a:close/>
              </a:path>
            </a:pathLst>
          </a:custGeom>
          <a:solidFill>
            <a:srgbClr val="1D9A78">
              <a:alpha val="29803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6" name="Google Shape;316;p68">
            <a:extLst>
              <a:ext uri="{FF2B5EF4-FFF2-40B4-BE49-F238E27FC236}">
                <a16:creationId xmlns:a16="http://schemas.microsoft.com/office/drawing/2014/main" id="{302AAC8A-B1E4-F0A1-31C1-85E27DB7A2FF}"/>
              </a:ext>
            </a:extLst>
          </p:cNvPr>
          <p:cNvSpPr/>
          <p:nvPr/>
        </p:nvSpPr>
        <p:spPr>
          <a:xfrm>
            <a:off x="3659402" y="100765"/>
            <a:ext cx="10283897" cy="1281348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US" sz="4400" b="1">
                <a:solidFill>
                  <a:schemeClr val="bg2">
                    <a:lumMod val="60000"/>
                    <a:lumOff val="40000"/>
                  </a:schemeClr>
                </a:solidFill>
                <a:latin typeface="Calibri"/>
                <a:ea typeface="Calibri"/>
                <a:cs typeface="Calibri"/>
              </a:rPr>
              <a:t>TRAINING SCHEDULE</a:t>
            </a:r>
          </a:p>
        </p:txBody>
      </p:sp>
      <p:sp>
        <p:nvSpPr>
          <p:cNvPr id="1082" name="TextBox 25">
            <a:extLst>
              <a:ext uri="{FF2B5EF4-FFF2-40B4-BE49-F238E27FC236}">
                <a16:creationId xmlns:a16="http://schemas.microsoft.com/office/drawing/2014/main" id="{AD092FE3-29B2-F0AB-480C-C48E0C71CDDA}"/>
              </a:ext>
            </a:extLst>
          </p:cNvPr>
          <p:cNvSpPr txBox="1"/>
          <p:nvPr/>
        </p:nvSpPr>
        <p:spPr>
          <a:xfrm>
            <a:off x="756406" y="1386055"/>
            <a:ext cx="10417097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cs typeface="Arial"/>
            </a:endParaRPr>
          </a:p>
          <a:p>
            <a:pPr algn="ctr"/>
            <a:endParaRPr lang="en-US">
              <a:cs typeface="Arial"/>
            </a:endParaRPr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217C22AF-BB7F-8865-5730-E1D07C5C495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61765780"/>
              </p:ext>
            </p:extLst>
          </p:nvPr>
        </p:nvGraphicFramePr>
        <p:xfrm>
          <a:off x="778809" y="1045511"/>
          <a:ext cx="8230720" cy="50751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2223" name="Picture 2222">
            <a:extLst>
              <a:ext uri="{FF2B5EF4-FFF2-40B4-BE49-F238E27FC236}">
                <a16:creationId xmlns:a16="http://schemas.microsoft.com/office/drawing/2014/main" id="{1D02068C-A63A-7617-FAEC-96442E049503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-338" r="40800" b="-8718"/>
          <a:stretch>
            <a:fillRect/>
          </a:stretch>
        </p:blipFill>
        <p:spPr>
          <a:xfrm>
            <a:off x="6324139" y="3896193"/>
            <a:ext cx="5373603" cy="1884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62229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white card with a blue and black design&#10;&#10;AI-generated content may be incorrect.">
            <a:extLst>
              <a:ext uri="{FF2B5EF4-FFF2-40B4-BE49-F238E27FC236}">
                <a16:creationId xmlns:a16="http://schemas.microsoft.com/office/drawing/2014/main" id="{254B48A2-F8DA-8E75-CA28-6BD0D3BC788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0748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82796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75"/>
          <p:cNvSpPr txBox="1"/>
          <p:nvPr/>
        </p:nvSpPr>
        <p:spPr>
          <a:xfrm>
            <a:off x="4038480" y="6356520"/>
            <a:ext cx="4114800" cy="365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Tours Catchers LLC​ – Team 4</a:t>
            </a:r>
            <a:endParaRPr sz="12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75"/>
          <p:cNvSpPr txBox="1"/>
          <p:nvPr/>
        </p:nvSpPr>
        <p:spPr>
          <a:xfrm>
            <a:off x="8610480" y="6356520"/>
            <a:ext cx="2743200" cy="365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 sz="12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75"/>
          <p:cNvSpPr txBox="1"/>
          <p:nvPr/>
        </p:nvSpPr>
        <p:spPr>
          <a:xfrm>
            <a:off x="1604880" y="1281240"/>
            <a:ext cx="9198000" cy="438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2" name="Google Shape;492;p75"/>
          <p:cNvSpPr/>
          <p:nvPr/>
        </p:nvSpPr>
        <p:spPr>
          <a:xfrm>
            <a:off x="431640" y="302760"/>
            <a:ext cx="5558040" cy="4484880"/>
          </a:xfrm>
          <a:custGeom>
            <a:avLst/>
            <a:gdLst/>
            <a:ahLst/>
            <a:cxnLst/>
            <a:rect l="l" t="t" r="r" b="b"/>
            <a:pathLst>
              <a:path w="26768" h="21600" extrusionOk="0">
                <a:moveTo>
                  <a:pt x="26768" y="1350"/>
                </a:moveTo>
                <a:lnTo>
                  <a:pt x="25418" y="1350"/>
                </a:lnTo>
                <a:lnTo>
                  <a:pt x="24068" y="2700"/>
                </a:lnTo>
                <a:lnTo>
                  <a:pt x="1350" y="2700"/>
                </a:lnTo>
                <a:lnTo>
                  <a:pt x="0" y="20250"/>
                </a:lnTo>
                <a:lnTo>
                  <a:pt x="2700" y="18900"/>
                </a:lnTo>
                <a:lnTo>
                  <a:pt x="25418" y="18900"/>
                </a:lnTo>
                <a:close/>
                <a:moveTo>
                  <a:pt x="1350" y="5400"/>
                </a:moveTo>
                <a:close/>
                <a:moveTo>
                  <a:pt x="1350" y="5400"/>
                </a:moveTo>
                <a:close/>
                <a:moveTo>
                  <a:pt x="25418" y="2700"/>
                </a:moveTo>
                <a:close/>
                <a:moveTo>
                  <a:pt x="0" y="4050"/>
                </a:moveTo>
                <a:lnTo>
                  <a:pt x="24068" y="2700"/>
                </a:lnTo>
                <a:lnTo>
                  <a:pt x="24068" y="1350"/>
                </a:lnTo>
                <a:lnTo>
                  <a:pt x="26768" y="17550"/>
                </a:lnTo>
                <a:lnTo>
                  <a:pt x="2700" y="18900"/>
                </a:lnTo>
                <a:lnTo>
                  <a:pt x="2700" y="20250"/>
                </a:lnTo>
                <a:close/>
                <a:moveTo>
                  <a:pt x="24068" y="2700"/>
                </a:moveTo>
                <a:lnTo>
                  <a:pt x="25418" y="2700"/>
                </a:lnTo>
                <a:moveTo>
                  <a:pt x="25418" y="2700"/>
                </a:moveTo>
                <a:lnTo>
                  <a:pt x="25418" y="1350"/>
                </a:lnTo>
                <a:moveTo>
                  <a:pt x="1350" y="5400"/>
                </a:moveTo>
                <a:lnTo>
                  <a:pt x="1350" y="4050"/>
                </a:lnTo>
                <a:moveTo>
                  <a:pt x="2700" y="4050"/>
                </a:moveTo>
                <a:lnTo>
                  <a:pt x="2700" y="18900"/>
                </a:lnTo>
              </a:path>
            </a:pathLst>
          </a:custGeom>
          <a:solidFill>
            <a:srgbClr val="E8E6DA"/>
          </a:solidFill>
          <a:ln w="1260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000000"/>
                </a:solidFill>
                <a:highlight>
                  <a:srgbClr val="E7E6DB"/>
                </a:highlight>
                <a:latin typeface="Calibri"/>
                <a:ea typeface="Calibri"/>
                <a:cs typeface="Calibri"/>
                <a:sym typeface="Calibri"/>
              </a:rPr>
              <a:t>A SINCERE THANK YOU! </a:t>
            </a:r>
            <a:endParaRPr lang="en-US" sz="3200" b="0" i="0" u="none" strike="noStrike" cap="none">
              <a:highlight>
                <a:srgbClr val="E7E6DB"/>
              </a:highlight>
              <a:latin typeface="Arial"/>
              <a:ea typeface="Arial"/>
              <a:cs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b="0" i="0" u="none" strike="noStrike" cap="none">
              <a:solidFill>
                <a:schemeClr val="tx1"/>
              </a:solidFill>
              <a:highlight>
                <a:srgbClr val="E7E6DB"/>
              </a:highlight>
              <a:latin typeface="Arial"/>
              <a:ea typeface="Arial"/>
              <a:cs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 b="1" i="0" u="none" strike="noStrike" cap="none">
                <a:solidFill>
                  <a:schemeClr val="tx1"/>
                </a:solidFill>
                <a:highlight>
                  <a:srgbClr val="E7E6DB"/>
                </a:highlight>
                <a:latin typeface="Calibri"/>
                <a:ea typeface="Calibri"/>
                <a:cs typeface="Calibri"/>
                <a:sym typeface="Calibri"/>
              </a:rPr>
              <a:t>TO PROFESSOR HINE AND OUR GTA KIRAN FOR YOUR SUPPORT AND FEEDBACK!</a:t>
            </a:r>
            <a:endParaRPr sz="2900" b="1" i="0" u="none" strike="noStrike" cap="none">
              <a:solidFill>
                <a:schemeClr val="tx1"/>
              </a:solidFill>
              <a:highlight>
                <a:srgbClr val="E7E6DB"/>
              </a:highlight>
              <a:latin typeface="Arial"/>
              <a:ea typeface="Arial"/>
              <a:cs typeface="Arial"/>
            </a:endParaRPr>
          </a:p>
        </p:txBody>
      </p:sp>
      <p:sp>
        <p:nvSpPr>
          <p:cNvPr id="493" name="Google Shape;493;p75"/>
          <p:cNvSpPr/>
          <p:nvPr/>
        </p:nvSpPr>
        <p:spPr>
          <a:xfrm>
            <a:off x="9565600" y="2908293"/>
            <a:ext cx="2474200" cy="1862694"/>
          </a:xfrm>
          <a:custGeom>
            <a:avLst/>
            <a:gdLst/>
            <a:ahLst/>
            <a:cxnLst/>
            <a:rect l="l" t="t" r="r" b="b"/>
            <a:pathLst>
              <a:path w="7157" h="7040" extrusionOk="0">
                <a:moveTo>
                  <a:pt x="1189" y="0"/>
                </a:moveTo>
                <a:lnTo>
                  <a:pt x="1189" y="0"/>
                </a:lnTo>
                <a:lnTo>
                  <a:pt x="1127" y="1"/>
                </a:lnTo>
                <a:lnTo>
                  <a:pt x="1065" y="6"/>
                </a:lnTo>
                <a:lnTo>
                  <a:pt x="1003" y="13"/>
                </a:lnTo>
                <a:lnTo>
                  <a:pt x="942" y="23"/>
                </a:lnTo>
                <a:lnTo>
                  <a:pt x="881" y="35"/>
                </a:lnTo>
                <a:lnTo>
                  <a:pt x="822" y="51"/>
                </a:lnTo>
                <a:lnTo>
                  <a:pt x="763" y="69"/>
                </a:lnTo>
                <a:lnTo>
                  <a:pt x="705" y="90"/>
                </a:lnTo>
                <a:lnTo>
                  <a:pt x="649" y="113"/>
                </a:lnTo>
                <a:lnTo>
                  <a:pt x="595" y="139"/>
                </a:lnTo>
                <a:lnTo>
                  <a:pt x="541" y="168"/>
                </a:lnTo>
                <a:lnTo>
                  <a:pt x="490" y="198"/>
                </a:lnTo>
                <a:lnTo>
                  <a:pt x="441" y="232"/>
                </a:lnTo>
                <a:lnTo>
                  <a:pt x="393" y="267"/>
                </a:lnTo>
                <a:lnTo>
                  <a:pt x="348" y="304"/>
                </a:lnTo>
                <a:lnTo>
                  <a:pt x="305" y="344"/>
                </a:lnTo>
                <a:lnTo>
                  <a:pt x="265" y="385"/>
                </a:lnTo>
                <a:lnTo>
                  <a:pt x="227" y="428"/>
                </a:lnTo>
                <a:lnTo>
                  <a:pt x="192" y="473"/>
                </a:lnTo>
                <a:lnTo>
                  <a:pt x="159" y="519"/>
                </a:lnTo>
                <a:lnTo>
                  <a:pt x="130" y="567"/>
                </a:lnTo>
                <a:lnTo>
                  <a:pt x="103" y="616"/>
                </a:lnTo>
                <a:lnTo>
                  <a:pt x="79" y="667"/>
                </a:lnTo>
                <a:lnTo>
                  <a:pt x="58" y="718"/>
                </a:lnTo>
                <a:lnTo>
                  <a:pt x="41" y="770"/>
                </a:lnTo>
                <a:lnTo>
                  <a:pt x="26" y="823"/>
                </a:lnTo>
                <a:lnTo>
                  <a:pt x="15" y="876"/>
                </a:lnTo>
                <a:lnTo>
                  <a:pt x="7" y="930"/>
                </a:lnTo>
                <a:lnTo>
                  <a:pt x="2" y="985"/>
                </a:lnTo>
                <a:lnTo>
                  <a:pt x="0" y="1039"/>
                </a:lnTo>
                <a:lnTo>
                  <a:pt x="0" y="1819"/>
                </a:lnTo>
                <a:lnTo>
                  <a:pt x="0" y="2598"/>
                </a:lnTo>
                <a:lnTo>
                  <a:pt x="0" y="3658"/>
                </a:lnTo>
                <a:lnTo>
                  <a:pt x="0" y="4437"/>
                </a:lnTo>
                <a:lnTo>
                  <a:pt x="0" y="5217"/>
                </a:lnTo>
                <a:lnTo>
                  <a:pt x="0" y="5217"/>
                </a:lnTo>
                <a:lnTo>
                  <a:pt x="2" y="5271"/>
                </a:lnTo>
                <a:lnTo>
                  <a:pt x="7" y="5326"/>
                </a:lnTo>
                <a:lnTo>
                  <a:pt x="15" y="5380"/>
                </a:lnTo>
                <a:lnTo>
                  <a:pt x="26" y="5433"/>
                </a:lnTo>
                <a:lnTo>
                  <a:pt x="41" y="5486"/>
                </a:lnTo>
                <a:lnTo>
                  <a:pt x="58" y="5538"/>
                </a:lnTo>
                <a:lnTo>
                  <a:pt x="79" y="5590"/>
                </a:lnTo>
                <a:lnTo>
                  <a:pt x="103" y="5640"/>
                </a:lnTo>
                <a:lnTo>
                  <a:pt x="130" y="5689"/>
                </a:lnTo>
                <a:lnTo>
                  <a:pt x="159" y="5737"/>
                </a:lnTo>
                <a:lnTo>
                  <a:pt x="192" y="5783"/>
                </a:lnTo>
                <a:lnTo>
                  <a:pt x="227" y="5828"/>
                </a:lnTo>
                <a:lnTo>
                  <a:pt x="265" y="5871"/>
                </a:lnTo>
                <a:lnTo>
                  <a:pt x="305" y="5913"/>
                </a:lnTo>
                <a:lnTo>
                  <a:pt x="348" y="5952"/>
                </a:lnTo>
                <a:lnTo>
                  <a:pt x="393" y="5990"/>
                </a:lnTo>
                <a:lnTo>
                  <a:pt x="441" y="6025"/>
                </a:lnTo>
                <a:lnTo>
                  <a:pt x="490" y="6058"/>
                </a:lnTo>
                <a:lnTo>
                  <a:pt x="541" y="6089"/>
                </a:lnTo>
                <a:lnTo>
                  <a:pt x="595" y="6118"/>
                </a:lnTo>
                <a:lnTo>
                  <a:pt x="649" y="6144"/>
                </a:lnTo>
                <a:lnTo>
                  <a:pt x="705" y="6167"/>
                </a:lnTo>
                <a:lnTo>
                  <a:pt x="763" y="6188"/>
                </a:lnTo>
                <a:lnTo>
                  <a:pt x="822" y="6206"/>
                </a:lnTo>
                <a:lnTo>
                  <a:pt x="881" y="6222"/>
                </a:lnTo>
                <a:lnTo>
                  <a:pt x="942" y="6234"/>
                </a:lnTo>
                <a:lnTo>
                  <a:pt x="1003" y="6244"/>
                </a:lnTo>
                <a:lnTo>
                  <a:pt x="1065" y="6251"/>
                </a:lnTo>
                <a:lnTo>
                  <a:pt x="1127" y="6256"/>
                </a:lnTo>
                <a:lnTo>
                  <a:pt x="1189" y="6257"/>
                </a:lnTo>
                <a:lnTo>
                  <a:pt x="2087" y="7039"/>
                </a:lnTo>
                <a:lnTo>
                  <a:pt x="2971" y="6257"/>
                </a:lnTo>
                <a:lnTo>
                  <a:pt x="4184" y="6257"/>
                </a:lnTo>
                <a:lnTo>
                  <a:pt x="5075" y="6257"/>
                </a:lnTo>
                <a:lnTo>
                  <a:pt x="5966" y="6257"/>
                </a:lnTo>
                <a:lnTo>
                  <a:pt x="5966" y="6257"/>
                </a:lnTo>
                <a:lnTo>
                  <a:pt x="6028" y="6256"/>
                </a:lnTo>
                <a:lnTo>
                  <a:pt x="6090" y="6251"/>
                </a:lnTo>
                <a:lnTo>
                  <a:pt x="6152" y="6244"/>
                </a:lnTo>
                <a:lnTo>
                  <a:pt x="6213" y="6234"/>
                </a:lnTo>
                <a:lnTo>
                  <a:pt x="6274" y="6222"/>
                </a:lnTo>
                <a:lnTo>
                  <a:pt x="6333" y="6206"/>
                </a:lnTo>
                <a:lnTo>
                  <a:pt x="6392" y="6188"/>
                </a:lnTo>
                <a:lnTo>
                  <a:pt x="6450" y="6167"/>
                </a:lnTo>
                <a:lnTo>
                  <a:pt x="6506" y="6144"/>
                </a:lnTo>
                <a:lnTo>
                  <a:pt x="6561" y="6118"/>
                </a:lnTo>
                <a:lnTo>
                  <a:pt x="6614" y="6089"/>
                </a:lnTo>
                <a:lnTo>
                  <a:pt x="6665" y="6058"/>
                </a:lnTo>
                <a:lnTo>
                  <a:pt x="6714" y="6025"/>
                </a:lnTo>
                <a:lnTo>
                  <a:pt x="6762" y="5990"/>
                </a:lnTo>
                <a:lnTo>
                  <a:pt x="6807" y="5952"/>
                </a:lnTo>
                <a:lnTo>
                  <a:pt x="6850" y="5913"/>
                </a:lnTo>
                <a:lnTo>
                  <a:pt x="6890" y="5871"/>
                </a:lnTo>
                <a:lnTo>
                  <a:pt x="6928" y="5828"/>
                </a:lnTo>
                <a:lnTo>
                  <a:pt x="6963" y="5783"/>
                </a:lnTo>
                <a:lnTo>
                  <a:pt x="6996" y="5737"/>
                </a:lnTo>
                <a:lnTo>
                  <a:pt x="7025" y="5689"/>
                </a:lnTo>
                <a:lnTo>
                  <a:pt x="7052" y="5640"/>
                </a:lnTo>
                <a:lnTo>
                  <a:pt x="7076" y="5590"/>
                </a:lnTo>
                <a:lnTo>
                  <a:pt x="7097" y="5538"/>
                </a:lnTo>
                <a:lnTo>
                  <a:pt x="7114" y="5486"/>
                </a:lnTo>
                <a:lnTo>
                  <a:pt x="7129" y="5433"/>
                </a:lnTo>
                <a:lnTo>
                  <a:pt x="7140" y="5380"/>
                </a:lnTo>
                <a:lnTo>
                  <a:pt x="7148" y="5326"/>
                </a:lnTo>
                <a:lnTo>
                  <a:pt x="7153" y="5271"/>
                </a:lnTo>
                <a:lnTo>
                  <a:pt x="7155" y="5217"/>
                </a:lnTo>
                <a:lnTo>
                  <a:pt x="7156" y="4437"/>
                </a:lnTo>
                <a:lnTo>
                  <a:pt x="7156" y="3658"/>
                </a:lnTo>
                <a:lnTo>
                  <a:pt x="7156" y="2598"/>
                </a:lnTo>
                <a:lnTo>
                  <a:pt x="7156" y="1819"/>
                </a:lnTo>
                <a:lnTo>
                  <a:pt x="7156" y="1039"/>
                </a:lnTo>
                <a:lnTo>
                  <a:pt x="7155" y="1039"/>
                </a:lnTo>
                <a:lnTo>
                  <a:pt x="7153" y="985"/>
                </a:lnTo>
                <a:lnTo>
                  <a:pt x="7148" y="930"/>
                </a:lnTo>
                <a:lnTo>
                  <a:pt x="7140" y="876"/>
                </a:lnTo>
                <a:lnTo>
                  <a:pt x="7129" y="823"/>
                </a:lnTo>
                <a:lnTo>
                  <a:pt x="7114" y="770"/>
                </a:lnTo>
                <a:lnTo>
                  <a:pt x="7097" y="718"/>
                </a:lnTo>
                <a:lnTo>
                  <a:pt x="7076" y="667"/>
                </a:lnTo>
                <a:lnTo>
                  <a:pt x="7052" y="616"/>
                </a:lnTo>
                <a:lnTo>
                  <a:pt x="7025" y="567"/>
                </a:lnTo>
                <a:lnTo>
                  <a:pt x="6996" y="520"/>
                </a:lnTo>
                <a:lnTo>
                  <a:pt x="6963" y="473"/>
                </a:lnTo>
                <a:lnTo>
                  <a:pt x="6928" y="428"/>
                </a:lnTo>
                <a:lnTo>
                  <a:pt x="6890" y="385"/>
                </a:lnTo>
                <a:lnTo>
                  <a:pt x="6850" y="344"/>
                </a:lnTo>
                <a:lnTo>
                  <a:pt x="6807" y="304"/>
                </a:lnTo>
                <a:lnTo>
                  <a:pt x="6762" y="267"/>
                </a:lnTo>
                <a:lnTo>
                  <a:pt x="6714" y="232"/>
                </a:lnTo>
                <a:lnTo>
                  <a:pt x="6665" y="198"/>
                </a:lnTo>
                <a:lnTo>
                  <a:pt x="6614" y="168"/>
                </a:lnTo>
                <a:lnTo>
                  <a:pt x="6561" y="139"/>
                </a:lnTo>
                <a:lnTo>
                  <a:pt x="6506" y="113"/>
                </a:lnTo>
                <a:lnTo>
                  <a:pt x="6450" y="90"/>
                </a:lnTo>
                <a:lnTo>
                  <a:pt x="6392" y="69"/>
                </a:lnTo>
                <a:lnTo>
                  <a:pt x="6333" y="51"/>
                </a:lnTo>
                <a:lnTo>
                  <a:pt x="6274" y="35"/>
                </a:lnTo>
                <a:lnTo>
                  <a:pt x="6213" y="23"/>
                </a:lnTo>
                <a:lnTo>
                  <a:pt x="6152" y="13"/>
                </a:lnTo>
                <a:lnTo>
                  <a:pt x="6090" y="6"/>
                </a:lnTo>
                <a:lnTo>
                  <a:pt x="6028" y="1"/>
                </a:lnTo>
                <a:lnTo>
                  <a:pt x="5966" y="0"/>
                </a:lnTo>
                <a:lnTo>
                  <a:pt x="5075" y="0"/>
                </a:lnTo>
                <a:lnTo>
                  <a:pt x="4184" y="0"/>
                </a:lnTo>
                <a:lnTo>
                  <a:pt x="2971" y="0"/>
                </a:lnTo>
                <a:lnTo>
                  <a:pt x="2080" y="0"/>
                </a:lnTo>
                <a:lnTo>
                  <a:pt x="1189" y="0"/>
                </a:lnTo>
              </a:path>
            </a:pathLst>
          </a:custGeom>
          <a:solidFill>
            <a:srgbClr val="E8E6DA"/>
          </a:solidFill>
          <a:ln w="12600" cap="flat" cmpd="sng">
            <a:solidFill>
              <a:srgbClr val="FFFF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Questions?</a:t>
            </a:r>
            <a:endParaRPr sz="36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76"/>
          <p:cNvSpPr txBox="1"/>
          <p:nvPr/>
        </p:nvSpPr>
        <p:spPr>
          <a:xfrm>
            <a:off x="811872" y="1431900"/>
            <a:ext cx="9163080" cy="50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r>
              <a:rPr lang="en-US" sz="1600" i="1"/>
              <a:t>Team 2026 IT-493 Assignment 1. George Mason University.</a:t>
            </a:r>
          </a:p>
          <a:p>
            <a:r>
              <a:rPr lang="en-US" sz="1600" i="1"/>
              <a:t>Jibran. A (2025). IT-493 Assignment 2. George Mason University.</a:t>
            </a:r>
          </a:p>
          <a:p>
            <a:r>
              <a:rPr lang="en-US" sz="1600" i="1"/>
              <a:t>Team 2026. (2025). IT-493 Assignment 3. George Mason University.</a:t>
            </a:r>
          </a:p>
          <a:p>
            <a:r>
              <a:rPr lang="en-US" sz="1600" i="1"/>
              <a:t>Khan, K. (2025). IT-492 Assignment 2. George Mason University.</a:t>
            </a:r>
          </a:p>
          <a:p>
            <a:r>
              <a:rPr lang="en-US" sz="1600" i="1"/>
              <a:t>Khan, K. (2025). IT-492 Assignment 3. George Mason University.</a:t>
            </a:r>
          </a:p>
          <a:p>
            <a:r>
              <a:rPr lang="en-US" sz="1600" i="1"/>
              <a:t>Khan, K. (2025). IT-492 Assignment 4. George Mason University.</a:t>
            </a:r>
          </a:p>
          <a:p>
            <a:r>
              <a:rPr lang="en-US" sz="1600" i="1"/>
              <a:t>Khan, K. (2025). IT-492 Assignment 5. George Mason University.</a:t>
            </a:r>
          </a:p>
          <a:p>
            <a:r>
              <a:rPr lang="en-US" sz="1600" i="1"/>
              <a:t>Kaur, J. (2025). IT-492 Assignment 6. George Mason University.</a:t>
            </a:r>
          </a:p>
          <a:p>
            <a:r>
              <a:rPr lang="en-US" sz="1600" i="1"/>
              <a:t>Pathak, D. (2025). IT-492 Assignment 7. George Mason University.</a:t>
            </a:r>
          </a:p>
          <a:p>
            <a:r>
              <a:rPr lang="en-US" sz="1600" i="1"/>
              <a:t>Kaur, J. (2025). IT-492 Assignment 8. George Mason University.</a:t>
            </a:r>
          </a:p>
          <a:p>
            <a:r>
              <a:rPr lang="en-US" sz="1600" i="1"/>
              <a:t>Mughal, M. A. (2025). IT-492 Assignment 9. George Mason University.</a:t>
            </a:r>
          </a:p>
          <a:p>
            <a:r>
              <a:rPr lang="en-US" sz="1600" i="1"/>
              <a:t>Mirza, A. (2025). IT-492 Assignment 10. George Mason University.</a:t>
            </a:r>
          </a:p>
          <a:p>
            <a:r>
              <a:rPr lang="en-US" sz="1600" i="1"/>
              <a:t>Ahmad, S. (2025). </a:t>
            </a:r>
            <a:r>
              <a:rPr lang="en-US" sz="1600" i="1" err="1"/>
              <a:t>TourCatchers</a:t>
            </a:r>
            <a:r>
              <a:rPr lang="en-US" sz="1600" i="1"/>
              <a:t> LLC: Sponsor interview and process input [Personal communication, September 25, 2025].</a:t>
            </a:r>
          </a:p>
          <a:p>
            <a:r>
              <a:rPr lang="en-US" sz="1600" i="1" err="1"/>
              <a:t>GeeksforGeeks</a:t>
            </a:r>
            <a:r>
              <a:rPr lang="en-US" sz="1600" i="1"/>
              <a:t>. (n.d.). Waterfall model. </a:t>
            </a:r>
            <a:r>
              <a:rPr lang="en-US" sz="1600" i="1">
                <a:hlinkClick r:id="rId3"/>
              </a:rPr>
              <a:t>https://www.geeksforgeeks.org/waterfall-model/</a:t>
            </a:r>
            <a:endParaRPr lang="en-US" sz="1600" i="1"/>
          </a:p>
          <a:p>
            <a:r>
              <a:rPr lang="en-US" sz="1600" i="1" err="1"/>
              <a:t>GeeksforGeeks</a:t>
            </a:r>
            <a:r>
              <a:rPr lang="en-US" sz="1600" i="1"/>
              <a:t>. (n.d.). What is agile methodology? </a:t>
            </a:r>
            <a:r>
              <a:rPr lang="en-US" sz="1600" i="1">
                <a:hlinkClick r:id="rId4"/>
              </a:rPr>
              <a:t>https://www.geeksforgeeks.org/what-is-agile-methodology/</a:t>
            </a:r>
            <a:endParaRPr lang="en-US" sz="1600" i="1"/>
          </a:p>
          <a:p>
            <a:r>
              <a:rPr lang="en-US" sz="1600" i="1" err="1"/>
              <a:t>TourCatchers</a:t>
            </a:r>
            <a:r>
              <a:rPr lang="en-US" sz="1600" i="1"/>
              <a:t> LLC project team. (2025). Project team meetings (October 20, November 1, and November 10, 2025).</a:t>
            </a:r>
          </a:p>
          <a:p>
            <a:pPr marL="228600" marR="0" lvl="0" indent="-228600" algn="l" rtl="0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n-US" sz="16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Waterfall Research| </a:t>
            </a:r>
            <a:r>
              <a:rPr lang="en-US" sz="1600" b="0" i="1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https://www.geeksforgeeks.org/waterfall-model/</a:t>
            </a:r>
            <a:r>
              <a:rPr lang="en-US" sz="16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  </a:t>
            </a:r>
            <a:endParaRPr sz="1600" b="0" i="1" u="none" strike="noStrike" cap="none"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n-US" sz="16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Agile Research| </a:t>
            </a:r>
            <a:r>
              <a:rPr lang="en-US" sz="1600" b="0" i="1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https://www.geeksforgeeks.org/what-is-agile-methodology/</a:t>
            </a:r>
            <a:r>
              <a:rPr lang="en-US" sz="16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600" b="0" i="1" u="none" strike="noStrike" cap="none"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n-US" sz="1600" b="0" i="1" u="none" strike="noStrike" cap="none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Team </a:t>
            </a:r>
            <a:r>
              <a:rPr lang="en-US" sz="1600" i="1">
                <a:latin typeface="Libre Franklin"/>
                <a:ea typeface="Libre Franklin"/>
                <a:cs typeface="Libre Franklin"/>
                <a:sym typeface="Libre Franklin"/>
              </a:rPr>
              <a:t>Meetings</a:t>
            </a:r>
            <a:endParaRPr sz="1600" b="0" i="1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76"/>
          <p:cNvSpPr txBox="1"/>
          <p:nvPr/>
        </p:nvSpPr>
        <p:spPr>
          <a:xfrm>
            <a:off x="4038480" y="6356520"/>
            <a:ext cx="4114800" cy="365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Tours Catchers LLC​ – Team 4</a:t>
            </a:r>
            <a:endParaRPr sz="12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76"/>
          <p:cNvSpPr txBox="1"/>
          <p:nvPr/>
        </p:nvSpPr>
        <p:spPr>
          <a:xfrm>
            <a:off x="10831680" y="6356520"/>
            <a:ext cx="801720" cy="365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Slide </a:t>
            </a: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 sz="12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76"/>
          <p:cNvSpPr/>
          <p:nvPr/>
        </p:nvSpPr>
        <p:spPr>
          <a:xfrm>
            <a:off x="3302550" y="51795"/>
            <a:ext cx="6148650" cy="137376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US" sz="4800" b="1">
                <a:latin typeface="Times New Roman"/>
                <a:cs typeface="Times New Roman"/>
                <a:sym typeface="Times New Roman"/>
              </a:rPr>
              <a:t>Citation &amp; References</a:t>
            </a:r>
            <a:endParaRPr sz="48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4615f49-6492-414b-a8ac-bae7b66e627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3C62FAA8EF8B742B6DC8585DFBEBC22" ma:contentTypeVersion="10" ma:contentTypeDescription="Create a new document." ma:contentTypeScope="" ma:versionID="e180a46541772a5d0f8eb21272289c79">
  <xsd:schema xmlns:xsd="http://www.w3.org/2001/XMLSchema" xmlns:xs="http://www.w3.org/2001/XMLSchema" xmlns:p="http://schemas.microsoft.com/office/2006/metadata/properties" xmlns:ns2="34615f49-6492-414b-a8ac-bae7b66e6273" targetNamespace="http://schemas.microsoft.com/office/2006/metadata/properties" ma:root="true" ma:fieldsID="9cbc2fc1809c47eb6978e62fedffdb04" ns2:_="">
    <xsd:import namespace="34615f49-6492-414b-a8ac-bae7b66e627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4615f49-6492-414b-a8ac-bae7b66e627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16c1bbba-1a2d-496b-84ee-32d91506626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94872EF-46AB-45EA-B65E-F02E6CFDD02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E1D1B86-E569-41E8-BB0F-8AA32A79EF6C}">
  <ds:schemaRefs>
    <ds:schemaRef ds:uri="34615f49-6492-414b-a8ac-bae7b66e6273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32D779BD-4E83-4BE9-B2CC-943F120CA600}">
  <ds:schemaRefs>
    <ds:schemaRef ds:uri="34615f49-6492-414b-a8ac-bae7b66e627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11</Slides>
  <Notes>10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3" baseType="lpstr"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maaz mughal</dc:creator>
  <cp:revision>1</cp:revision>
  <dcterms:modified xsi:type="dcterms:W3CDTF">2026-02-24T23:45:36Z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0x010100C3C62FAA8EF8B742B6DC8585DFBEBC22</vt:lpwstr>
  </property>
  <property fmtid="{D5CDD505-2E9C-101B-9397-08002B2CF9AE}" pid="3" name="MediaServiceImageTags">
    <vt:lpwstr/>
  </property>
</Properties>
</file>