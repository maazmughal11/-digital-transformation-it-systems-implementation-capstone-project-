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258" r:id="rId5"/>
    <p:sldId id="260" r:id="rId6"/>
    <p:sldId id="259" r:id="rId7"/>
    <p:sldId id="257" r:id="rId8"/>
    <p:sldId id="261" r:id="rId9"/>
    <p:sldId id="263" r:id="rId10"/>
    <p:sldId id="281" r:id="rId11"/>
    <p:sldId id="264" r:id="rId12"/>
    <p:sldId id="282" r:id="rId13"/>
    <p:sldId id="283" r:id="rId14"/>
    <p:sldId id="285" r:id="rId15"/>
    <p:sldId id="268" r:id="rId16"/>
    <p:sldId id="286" r:id="rId17"/>
    <p:sldId id="288" r:id="rId18"/>
    <p:sldId id="271" r:id="rId19"/>
    <p:sldId id="289" r:id="rId20"/>
    <p:sldId id="273" r:id="rId21"/>
    <p:sldId id="274" r:id="rId22"/>
    <p:sldId id="290" r:id="rId23"/>
    <p:sldId id="291" r:id="rId24"/>
    <p:sldId id="277" r:id="rId25"/>
    <p:sldId id="294" r:id="rId26"/>
    <p:sldId id="293" r:id="rId27"/>
    <p:sldId id="29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nat Khan" userId="S::kkhan31@gmu.edu::76486c2a-fd6e-4d5c-9a6a-2c1ee56aef38" providerId="AD" clId="Web-{6CAC9D27-AFAB-33CE-9D00-EA67C196CB0D}"/>
    <pc:docChg chg="modSld">
      <pc:chgData name="Kainat Khan" userId="S::kkhan31@gmu.edu::76486c2a-fd6e-4d5c-9a6a-2c1ee56aef38" providerId="AD" clId="Web-{6CAC9D27-AFAB-33CE-9D00-EA67C196CB0D}" dt="2026-02-03T21:23:36.739" v="71" actId="20577"/>
      <pc:docMkLst>
        <pc:docMk/>
      </pc:docMkLst>
      <pc:sldChg chg="addSp modSp mod setBg">
        <pc:chgData name="Kainat Khan" userId="S::kkhan31@gmu.edu::76486c2a-fd6e-4d5c-9a6a-2c1ee56aef38" providerId="AD" clId="Web-{6CAC9D27-AFAB-33CE-9D00-EA67C196CB0D}" dt="2026-02-03T19:23:12.429" v="10" actId="1076"/>
        <pc:sldMkLst>
          <pc:docMk/>
          <pc:sldMk cId="367487980" sldId="259"/>
        </pc:sldMkLst>
        <pc:spChg chg="mod">
          <ac:chgData name="Kainat Khan" userId="S::kkhan31@gmu.edu::76486c2a-fd6e-4d5c-9a6a-2c1ee56aef38" providerId="AD" clId="Web-{6CAC9D27-AFAB-33CE-9D00-EA67C196CB0D}" dt="2026-02-03T19:23:12.429" v="10" actId="1076"/>
          <ac:spMkLst>
            <pc:docMk/>
            <pc:sldMk cId="367487980" sldId="259"/>
            <ac:spMk id="2" creationId="{F6B40816-FF7E-EFC7-16B4-44570A163392}"/>
          </ac:spMkLst>
        </pc:spChg>
        <pc:spChg chg="add">
          <ac:chgData name="Kainat Khan" userId="S::kkhan31@gmu.edu::76486c2a-fd6e-4d5c-9a6a-2c1ee56aef38" providerId="AD" clId="Web-{6CAC9D27-AFAB-33CE-9D00-EA67C196CB0D}" dt="2026-02-03T19:22:40.554" v="0"/>
          <ac:spMkLst>
            <pc:docMk/>
            <pc:sldMk cId="367487980" sldId="259"/>
            <ac:spMk id="8" creationId="{04812C46-200A-4DEB-A05E-3ED6C68C2387}"/>
          </ac:spMkLst>
        </pc:spChg>
        <pc:spChg chg="add">
          <ac:chgData name="Kainat Khan" userId="S::kkhan31@gmu.edu::76486c2a-fd6e-4d5c-9a6a-2c1ee56aef38" providerId="AD" clId="Web-{6CAC9D27-AFAB-33CE-9D00-EA67C196CB0D}" dt="2026-02-03T19:22:40.554" v="0"/>
          <ac:spMkLst>
            <pc:docMk/>
            <pc:sldMk cId="367487980" sldId="259"/>
            <ac:spMk id="10" creationId="{D1EA859B-E555-4109-94F3-6700E046E008}"/>
          </ac:spMkLst>
        </pc:spChg>
        <pc:picChg chg="add">
          <ac:chgData name="Kainat Khan" userId="S::kkhan31@gmu.edu::76486c2a-fd6e-4d5c-9a6a-2c1ee56aef38" providerId="AD" clId="Web-{6CAC9D27-AFAB-33CE-9D00-EA67C196CB0D}" dt="2026-02-03T19:22:40.554" v="0"/>
          <ac:picMkLst>
            <pc:docMk/>
            <pc:sldMk cId="367487980" sldId="259"/>
            <ac:picMk id="4" creationId="{CA8C07BD-96AC-EE40-FB1E-DC0BBDAA639F}"/>
          </ac:picMkLst>
        </pc:picChg>
      </pc:sldChg>
      <pc:sldChg chg="addSp modSp mod setBg">
        <pc:chgData name="Kainat Khan" userId="S::kkhan31@gmu.edu::76486c2a-fd6e-4d5c-9a6a-2c1ee56aef38" providerId="AD" clId="Web-{6CAC9D27-AFAB-33CE-9D00-EA67C196CB0D}" dt="2026-02-03T19:23:40.351" v="16" actId="1076"/>
        <pc:sldMkLst>
          <pc:docMk/>
          <pc:sldMk cId="766933367" sldId="263"/>
        </pc:sldMkLst>
        <pc:spChg chg="mod">
          <ac:chgData name="Kainat Khan" userId="S::kkhan31@gmu.edu::76486c2a-fd6e-4d5c-9a6a-2c1ee56aef38" providerId="AD" clId="Web-{6CAC9D27-AFAB-33CE-9D00-EA67C196CB0D}" dt="2026-02-03T19:23:40.351" v="16" actId="1076"/>
          <ac:spMkLst>
            <pc:docMk/>
            <pc:sldMk cId="766933367" sldId="263"/>
            <ac:spMk id="2" creationId="{6A53389C-C0FA-9EA7-4EF3-2FAEF0DD4E86}"/>
          </ac:spMkLst>
        </pc:spChg>
        <pc:spChg chg="add">
          <ac:chgData name="Kainat Khan" userId="S::kkhan31@gmu.edu::76486c2a-fd6e-4d5c-9a6a-2c1ee56aef38" providerId="AD" clId="Web-{6CAC9D27-AFAB-33CE-9D00-EA67C196CB0D}" dt="2026-02-03T19:23:25.460" v="11"/>
          <ac:spMkLst>
            <pc:docMk/>
            <pc:sldMk cId="766933367" sldId="263"/>
            <ac:spMk id="8" creationId="{04812C46-200A-4DEB-A05E-3ED6C68C2387}"/>
          </ac:spMkLst>
        </pc:spChg>
        <pc:spChg chg="add">
          <ac:chgData name="Kainat Khan" userId="S::kkhan31@gmu.edu::76486c2a-fd6e-4d5c-9a6a-2c1ee56aef38" providerId="AD" clId="Web-{6CAC9D27-AFAB-33CE-9D00-EA67C196CB0D}" dt="2026-02-03T19:23:25.460" v="11"/>
          <ac:spMkLst>
            <pc:docMk/>
            <pc:sldMk cId="766933367" sldId="263"/>
            <ac:spMk id="10" creationId="{D1EA859B-E555-4109-94F3-6700E046E008}"/>
          </ac:spMkLst>
        </pc:spChg>
        <pc:picChg chg="add">
          <ac:chgData name="Kainat Khan" userId="S::kkhan31@gmu.edu::76486c2a-fd6e-4d5c-9a6a-2c1ee56aef38" providerId="AD" clId="Web-{6CAC9D27-AFAB-33CE-9D00-EA67C196CB0D}" dt="2026-02-03T19:23:25.460" v="11"/>
          <ac:picMkLst>
            <pc:docMk/>
            <pc:sldMk cId="766933367" sldId="263"/>
            <ac:picMk id="4" creationId="{D0DBF185-522B-099E-7654-C05300215911}"/>
          </ac:picMkLst>
        </pc:picChg>
      </pc:sldChg>
      <pc:sldChg chg="addSp delSp modSp mod setBg">
        <pc:chgData name="Kainat Khan" userId="S::kkhan31@gmu.edu::76486c2a-fd6e-4d5c-9a6a-2c1ee56aef38" providerId="AD" clId="Web-{6CAC9D27-AFAB-33CE-9D00-EA67C196CB0D}" dt="2026-02-03T19:24:55.053" v="31"/>
        <pc:sldMkLst>
          <pc:docMk/>
          <pc:sldMk cId="3211785358" sldId="268"/>
        </pc:sldMkLst>
        <pc:spChg chg="mod">
          <ac:chgData name="Kainat Khan" userId="S::kkhan31@gmu.edu::76486c2a-fd6e-4d5c-9a6a-2c1ee56aef38" providerId="AD" clId="Web-{6CAC9D27-AFAB-33CE-9D00-EA67C196CB0D}" dt="2026-02-03T19:24:55.053" v="31"/>
          <ac:spMkLst>
            <pc:docMk/>
            <pc:sldMk cId="3211785358" sldId="268"/>
            <ac:spMk id="3" creationId="{22BDFF81-7373-6F18-608A-D5D92C05ECE0}"/>
          </ac:spMkLst>
        </pc:spChg>
        <pc:spChg chg="add">
          <ac:chgData name="Kainat Khan" userId="S::kkhan31@gmu.edu::76486c2a-fd6e-4d5c-9a6a-2c1ee56aef38" providerId="AD" clId="Web-{6CAC9D27-AFAB-33CE-9D00-EA67C196CB0D}" dt="2026-02-03T19:24:55.053" v="31"/>
          <ac:spMkLst>
            <pc:docMk/>
            <pc:sldMk cId="3211785358" sldId="268"/>
            <ac:spMk id="22" creationId="{B7BD7FCF-A254-4A97-A15C-319B67622677}"/>
          </ac:spMkLst>
        </pc:spChg>
        <pc:spChg chg="add">
          <ac:chgData name="Kainat Khan" userId="S::kkhan31@gmu.edu::76486c2a-fd6e-4d5c-9a6a-2c1ee56aef38" providerId="AD" clId="Web-{6CAC9D27-AFAB-33CE-9D00-EA67C196CB0D}" dt="2026-02-03T19:24:55.053" v="31"/>
          <ac:spMkLst>
            <pc:docMk/>
            <pc:sldMk cId="3211785358" sldId="268"/>
            <ac:spMk id="24" creationId="{52FFAF72-6204-4676-9C6F-9A4CC4D91805}"/>
          </ac:spMkLst>
        </pc:spChg>
        <pc:picChg chg="add mod">
          <ac:chgData name="Kainat Khan" userId="S::kkhan31@gmu.edu::76486c2a-fd6e-4d5c-9a6a-2c1ee56aef38" providerId="AD" clId="Web-{6CAC9D27-AFAB-33CE-9D00-EA67C196CB0D}" dt="2026-02-03T19:24:55.053" v="31"/>
          <ac:picMkLst>
            <pc:docMk/>
            <pc:sldMk cId="3211785358" sldId="268"/>
            <ac:picMk id="7" creationId="{F2DCA778-4D8E-B46A-093B-771DB5B6B482}"/>
          </ac:picMkLst>
        </pc:picChg>
      </pc:sldChg>
      <pc:sldChg chg="addSp modSp mod setBg">
        <pc:chgData name="Kainat Khan" userId="S::kkhan31@gmu.edu::76486c2a-fd6e-4d5c-9a6a-2c1ee56aef38" providerId="AD" clId="Web-{6CAC9D27-AFAB-33CE-9D00-EA67C196CB0D}" dt="2026-02-03T19:25:30.428" v="33" actId="14100"/>
        <pc:sldMkLst>
          <pc:docMk/>
          <pc:sldMk cId="4239541997" sldId="271"/>
        </pc:sldMkLst>
        <pc:spChg chg="mod">
          <ac:chgData name="Kainat Khan" userId="S::kkhan31@gmu.edu::76486c2a-fd6e-4d5c-9a6a-2c1ee56aef38" providerId="AD" clId="Web-{6CAC9D27-AFAB-33CE-9D00-EA67C196CB0D}" dt="2026-02-03T19:25:30.428" v="33" actId="14100"/>
          <ac:spMkLst>
            <pc:docMk/>
            <pc:sldMk cId="4239541997" sldId="271"/>
            <ac:spMk id="3" creationId="{B1451D77-43C8-C2B6-F6D3-2233F1C5CFA0}"/>
          </ac:spMkLst>
        </pc:spChg>
        <pc:spChg chg="add">
          <ac:chgData name="Kainat Khan" userId="S::kkhan31@gmu.edu::76486c2a-fd6e-4d5c-9a6a-2c1ee56aef38" providerId="AD" clId="Web-{6CAC9D27-AFAB-33CE-9D00-EA67C196CB0D}" dt="2026-02-03T19:25:25.193" v="32"/>
          <ac:spMkLst>
            <pc:docMk/>
            <pc:sldMk cId="4239541997" sldId="271"/>
            <ac:spMk id="9" creationId="{ECC07320-C2CA-4E29-8481-9D9E143C7788}"/>
          </ac:spMkLst>
        </pc:spChg>
        <pc:picChg chg="add">
          <ac:chgData name="Kainat Khan" userId="S::kkhan31@gmu.edu::76486c2a-fd6e-4d5c-9a6a-2c1ee56aef38" providerId="AD" clId="Web-{6CAC9D27-AFAB-33CE-9D00-EA67C196CB0D}" dt="2026-02-03T19:25:25.193" v="32"/>
          <ac:picMkLst>
            <pc:docMk/>
            <pc:sldMk cId="4239541997" sldId="271"/>
            <ac:picMk id="5" creationId="{4CE6D0BC-B308-0904-88C7-8B7B4FEEA18F}"/>
          </ac:picMkLst>
        </pc:picChg>
      </pc:sldChg>
      <pc:sldChg chg="modSp">
        <pc:chgData name="Kainat Khan" userId="S::kkhan31@gmu.edu::76486c2a-fd6e-4d5c-9a6a-2c1ee56aef38" providerId="AD" clId="Web-{6CAC9D27-AFAB-33CE-9D00-EA67C196CB0D}" dt="2026-02-03T21:23:36.739" v="71" actId="20577"/>
        <pc:sldMkLst>
          <pc:docMk/>
          <pc:sldMk cId="3624853275" sldId="273"/>
        </pc:sldMkLst>
      </pc:sldChg>
      <pc:sldChg chg="addSp delSp modSp mod setBg">
        <pc:chgData name="Kainat Khan" userId="S::kkhan31@gmu.edu::76486c2a-fd6e-4d5c-9a6a-2c1ee56aef38" providerId="AD" clId="Web-{6CAC9D27-AFAB-33CE-9D00-EA67C196CB0D}" dt="2026-02-03T19:27:41.348" v="53" actId="20577"/>
        <pc:sldMkLst>
          <pc:docMk/>
          <pc:sldMk cId="3925385795" sldId="274"/>
        </pc:sldMkLst>
        <pc:spChg chg="mod">
          <ac:chgData name="Kainat Khan" userId="S::kkhan31@gmu.edu::76486c2a-fd6e-4d5c-9a6a-2c1ee56aef38" providerId="AD" clId="Web-{6CAC9D27-AFAB-33CE-9D00-EA67C196CB0D}" dt="2026-02-03T19:27:41.348" v="53" actId="20577"/>
          <ac:spMkLst>
            <pc:docMk/>
            <pc:sldMk cId="3925385795" sldId="274"/>
            <ac:spMk id="2" creationId="{F2D4BDBA-77DA-7113-8B07-F2151F59C84B}"/>
          </ac:spMkLst>
        </pc:spChg>
        <pc:spChg chg="add">
          <ac:chgData name="Kainat Khan" userId="S::kkhan31@gmu.edu::76486c2a-fd6e-4d5c-9a6a-2c1ee56aef38" providerId="AD" clId="Web-{6CAC9D27-AFAB-33CE-9D00-EA67C196CB0D}" dt="2026-02-03T19:27:31.958" v="48"/>
          <ac:spMkLst>
            <pc:docMk/>
            <pc:sldMk cId="3925385795" sldId="274"/>
            <ac:spMk id="5" creationId="{8181FC64-B306-4821-98E2-780662EFC486}"/>
          </ac:spMkLst>
        </pc:spChg>
        <pc:spChg chg="add">
          <ac:chgData name="Kainat Khan" userId="S::kkhan31@gmu.edu::76486c2a-fd6e-4d5c-9a6a-2c1ee56aef38" providerId="AD" clId="Web-{6CAC9D27-AFAB-33CE-9D00-EA67C196CB0D}" dt="2026-02-03T19:27:31.958" v="48"/>
          <ac:spMkLst>
            <pc:docMk/>
            <pc:sldMk cId="3925385795" sldId="274"/>
            <ac:spMk id="7" creationId="{5871FC61-DD4E-47D4-81FD-8A7E7D12B371}"/>
          </ac:spMkLst>
        </pc:spChg>
        <pc:spChg chg="add">
          <ac:chgData name="Kainat Khan" userId="S::kkhan31@gmu.edu::76486c2a-fd6e-4d5c-9a6a-2c1ee56aef38" providerId="AD" clId="Web-{6CAC9D27-AFAB-33CE-9D00-EA67C196CB0D}" dt="2026-02-03T19:27:31.958" v="48"/>
          <ac:spMkLst>
            <pc:docMk/>
            <pc:sldMk cId="3925385795" sldId="274"/>
            <ac:spMk id="12" creationId="{F9EC3F91-A75C-4F74-867E-E4C28C13546B}"/>
          </ac:spMkLst>
        </pc:spChg>
        <pc:spChg chg="add">
          <ac:chgData name="Kainat Khan" userId="S::kkhan31@gmu.edu::76486c2a-fd6e-4d5c-9a6a-2c1ee56aef38" providerId="AD" clId="Web-{6CAC9D27-AFAB-33CE-9D00-EA67C196CB0D}" dt="2026-02-03T19:27:31.958" v="48"/>
          <ac:spMkLst>
            <pc:docMk/>
            <pc:sldMk cId="3925385795" sldId="274"/>
            <ac:spMk id="14" creationId="{829A1E2C-5AC8-40FC-99E9-832069D39792}"/>
          </ac:spMkLst>
        </pc:spChg>
        <pc:picChg chg="add">
          <ac:chgData name="Kainat Khan" userId="S::kkhan31@gmu.edu::76486c2a-fd6e-4d5c-9a6a-2c1ee56aef38" providerId="AD" clId="Web-{6CAC9D27-AFAB-33CE-9D00-EA67C196CB0D}" dt="2026-02-03T19:27:31.958" v="48"/>
          <ac:picMkLst>
            <pc:docMk/>
            <pc:sldMk cId="3925385795" sldId="274"/>
            <ac:picMk id="6" creationId="{F9D918D1-E84C-67B8-2089-EE90475F19C9}"/>
          </ac:picMkLst>
        </pc:picChg>
      </pc:sldChg>
      <pc:sldChg chg="addSp modSp mod setBg">
        <pc:chgData name="Kainat Khan" userId="S::kkhan31@gmu.edu::76486c2a-fd6e-4d5c-9a6a-2c1ee56aef38" providerId="AD" clId="Web-{6CAC9D27-AFAB-33CE-9D00-EA67C196CB0D}" dt="2026-02-03T19:32:50.238" v="60" actId="14100"/>
        <pc:sldMkLst>
          <pc:docMk/>
          <pc:sldMk cId="3564025793" sldId="277"/>
        </pc:sldMkLst>
        <pc:spChg chg="mod">
          <ac:chgData name="Kainat Khan" userId="S::kkhan31@gmu.edu::76486c2a-fd6e-4d5c-9a6a-2c1ee56aef38" providerId="AD" clId="Web-{6CAC9D27-AFAB-33CE-9D00-EA67C196CB0D}" dt="2026-02-03T19:32:50.238" v="60" actId="14100"/>
          <ac:spMkLst>
            <pc:docMk/>
            <pc:sldMk cId="3564025793" sldId="277"/>
            <ac:spMk id="2" creationId="{2A15D816-0B57-96D9-4ECC-1CD863895528}"/>
          </ac:spMkLst>
        </pc:spChg>
        <pc:spChg chg="add">
          <ac:chgData name="Kainat Khan" userId="S::kkhan31@gmu.edu::76486c2a-fd6e-4d5c-9a6a-2c1ee56aef38" providerId="AD" clId="Web-{6CAC9D27-AFAB-33CE-9D00-EA67C196CB0D}" dt="2026-02-03T19:32:35.113" v="54"/>
          <ac:spMkLst>
            <pc:docMk/>
            <pc:sldMk cId="3564025793" sldId="277"/>
            <ac:spMk id="8" creationId="{AE3A741D-C19B-960A-5803-1C5887147820}"/>
          </ac:spMkLst>
        </pc:spChg>
        <pc:spChg chg="add">
          <ac:chgData name="Kainat Khan" userId="S::kkhan31@gmu.edu::76486c2a-fd6e-4d5c-9a6a-2c1ee56aef38" providerId="AD" clId="Web-{6CAC9D27-AFAB-33CE-9D00-EA67C196CB0D}" dt="2026-02-03T19:32:35.113" v="54"/>
          <ac:spMkLst>
            <pc:docMk/>
            <pc:sldMk cId="3564025793" sldId="277"/>
            <ac:spMk id="10" creationId="{DC39DE25-0E4E-0AA7-0932-1D78C2372786}"/>
          </ac:spMkLst>
        </pc:spChg>
        <pc:spChg chg="add">
          <ac:chgData name="Kainat Khan" userId="S::kkhan31@gmu.edu::76486c2a-fd6e-4d5c-9a6a-2c1ee56aef38" providerId="AD" clId="Web-{6CAC9D27-AFAB-33CE-9D00-EA67C196CB0D}" dt="2026-02-03T19:32:35.113" v="54"/>
          <ac:spMkLst>
            <pc:docMk/>
            <pc:sldMk cId="3564025793" sldId="277"/>
            <ac:spMk id="12" creationId="{8D6EA299-0840-6DEA-E670-C49AEBC87E89}"/>
          </ac:spMkLst>
        </pc:spChg>
        <pc:picChg chg="add">
          <ac:chgData name="Kainat Khan" userId="S::kkhan31@gmu.edu::76486c2a-fd6e-4d5c-9a6a-2c1ee56aef38" providerId="AD" clId="Web-{6CAC9D27-AFAB-33CE-9D00-EA67C196CB0D}" dt="2026-02-03T19:32:35.113" v="54"/>
          <ac:picMkLst>
            <pc:docMk/>
            <pc:sldMk cId="3564025793" sldId="277"/>
            <ac:picMk id="4" creationId="{DD8CCF99-4A36-2C1D-83BA-348C3C8EBE7E}"/>
          </ac:picMkLst>
        </pc:picChg>
      </pc:sldChg>
    </pc:docChg>
  </pc:docChgLst>
  <pc:docChgLst>
    <pc:chgData name="Jibraan Ahmad" userId="S::jahmad9@gmu.edu::f9895572-9481-4c70-bcbb-2ae953c16bdd" providerId="AD" clId="Web-{F94E2022-24AD-419B-3441-1220A4E3467E}"/>
    <pc:docChg chg="addSld delSld modSld sldOrd">
      <pc:chgData name="Jibraan Ahmad" userId="S::jahmad9@gmu.edu::f9895572-9481-4c70-bcbb-2ae953c16bdd" providerId="AD" clId="Web-{F94E2022-24AD-419B-3441-1220A4E3467E}" dt="2026-02-03T20:03:39.029" v="666" actId="1076"/>
      <pc:docMkLst>
        <pc:docMk/>
      </pc:docMkLst>
      <pc:sldChg chg="add ord">
        <pc:chgData name="Jibraan Ahmad" userId="S::jahmad9@gmu.edu::f9895572-9481-4c70-bcbb-2ae953c16bdd" providerId="AD" clId="Web-{F94E2022-24AD-419B-3441-1220A4E3467E}" dt="2026-02-03T18:44:50.548" v="82"/>
        <pc:sldMkLst>
          <pc:docMk/>
          <pc:sldMk cId="0" sldId="257"/>
        </pc:sldMkLst>
      </pc:sldChg>
      <pc:sldChg chg="modSp add">
        <pc:chgData name="Jibraan Ahmad" userId="S::jahmad9@gmu.edu::f9895572-9481-4c70-bcbb-2ae953c16bdd" providerId="AD" clId="Web-{F94E2022-24AD-419B-3441-1220A4E3467E}" dt="2026-02-03T18:33:27.794" v="14" actId="1076"/>
        <pc:sldMkLst>
          <pc:docMk/>
          <pc:sldMk cId="953956175" sldId="258"/>
        </pc:sldMkLst>
        <pc:spChg chg="mod">
          <ac:chgData name="Jibraan Ahmad" userId="S::jahmad9@gmu.edu::f9895572-9481-4c70-bcbb-2ae953c16bdd" providerId="AD" clId="Web-{F94E2022-24AD-419B-3441-1220A4E3467E}" dt="2026-02-03T18:33:08.231" v="11" actId="1076"/>
          <ac:spMkLst>
            <pc:docMk/>
            <pc:sldMk cId="953956175" sldId="258"/>
            <ac:spMk id="2" creationId="{078ADC92-41B1-9FF6-0A93-CB5D02EA5ADC}"/>
          </ac:spMkLst>
        </pc:spChg>
        <pc:spChg chg="mod">
          <ac:chgData name="Jibraan Ahmad" userId="S::jahmad9@gmu.edu::f9895572-9481-4c70-bcbb-2ae953c16bdd" providerId="AD" clId="Web-{F94E2022-24AD-419B-3441-1220A4E3467E}" dt="2026-02-03T18:33:20.544" v="13" actId="1076"/>
          <ac:spMkLst>
            <pc:docMk/>
            <pc:sldMk cId="953956175" sldId="258"/>
            <ac:spMk id="292" creationId="{00000000-0000-0000-0000-000000000000}"/>
          </ac:spMkLst>
        </pc:spChg>
        <pc:spChg chg="mod">
          <ac:chgData name="Jibraan Ahmad" userId="S::jahmad9@gmu.edu::f9895572-9481-4c70-bcbb-2ae953c16bdd" providerId="AD" clId="Web-{F94E2022-24AD-419B-3441-1220A4E3467E}" dt="2026-02-03T18:33:27.794" v="14" actId="1076"/>
          <ac:spMkLst>
            <pc:docMk/>
            <pc:sldMk cId="953956175" sldId="258"/>
            <ac:spMk id="293" creationId="{00000000-0000-0000-0000-000000000000}"/>
          </ac:spMkLst>
        </pc:spChg>
      </pc:sldChg>
      <pc:sldChg chg="addSp modSp new">
        <pc:chgData name="Jibraan Ahmad" userId="S::jahmad9@gmu.edu::f9895572-9481-4c70-bcbb-2ae953c16bdd" providerId="AD" clId="Web-{F94E2022-24AD-419B-3441-1220A4E3467E}" dt="2026-02-03T18:44:35.876" v="80" actId="20577"/>
        <pc:sldMkLst>
          <pc:docMk/>
          <pc:sldMk cId="367487980" sldId="259"/>
        </pc:sldMkLst>
        <pc:spChg chg="add mod">
          <ac:chgData name="Jibraan Ahmad" userId="S::jahmad9@gmu.edu::f9895572-9481-4c70-bcbb-2ae953c16bdd" providerId="AD" clId="Web-{F94E2022-24AD-419B-3441-1220A4E3467E}" dt="2026-02-03T18:44:35.876" v="80" actId="20577"/>
          <ac:spMkLst>
            <pc:docMk/>
            <pc:sldMk cId="367487980" sldId="259"/>
            <ac:spMk id="2" creationId="{F6B40816-FF7E-EFC7-16B4-44570A163392}"/>
          </ac:spMkLst>
        </pc:spChg>
      </pc:sldChg>
      <pc:sldChg chg="addSp delSp modSp add ord">
        <pc:chgData name="Jibraan Ahmad" userId="S::jahmad9@gmu.edu::f9895572-9481-4c70-bcbb-2ae953c16bdd" providerId="AD" clId="Web-{F94E2022-24AD-419B-3441-1220A4E3467E}" dt="2026-02-03T18:41:44.044" v="52" actId="1076"/>
        <pc:sldMkLst>
          <pc:docMk/>
          <pc:sldMk cId="617261000" sldId="260"/>
        </pc:sldMkLst>
        <pc:spChg chg="mod">
          <ac:chgData name="Jibraan Ahmad" userId="S::jahmad9@gmu.edu::f9895572-9481-4c70-bcbb-2ae953c16bdd" providerId="AD" clId="Web-{F94E2022-24AD-419B-3441-1220A4E3467E}" dt="2026-02-03T18:41:31.778" v="51" actId="20577"/>
          <ac:spMkLst>
            <pc:docMk/>
            <pc:sldMk cId="617261000" sldId="260"/>
            <ac:spMk id="316" creationId="{00000000-0000-0000-0000-000000000000}"/>
          </ac:spMkLst>
        </pc:spChg>
        <pc:graphicFrameChg chg="add mod modGraphic">
          <ac:chgData name="Jibraan Ahmad" userId="S::jahmad9@gmu.edu::f9895572-9481-4c70-bcbb-2ae953c16bdd" providerId="AD" clId="Web-{F94E2022-24AD-419B-3441-1220A4E3467E}" dt="2026-02-03T18:41:44.044" v="52" actId="1076"/>
          <ac:graphicFrameMkLst>
            <pc:docMk/>
            <pc:sldMk cId="617261000" sldId="260"/>
            <ac:graphicFrameMk id="8" creationId="{CF4E98E8-3AAD-AEFA-345B-D7BE0C551743}"/>
          </ac:graphicFrameMkLst>
        </pc:graphicFrameChg>
      </pc:sldChg>
      <pc:sldChg chg="addSp delSp modSp new mod setBg">
        <pc:chgData name="Jibraan Ahmad" userId="S::jahmad9@gmu.edu::f9895572-9481-4c70-bcbb-2ae953c16bdd" providerId="AD" clId="Web-{F94E2022-24AD-419B-3441-1220A4E3467E}" dt="2026-02-03T19:58:05.694" v="598" actId="1076"/>
        <pc:sldMkLst>
          <pc:docMk/>
          <pc:sldMk cId="1928683069" sldId="261"/>
        </pc:sldMkLst>
        <pc:spChg chg="add mod">
          <ac:chgData name="Jibraan Ahmad" userId="S::jahmad9@gmu.edu::f9895572-9481-4c70-bcbb-2ae953c16bdd" providerId="AD" clId="Web-{F94E2022-24AD-419B-3441-1220A4E3467E}" dt="2026-02-03T19:58:05.694" v="598" actId="1076"/>
          <ac:spMkLst>
            <pc:docMk/>
            <pc:sldMk cId="1928683069" sldId="261"/>
            <ac:spMk id="6" creationId="{2850861E-9043-012E-8827-849D17E2F4DE}"/>
          </ac:spMkLst>
        </pc:spChg>
        <pc:graphicFrameChg chg="add mod modGraphic">
          <ac:chgData name="Jibraan Ahmad" userId="S::jahmad9@gmu.edu::f9895572-9481-4c70-bcbb-2ae953c16bdd" providerId="AD" clId="Web-{F94E2022-24AD-419B-3441-1220A4E3467E}" dt="2026-02-03T19:35:18.990" v="452"/>
          <ac:graphicFrameMkLst>
            <pc:docMk/>
            <pc:sldMk cId="1928683069" sldId="261"/>
            <ac:graphicFrameMk id="5" creationId="{8A4E8F5B-BB8A-5899-775E-6E8A69749F79}"/>
          </ac:graphicFrameMkLst>
        </pc:graphicFrameChg>
      </pc:sldChg>
      <pc:sldChg chg="modSp add ord replId">
        <pc:chgData name="Jibraan Ahmad" userId="S::jahmad9@gmu.edu::f9895572-9481-4c70-bcbb-2ae953c16bdd" providerId="AD" clId="Web-{F94E2022-24AD-419B-3441-1220A4E3467E}" dt="2026-02-03T18:50:13.578" v="169" actId="20577"/>
        <pc:sldMkLst>
          <pc:docMk/>
          <pc:sldMk cId="766933367" sldId="263"/>
        </pc:sldMkLst>
        <pc:spChg chg="mod">
          <ac:chgData name="Jibraan Ahmad" userId="S::jahmad9@gmu.edu::f9895572-9481-4c70-bcbb-2ae953c16bdd" providerId="AD" clId="Web-{F94E2022-24AD-419B-3441-1220A4E3467E}" dt="2026-02-03T18:50:13.578" v="169" actId="20577"/>
          <ac:spMkLst>
            <pc:docMk/>
            <pc:sldMk cId="766933367" sldId="263"/>
            <ac:spMk id="2" creationId="{6A53389C-C0FA-9EA7-4EF3-2FAEF0DD4E86}"/>
          </ac:spMkLst>
        </pc:spChg>
      </pc:sldChg>
      <pc:sldChg chg="addSp delSp modSp new">
        <pc:chgData name="Jibraan Ahmad" userId="S::jahmad9@gmu.edu::f9895572-9481-4c70-bcbb-2ae953c16bdd" providerId="AD" clId="Web-{F94E2022-24AD-419B-3441-1220A4E3467E}" dt="2026-02-03T19:41:40.309" v="528" actId="20577"/>
        <pc:sldMkLst>
          <pc:docMk/>
          <pc:sldMk cId="858646998" sldId="264"/>
        </pc:sldMkLst>
        <pc:graphicFrameChg chg="add mod modGraphic">
          <ac:chgData name="Jibraan Ahmad" userId="S::jahmad9@gmu.edu::f9895572-9481-4c70-bcbb-2ae953c16bdd" providerId="AD" clId="Web-{F94E2022-24AD-419B-3441-1220A4E3467E}" dt="2026-02-03T19:41:36.542" v="527" actId="1076"/>
          <ac:graphicFrameMkLst>
            <pc:docMk/>
            <pc:sldMk cId="858646998" sldId="264"/>
            <ac:graphicFrameMk id="5" creationId="{BAAC95AA-8723-EC10-B1F1-FE9CEE1EF168}"/>
          </ac:graphicFrameMkLst>
        </pc:graphicFrameChg>
      </pc:sldChg>
      <pc:sldChg chg="addSp modSp new">
        <pc:chgData name="Jibraan Ahmad" userId="S::jahmad9@gmu.edu::f9895572-9481-4c70-bcbb-2ae953c16bdd" providerId="AD" clId="Web-{F94E2022-24AD-419B-3441-1220A4E3467E}" dt="2026-02-03T19:02:43.263" v="258" actId="20577"/>
        <pc:sldMkLst>
          <pc:docMk/>
          <pc:sldMk cId="3211785358" sldId="268"/>
        </pc:sldMkLst>
        <pc:spChg chg="add mod">
          <ac:chgData name="Jibraan Ahmad" userId="S::jahmad9@gmu.edu::f9895572-9481-4c70-bcbb-2ae953c16bdd" providerId="AD" clId="Web-{F94E2022-24AD-419B-3441-1220A4E3467E}" dt="2026-02-03T19:02:43.263" v="258" actId="20577"/>
          <ac:spMkLst>
            <pc:docMk/>
            <pc:sldMk cId="3211785358" sldId="268"/>
            <ac:spMk id="3" creationId="{22BDFF81-7373-6F18-608A-D5D92C05ECE0}"/>
          </ac:spMkLst>
        </pc:spChg>
      </pc:sldChg>
      <pc:sldChg chg="addSp modSp new">
        <pc:chgData name="Jibraan Ahmad" userId="S::jahmad9@gmu.edu::f9895572-9481-4c70-bcbb-2ae953c16bdd" providerId="AD" clId="Web-{F94E2022-24AD-419B-3441-1220A4E3467E}" dt="2026-02-03T19:11:15.968" v="290" actId="20577"/>
        <pc:sldMkLst>
          <pc:docMk/>
          <pc:sldMk cId="4239541997" sldId="271"/>
        </pc:sldMkLst>
        <pc:spChg chg="add mod">
          <ac:chgData name="Jibraan Ahmad" userId="S::jahmad9@gmu.edu::f9895572-9481-4c70-bcbb-2ae953c16bdd" providerId="AD" clId="Web-{F94E2022-24AD-419B-3441-1220A4E3467E}" dt="2026-02-03T19:11:15.968" v="290" actId="20577"/>
          <ac:spMkLst>
            <pc:docMk/>
            <pc:sldMk cId="4239541997" sldId="271"/>
            <ac:spMk id="3" creationId="{B1451D77-43C8-C2B6-F6D3-2233F1C5CFA0}"/>
          </ac:spMkLst>
        </pc:spChg>
      </pc:sldChg>
      <pc:sldChg chg="addSp modSp new">
        <pc:chgData name="Jibraan Ahmad" userId="S::jahmad9@gmu.edu::f9895572-9481-4c70-bcbb-2ae953c16bdd" providerId="AD" clId="Web-{F94E2022-24AD-419B-3441-1220A4E3467E}" dt="2026-02-03T19:16:16.174" v="306" actId="1076"/>
        <pc:sldMkLst>
          <pc:docMk/>
          <pc:sldMk cId="3624853275" sldId="273"/>
        </pc:sldMkLst>
      </pc:sldChg>
      <pc:sldChg chg="addSp modSp new">
        <pc:chgData name="Jibraan Ahmad" userId="S::jahmad9@gmu.edu::f9895572-9481-4c70-bcbb-2ae953c16bdd" providerId="AD" clId="Web-{F94E2022-24AD-419B-3441-1220A4E3467E}" dt="2026-02-03T19:16:37.784" v="323" actId="20577"/>
        <pc:sldMkLst>
          <pc:docMk/>
          <pc:sldMk cId="3925385795" sldId="274"/>
        </pc:sldMkLst>
        <pc:spChg chg="add mod">
          <ac:chgData name="Jibraan Ahmad" userId="S::jahmad9@gmu.edu::f9895572-9481-4c70-bcbb-2ae953c16bdd" providerId="AD" clId="Web-{F94E2022-24AD-419B-3441-1220A4E3467E}" dt="2026-02-03T19:16:37.784" v="323" actId="20577"/>
          <ac:spMkLst>
            <pc:docMk/>
            <pc:sldMk cId="3925385795" sldId="274"/>
            <ac:spMk id="2" creationId="{F2D4BDBA-77DA-7113-8B07-F2151F59C84B}"/>
          </ac:spMkLst>
        </pc:spChg>
      </pc:sldChg>
      <pc:sldChg chg="addSp modSp new">
        <pc:chgData name="Jibraan Ahmad" userId="S::jahmad9@gmu.edu::f9895572-9481-4c70-bcbb-2ae953c16bdd" providerId="AD" clId="Web-{F94E2022-24AD-419B-3441-1220A4E3467E}" dt="2026-02-03T19:24:49.238" v="369" actId="20577"/>
        <pc:sldMkLst>
          <pc:docMk/>
          <pc:sldMk cId="3564025793" sldId="277"/>
        </pc:sldMkLst>
        <pc:spChg chg="add mod">
          <ac:chgData name="Jibraan Ahmad" userId="S::jahmad9@gmu.edu::f9895572-9481-4c70-bcbb-2ae953c16bdd" providerId="AD" clId="Web-{F94E2022-24AD-419B-3441-1220A4E3467E}" dt="2026-02-03T19:24:49.238" v="369" actId="20577"/>
          <ac:spMkLst>
            <pc:docMk/>
            <pc:sldMk cId="3564025793" sldId="277"/>
            <ac:spMk id="2" creationId="{2A15D816-0B57-96D9-4ECC-1CD863895528}"/>
          </ac:spMkLst>
        </pc:spChg>
      </pc:sldChg>
    </pc:docChg>
  </pc:docChgLst>
  <pc:docChgLst>
    <pc:chgData name="Kainat Khan" userId="S::kkhan31@gmu.edu::76486c2a-fd6e-4d5c-9a6a-2c1ee56aef38" providerId="AD" clId="Web-{F20AF551-F9E2-B686-EADC-0DDDE37DFD53}"/>
    <pc:docChg chg="addSld delSld modSld sldOrd">
      <pc:chgData name="Kainat Khan" userId="S::kkhan31@gmu.edu::76486c2a-fd6e-4d5c-9a6a-2c1ee56aef38" providerId="AD" clId="Web-{F20AF551-F9E2-B686-EADC-0DDDE37DFD53}" dt="2026-02-03T22:13:59.440" v="6"/>
      <pc:docMkLst>
        <pc:docMk/>
      </pc:docMkLst>
      <pc:sldChg chg="ord">
        <pc:chgData name="Kainat Khan" userId="S::kkhan31@gmu.edu::76486c2a-fd6e-4d5c-9a6a-2c1ee56aef38" providerId="AD" clId="Web-{F20AF551-F9E2-B686-EADC-0DDDE37DFD53}" dt="2026-02-03T21:59:06.476" v="2"/>
        <pc:sldMkLst>
          <pc:docMk/>
          <pc:sldMk cId="0" sldId="257"/>
        </pc:sldMkLst>
      </pc:sldChg>
      <pc:sldChg chg="modSp">
        <pc:chgData name="Kainat Khan" userId="S::kkhan31@gmu.edu::76486c2a-fd6e-4d5c-9a6a-2c1ee56aef38" providerId="AD" clId="Web-{F20AF551-F9E2-B686-EADC-0DDDE37DFD53}" dt="2026-02-03T22:12:07.581" v="5" actId="20577"/>
        <pc:sldMkLst>
          <pc:docMk/>
          <pc:sldMk cId="510451815" sldId="293"/>
        </pc:sldMkLst>
        <pc:spChg chg="mod">
          <ac:chgData name="Kainat Khan" userId="S::kkhan31@gmu.edu::76486c2a-fd6e-4d5c-9a6a-2c1ee56aef38" providerId="AD" clId="Web-{F20AF551-F9E2-B686-EADC-0DDDE37DFD53}" dt="2026-02-03T22:12:07.581" v="5" actId="20577"/>
          <ac:spMkLst>
            <pc:docMk/>
            <pc:sldMk cId="510451815" sldId="293"/>
            <ac:spMk id="4" creationId="{6656391F-0345-1373-D30D-13C079AEE17C}"/>
          </ac:spMkLst>
        </pc:spChg>
      </pc:sldChg>
    </pc:docChg>
  </pc:docChgLst>
  <pc:docChgLst>
    <pc:chgData name="Kainat Khan" userId="S::kkhan31@gmu.edu::76486c2a-fd6e-4d5c-9a6a-2c1ee56aef38" providerId="AD" clId="Web-{F456B787-9E0F-0D46-9FC1-A185347AC5C5}"/>
    <pc:docChg chg="modSld">
      <pc:chgData name="Kainat Khan" userId="S::kkhan31@gmu.edu::76486c2a-fd6e-4d5c-9a6a-2c1ee56aef38" providerId="AD" clId="Web-{F456B787-9E0F-0D46-9FC1-A185347AC5C5}" dt="2026-02-03T21:41:21.932" v="15" actId="14100"/>
      <pc:docMkLst>
        <pc:docMk/>
      </pc:docMkLst>
    </pc:docChg>
  </pc:docChgLst>
  <pc:docChgLst>
    <pc:chgData name="Kainat Khan" userId="S::kkhan31@gmu.edu::76486c2a-fd6e-4d5c-9a6a-2c1ee56aef38" providerId="AD" clId="Web-{C9ADD336-B47C-2695-8C36-C75F00BC2E9A}"/>
    <pc:docChg chg="modSld">
      <pc:chgData name="Kainat Khan" userId="S::kkhan31@gmu.edu::76486c2a-fd6e-4d5c-9a6a-2c1ee56aef38" providerId="AD" clId="Web-{C9ADD336-B47C-2695-8C36-C75F00BC2E9A}" dt="2026-02-03T22:33:32.935" v="5" actId="20577"/>
      <pc:docMkLst>
        <pc:docMk/>
      </pc:docMkLst>
      <pc:sldChg chg="modSp">
        <pc:chgData name="Kainat Khan" userId="S::kkhan31@gmu.edu::76486c2a-fd6e-4d5c-9a6a-2c1ee56aef38" providerId="AD" clId="Web-{C9ADD336-B47C-2695-8C36-C75F00BC2E9A}" dt="2026-02-03T22:33:32.935" v="5" actId="20577"/>
        <pc:sldMkLst>
          <pc:docMk/>
          <pc:sldMk cId="2197739197" sldId="294"/>
        </pc:sldMkLst>
        <pc:spChg chg="mod">
          <ac:chgData name="Kainat Khan" userId="S::kkhan31@gmu.edu::76486c2a-fd6e-4d5c-9a6a-2c1ee56aef38" providerId="AD" clId="Web-{C9ADD336-B47C-2695-8C36-C75F00BC2E9A}" dt="2026-02-03T22:33:32.935" v="5" actId="20577"/>
          <ac:spMkLst>
            <pc:docMk/>
            <pc:sldMk cId="2197739197" sldId="294"/>
            <ac:spMk id="4" creationId="{AE5D3682-BE0C-AE42-7377-B4CEA3BBFB76}"/>
          </ac:spMkLst>
        </pc:spChg>
      </pc:sldChg>
    </pc:docChg>
  </pc:docChgLst>
  <pc:docChgLst>
    <pc:chgData name="Jibraan Ahmad" userId="S::jahmad9@gmu.edu::f9895572-9481-4c70-bcbb-2ae953c16bdd" providerId="AD" clId="Web-{04A0250A-D76C-40E9-8A3D-20472F53770F}"/>
    <pc:docChg chg="addSld delSld modSld sldOrd">
      <pc:chgData name="Jibraan Ahmad" userId="S::jahmad9@gmu.edu::f9895572-9481-4c70-bcbb-2ae953c16bdd" providerId="AD" clId="Web-{04A0250A-D76C-40E9-8A3D-20472F53770F}" dt="2026-02-03T22:33:28.742" v="708" actId="1076"/>
      <pc:docMkLst>
        <pc:docMk/>
      </pc:docMkLst>
      <pc:sldChg chg="modSp">
        <pc:chgData name="Jibraan Ahmad" userId="S::jahmad9@gmu.edu::f9895572-9481-4c70-bcbb-2ae953c16bdd" providerId="AD" clId="Web-{04A0250A-D76C-40E9-8A3D-20472F53770F}" dt="2026-02-03T22:20:30.392" v="660" actId="14100"/>
        <pc:sldMkLst>
          <pc:docMk/>
          <pc:sldMk cId="617261000" sldId="260"/>
        </pc:sldMkLst>
        <pc:graphicFrameChg chg="mod">
          <ac:chgData name="Jibraan Ahmad" userId="S::jahmad9@gmu.edu::f9895572-9481-4c70-bcbb-2ae953c16bdd" providerId="AD" clId="Web-{04A0250A-D76C-40E9-8A3D-20472F53770F}" dt="2026-02-03T22:20:30.392" v="660" actId="14100"/>
          <ac:graphicFrameMkLst>
            <pc:docMk/>
            <pc:sldMk cId="617261000" sldId="260"/>
            <ac:graphicFrameMk id="8" creationId="{CF4E98E8-3AAD-AEFA-345B-D7BE0C551743}"/>
          </ac:graphicFrameMkLst>
        </pc:graphicFrameChg>
      </pc:sldChg>
      <pc:sldChg chg="modSp">
        <pc:chgData name="Jibraan Ahmad" userId="S::jahmad9@gmu.edu::f9895572-9481-4c70-bcbb-2ae953c16bdd" providerId="AD" clId="Web-{04A0250A-D76C-40E9-8A3D-20472F53770F}" dt="2026-02-03T22:32:11.801" v="702" actId="1076"/>
        <pc:sldMkLst>
          <pc:docMk/>
          <pc:sldMk cId="1928683069" sldId="261"/>
        </pc:sldMkLst>
        <pc:graphicFrameChg chg="mod modGraphic">
          <ac:chgData name="Jibraan Ahmad" userId="S::jahmad9@gmu.edu::f9895572-9481-4c70-bcbb-2ae953c16bdd" providerId="AD" clId="Web-{04A0250A-D76C-40E9-8A3D-20472F53770F}" dt="2026-02-03T22:32:11.801" v="702" actId="1076"/>
          <ac:graphicFrameMkLst>
            <pc:docMk/>
            <pc:sldMk cId="1928683069" sldId="261"/>
            <ac:graphicFrameMk id="5" creationId="{8A4E8F5B-BB8A-5899-775E-6E8A69749F79}"/>
          </ac:graphicFrameMkLst>
        </pc:graphicFrameChg>
      </pc:sldChg>
      <pc:sldChg chg="addSp delSp modSp">
        <pc:chgData name="Jibraan Ahmad" userId="S::jahmad9@gmu.edu::f9895572-9481-4c70-bcbb-2ae953c16bdd" providerId="AD" clId="Web-{04A0250A-D76C-40E9-8A3D-20472F53770F}" dt="2026-02-03T21:52:33.578" v="306" actId="20577"/>
        <pc:sldMkLst>
          <pc:docMk/>
          <pc:sldMk cId="858646998" sldId="264"/>
        </pc:sldMkLst>
        <pc:spChg chg="add mod">
          <ac:chgData name="Jibraan Ahmad" userId="S::jahmad9@gmu.edu::f9895572-9481-4c70-bcbb-2ae953c16bdd" providerId="AD" clId="Web-{04A0250A-D76C-40E9-8A3D-20472F53770F}" dt="2026-02-03T21:52:33.578" v="306" actId="20577"/>
          <ac:spMkLst>
            <pc:docMk/>
            <pc:sldMk cId="858646998" sldId="264"/>
            <ac:spMk id="64" creationId="{3C38437E-2D86-7AD0-CC32-F2E624B4837C}"/>
          </ac:spMkLst>
        </pc:spChg>
      </pc:sldChg>
      <pc:sldChg chg="addSp delSp modSp">
        <pc:chgData name="Jibraan Ahmad" userId="S::jahmad9@gmu.edu::f9895572-9481-4c70-bcbb-2ae953c16bdd" providerId="AD" clId="Web-{04A0250A-D76C-40E9-8A3D-20472F53770F}" dt="2026-02-03T22:17:22.662" v="653" actId="1076"/>
        <pc:sldMkLst>
          <pc:docMk/>
          <pc:sldMk cId="3624853275" sldId="273"/>
        </pc:sldMkLst>
        <pc:spChg chg="add mod">
          <ac:chgData name="Jibraan Ahmad" userId="S::jahmad9@gmu.edu::f9895572-9481-4c70-bcbb-2ae953c16bdd" providerId="AD" clId="Web-{04A0250A-D76C-40E9-8A3D-20472F53770F}" dt="2026-02-03T21:48:06.273" v="237" actId="20577"/>
          <ac:spMkLst>
            <pc:docMk/>
            <pc:sldMk cId="3624853275" sldId="273"/>
            <ac:spMk id="297" creationId="{AB9997F1-F414-ADF8-1F0B-366A6F36CDA4}"/>
          </ac:spMkLst>
        </pc:spChg>
        <pc:spChg chg="add mod">
          <ac:chgData name="Jibraan Ahmad" userId="S::jahmad9@gmu.edu::f9895572-9481-4c70-bcbb-2ae953c16bdd" providerId="AD" clId="Web-{04A0250A-D76C-40E9-8A3D-20472F53770F}" dt="2026-02-03T22:17:22.662" v="653" actId="1076"/>
          <ac:spMkLst>
            <pc:docMk/>
            <pc:sldMk cId="3624853275" sldId="273"/>
            <ac:spMk id="298" creationId="{905F52B3-4787-FBA2-F0D5-7C579EFFA37F}"/>
          </ac:spMkLst>
        </pc:spChg>
        <pc:spChg chg="add mod">
          <ac:chgData name="Jibraan Ahmad" userId="S::jahmad9@gmu.edu::f9895572-9481-4c70-bcbb-2ae953c16bdd" providerId="AD" clId="Web-{04A0250A-D76C-40E9-8A3D-20472F53770F}" dt="2026-02-03T22:17:10.677" v="646" actId="1076"/>
          <ac:spMkLst>
            <pc:docMk/>
            <pc:sldMk cId="3624853275" sldId="273"/>
            <ac:spMk id="299" creationId="{6ED3300E-E520-9879-C5CF-9CB80E323478}"/>
          </ac:spMkLst>
        </pc:spChg>
        <pc:spChg chg="add mod">
          <ac:chgData name="Jibraan Ahmad" userId="S::jahmad9@gmu.edu::f9895572-9481-4c70-bcbb-2ae953c16bdd" providerId="AD" clId="Web-{04A0250A-D76C-40E9-8A3D-20472F53770F}" dt="2026-02-03T21:48:38.868" v="240" actId="1076"/>
          <ac:spMkLst>
            <pc:docMk/>
            <pc:sldMk cId="3624853275" sldId="273"/>
            <ac:spMk id="300" creationId="{0AEF99E2-83D6-951E-8EE8-D8ABCE588C31}"/>
          </ac:spMkLst>
        </pc:spChg>
        <pc:spChg chg="add mod">
          <ac:chgData name="Jibraan Ahmad" userId="S::jahmad9@gmu.edu::f9895572-9481-4c70-bcbb-2ae953c16bdd" providerId="AD" clId="Web-{04A0250A-D76C-40E9-8A3D-20472F53770F}" dt="2026-02-03T21:48:45.509" v="242" actId="1076"/>
          <ac:spMkLst>
            <pc:docMk/>
            <pc:sldMk cId="3624853275" sldId="273"/>
            <ac:spMk id="301" creationId="{7768A016-C0B6-14CE-A66D-8E06E55E80AC}"/>
          </ac:spMkLst>
        </pc:spChg>
        <pc:spChg chg="add">
          <ac:chgData name="Jibraan Ahmad" userId="S::jahmad9@gmu.edu::f9895572-9481-4c70-bcbb-2ae953c16bdd" providerId="AD" clId="Web-{04A0250A-D76C-40E9-8A3D-20472F53770F}" dt="2026-02-03T21:46:02.268" v="208"/>
          <ac:spMkLst>
            <pc:docMk/>
            <pc:sldMk cId="3624853275" sldId="273"/>
            <ac:spMk id="302" creationId="{DEE2AD96-B495-4E06-9291-B71706F728CB}"/>
          </ac:spMkLst>
        </pc:spChg>
        <pc:spChg chg="add">
          <ac:chgData name="Jibraan Ahmad" userId="S::jahmad9@gmu.edu::f9895572-9481-4c70-bcbb-2ae953c16bdd" providerId="AD" clId="Web-{04A0250A-D76C-40E9-8A3D-20472F53770F}" dt="2026-02-03T21:46:02.268" v="208"/>
          <ac:spMkLst>
            <pc:docMk/>
            <pc:sldMk cId="3624853275" sldId="273"/>
            <ac:spMk id="304" creationId="{53CF6D67-C5A8-4ADD-9E8E-1E38CA1D3166}"/>
          </ac:spMkLst>
        </pc:spChg>
        <pc:spChg chg="add">
          <ac:chgData name="Jibraan Ahmad" userId="S::jahmad9@gmu.edu::f9895572-9481-4c70-bcbb-2ae953c16bdd" providerId="AD" clId="Web-{04A0250A-D76C-40E9-8A3D-20472F53770F}" dt="2026-02-03T21:46:02.268" v="208"/>
          <ac:spMkLst>
            <pc:docMk/>
            <pc:sldMk cId="3624853275" sldId="273"/>
            <ac:spMk id="306" creationId="{86909FA0-B515-4681-B7A8-FA281D133B94}"/>
          </ac:spMkLst>
        </pc:spChg>
        <pc:spChg chg="add">
          <ac:chgData name="Jibraan Ahmad" userId="S::jahmad9@gmu.edu::f9895572-9481-4c70-bcbb-2ae953c16bdd" providerId="AD" clId="Web-{04A0250A-D76C-40E9-8A3D-20472F53770F}" dt="2026-02-03T21:46:02.268" v="208"/>
          <ac:spMkLst>
            <pc:docMk/>
            <pc:sldMk cId="3624853275" sldId="273"/>
            <ac:spMk id="308" creationId="{21C9FE86-FCC3-4A31-AA1C-C882262B7FE7}"/>
          </ac:spMkLst>
        </pc:spChg>
        <pc:spChg chg="add">
          <ac:chgData name="Jibraan Ahmad" userId="S::jahmad9@gmu.edu::f9895572-9481-4c70-bcbb-2ae953c16bdd" providerId="AD" clId="Web-{04A0250A-D76C-40E9-8A3D-20472F53770F}" dt="2026-02-03T21:46:02.268" v="208"/>
          <ac:spMkLst>
            <pc:docMk/>
            <pc:sldMk cId="3624853275" sldId="273"/>
            <ac:spMk id="310" creationId="{7D96243B-ECED-4B71-8E06-AE9A285EAD20}"/>
          </ac:spMkLst>
        </pc:spChg>
      </pc:sldChg>
      <pc:sldChg chg="addSp delSp modSp add ord replId">
        <pc:chgData name="Jibraan Ahmad" userId="S::jahmad9@gmu.edu::f9895572-9481-4c70-bcbb-2ae953c16bdd" providerId="AD" clId="Web-{04A0250A-D76C-40E9-8A3D-20472F53770F}" dt="2026-02-03T22:33:28.742" v="708" actId="1076"/>
        <pc:sldMkLst>
          <pc:docMk/>
          <pc:sldMk cId="4243418529" sldId="281"/>
        </pc:sldMkLst>
        <pc:spChg chg="add mod">
          <ac:chgData name="Jibraan Ahmad" userId="S::jahmad9@gmu.edu::f9895572-9481-4c70-bcbb-2ae953c16bdd" providerId="AD" clId="Web-{04A0250A-D76C-40E9-8A3D-20472F53770F}" dt="2026-02-03T21:51:42.936" v="297" actId="20577"/>
          <ac:spMkLst>
            <pc:docMk/>
            <pc:sldMk cId="4243418529" sldId="281"/>
            <ac:spMk id="26" creationId="{B346E88E-954F-1DDC-9E0B-168763B9CA01}"/>
          </ac:spMkLst>
        </pc:spChg>
        <pc:spChg chg="add mod">
          <ac:chgData name="Jibraan Ahmad" userId="S::jahmad9@gmu.edu::f9895572-9481-4c70-bcbb-2ae953c16bdd" providerId="AD" clId="Web-{04A0250A-D76C-40E9-8A3D-20472F53770F}" dt="2026-02-03T21:52:14.937" v="298" actId="20577"/>
          <ac:spMkLst>
            <pc:docMk/>
            <pc:sldMk cId="4243418529" sldId="281"/>
            <ac:spMk id="27" creationId="{11208324-5AF3-6628-C07F-BD2328E49598}"/>
          </ac:spMkLst>
        </pc:spChg>
        <pc:picChg chg="add mod">
          <ac:chgData name="Jibraan Ahmad" userId="S::jahmad9@gmu.edu::f9895572-9481-4c70-bcbb-2ae953c16bdd" providerId="AD" clId="Web-{04A0250A-D76C-40E9-8A3D-20472F53770F}" dt="2026-02-03T22:33:28.742" v="708" actId="1076"/>
          <ac:picMkLst>
            <pc:docMk/>
            <pc:sldMk cId="4243418529" sldId="281"/>
            <ac:picMk id="28" creationId="{BC819855-6BDB-6672-BE6F-89AB16133BF3}"/>
          </ac:picMkLst>
        </pc:picChg>
      </pc:sldChg>
      <pc:sldChg chg="addSp delSp modSp add replId">
        <pc:chgData name="Jibraan Ahmad" userId="S::jahmad9@gmu.edu::f9895572-9481-4c70-bcbb-2ae953c16bdd" providerId="AD" clId="Web-{04A0250A-D76C-40E9-8A3D-20472F53770F}" dt="2026-02-03T21:53:45.127" v="326" actId="20577"/>
        <pc:sldMkLst>
          <pc:docMk/>
          <pc:sldMk cId="574050743" sldId="282"/>
        </pc:sldMkLst>
        <pc:spChg chg="mod">
          <ac:chgData name="Jibraan Ahmad" userId="S::jahmad9@gmu.edu::f9895572-9481-4c70-bcbb-2ae953c16bdd" providerId="AD" clId="Web-{04A0250A-D76C-40E9-8A3D-20472F53770F}" dt="2026-02-03T21:53:45.127" v="326" actId="20577"/>
          <ac:spMkLst>
            <pc:docMk/>
            <pc:sldMk cId="574050743" sldId="282"/>
            <ac:spMk id="64" creationId="{F9EB367E-84D8-D434-8EB6-9310CF878F63}"/>
          </ac:spMkLst>
        </pc:spChg>
        <pc:graphicFrameChg chg="add mod">
          <ac:chgData name="Jibraan Ahmad" userId="S::jahmad9@gmu.edu::f9895572-9481-4c70-bcbb-2ae953c16bdd" providerId="AD" clId="Web-{04A0250A-D76C-40E9-8A3D-20472F53770F}" dt="2026-02-03T21:53:36.799" v="314" actId="1076"/>
          <ac:graphicFrameMkLst>
            <pc:docMk/>
            <pc:sldMk cId="574050743" sldId="282"/>
            <ac:graphicFrameMk id="22" creationId="{36D15338-FBD2-D32C-6F00-D404BA4852A3}"/>
          </ac:graphicFrameMkLst>
        </pc:graphicFrameChg>
      </pc:sldChg>
      <pc:sldChg chg="addSp delSp modSp add replId">
        <pc:chgData name="Jibraan Ahmad" userId="S::jahmad9@gmu.edu::f9895572-9481-4c70-bcbb-2ae953c16bdd" providerId="AD" clId="Web-{04A0250A-D76C-40E9-8A3D-20472F53770F}" dt="2026-02-03T22:13:59.871" v="629" actId="20577"/>
        <pc:sldMkLst>
          <pc:docMk/>
          <pc:sldMk cId="2981449884" sldId="283"/>
        </pc:sldMkLst>
        <pc:spChg chg="add mod">
          <ac:chgData name="Jibraan Ahmad" userId="S::jahmad9@gmu.edu::f9895572-9481-4c70-bcbb-2ae953c16bdd" providerId="AD" clId="Web-{04A0250A-D76C-40E9-8A3D-20472F53770F}" dt="2026-02-03T22:13:59.871" v="629" actId="20577"/>
          <ac:spMkLst>
            <pc:docMk/>
            <pc:sldMk cId="2981449884" sldId="283"/>
            <ac:spMk id="53" creationId="{3DDE7A1B-AC03-331D-3907-6D54FF011044}"/>
          </ac:spMkLst>
        </pc:spChg>
        <pc:graphicFrameChg chg="add mod">
          <ac:chgData name="Jibraan Ahmad" userId="S::jahmad9@gmu.edu::f9895572-9481-4c70-bcbb-2ae953c16bdd" providerId="AD" clId="Web-{04A0250A-D76C-40E9-8A3D-20472F53770F}" dt="2026-02-03T21:54:21.596" v="332" actId="1076"/>
          <ac:graphicFrameMkLst>
            <pc:docMk/>
            <pc:sldMk cId="2981449884" sldId="283"/>
            <ac:graphicFrameMk id="37" creationId="{1E9F2FE8-B8A6-A8E9-B239-D0BBD746A6EF}"/>
          </ac:graphicFrameMkLst>
        </pc:graphicFrameChg>
      </pc:sldChg>
      <pc:sldChg chg="addSp delSp modSp add replId">
        <pc:chgData name="Jibraan Ahmad" userId="S::jahmad9@gmu.edu::f9895572-9481-4c70-bcbb-2ae953c16bdd" providerId="AD" clId="Web-{04A0250A-D76C-40E9-8A3D-20472F53770F}" dt="2026-02-03T22:14:28.606" v="640" actId="1076"/>
        <pc:sldMkLst>
          <pc:docMk/>
          <pc:sldMk cId="1468558374" sldId="285"/>
        </pc:sldMkLst>
        <pc:spChg chg="add mod">
          <ac:chgData name="Jibraan Ahmad" userId="S::jahmad9@gmu.edu::f9895572-9481-4c70-bcbb-2ae953c16bdd" providerId="AD" clId="Web-{04A0250A-D76C-40E9-8A3D-20472F53770F}" dt="2026-02-03T22:14:28.606" v="640" actId="1076"/>
          <ac:spMkLst>
            <pc:docMk/>
            <pc:sldMk cId="1468558374" sldId="285"/>
            <ac:spMk id="27" creationId="{6C340CAC-BF4F-496E-415D-04618235CB72}"/>
          </ac:spMkLst>
        </pc:spChg>
        <pc:graphicFrameChg chg="add mod">
          <ac:chgData name="Jibraan Ahmad" userId="S::jahmad9@gmu.edu::f9895572-9481-4c70-bcbb-2ae953c16bdd" providerId="AD" clId="Web-{04A0250A-D76C-40E9-8A3D-20472F53770F}" dt="2026-02-03T22:13:02.261" v="622" actId="1076"/>
          <ac:graphicFrameMkLst>
            <pc:docMk/>
            <pc:sldMk cId="1468558374" sldId="285"/>
            <ac:graphicFrameMk id="29" creationId="{A28F7A27-D545-EE30-CF3E-0510910A7468}"/>
          </ac:graphicFrameMkLst>
        </pc:graphicFrameChg>
      </pc:sldChg>
      <pc:sldChg chg="addSp delSp modSp add ord replId">
        <pc:chgData name="Jibraan Ahmad" userId="S::jahmad9@gmu.edu::f9895572-9481-4c70-bcbb-2ae953c16bdd" providerId="AD" clId="Web-{04A0250A-D76C-40E9-8A3D-20472F53770F}" dt="2026-02-03T21:56:11.036" v="368"/>
        <pc:sldMkLst>
          <pc:docMk/>
          <pc:sldMk cId="3807754130" sldId="286"/>
        </pc:sldMkLst>
        <pc:spChg chg="add mod">
          <ac:chgData name="Jibraan Ahmad" userId="S::jahmad9@gmu.edu::f9895572-9481-4c70-bcbb-2ae953c16bdd" providerId="AD" clId="Web-{04A0250A-D76C-40E9-8A3D-20472F53770F}" dt="2026-02-03T21:56:11.036" v="368"/>
          <ac:spMkLst>
            <pc:docMk/>
            <pc:sldMk cId="3807754130" sldId="286"/>
            <ac:spMk id="32" creationId="{9E1296E4-233C-9E01-3DF4-1E258FE3D5B4}"/>
          </ac:spMkLst>
        </pc:spChg>
        <pc:spChg chg="add">
          <ac:chgData name="Jibraan Ahmad" userId="S::jahmad9@gmu.edu::f9895572-9481-4c70-bcbb-2ae953c16bdd" providerId="AD" clId="Web-{04A0250A-D76C-40E9-8A3D-20472F53770F}" dt="2026-02-03T21:56:11.036" v="368"/>
          <ac:spMkLst>
            <pc:docMk/>
            <pc:sldMk cId="3807754130" sldId="286"/>
            <ac:spMk id="37" creationId="{A8384FB5-9ADC-4DDC-881B-597D56F5B15D}"/>
          </ac:spMkLst>
        </pc:spChg>
        <pc:spChg chg="add">
          <ac:chgData name="Jibraan Ahmad" userId="S::jahmad9@gmu.edu::f9895572-9481-4c70-bcbb-2ae953c16bdd" providerId="AD" clId="Web-{04A0250A-D76C-40E9-8A3D-20472F53770F}" dt="2026-02-03T21:56:11.036" v="368"/>
          <ac:spMkLst>
            <pc:docMk/>
            <pc:sldMk cId="3807754130" sldId="286"/>
            <ac:spMk id="39" creationId="{1199E1B1-A8C0-4FE8-A5A8-1CB41D69F857}"/>
          </ac:spMkLst>
        </pc:spChg>
        <pc:spChg chg="add">
          <ac:chgData name="Jibraan Ahmad" userId="S::jahmad9@gmu.edu::f9895572-9481-4c70-bcbb-2ae953c16bdd" providerId="AD" clId="Web-{04A0250A-D76C-40E9-8A3D-20472F53770F}" dt="2026-02-03T21:56:11.036" v="368"/>
          <ac:spMkLst>
            <pc:docMk/>
            <pc:sldMk cId="3807754130" sldId="286"/>
            <ac:spMk id="41" creationId="{84A8DE83-DE75-4B41-9DB4-A7EC0B0DEC0B}"/>
          </ac:spMkLst>
        </pc:spChg>
        <pc:spChg chg="add">
          <ac:chgData name="Jibraan Ahmad" userId="S::jahmad9@gmu.edu::f9895572-9481-4c70-bcbb-2ae953c16bdd" providerId="AD" clId="Web-{04A0250A-D76C-40E9-8A3D-20472F53770F}" dt="2026-02-03T21:56:11.036" v="368"/>
          <ac:spMkLst>
            <pc:docMk/>
            <pc:sldMk cId="3807754130" sldId="286"/>
            <ac:spMk id="43" creationId="{A7009A0A-BEF5-4EAC-AF15-E4F9F002E239}"/>
          </ac:spMkLst>
        </pc:spChg>
        <pc:picChg chg="add mod ord">
          <ac:chgData name="Jibraan Ahmad" userId="S::jahmad9@gmu.edu::f9895572-9481-4c70-bcbb-2ae953c16bdd" providerId="AD" clId="Web-{04A0250A-D76C-40E9-8A3D-20472F53770F}" dt="2026-02-03T21:56:11.036" v="368"/>
          <ac:picMkLst>
            <pc:docMk/>
            <pc:sldMk cId="3807754130" sldId="286"/>
            <ac:picMk id="30" creationId="{2474332C-DDC0-61B4-E020-97F73E5FFE86}"/>
          </ac:picMkLst>
        </pc:picChg>
      </pc:sldChg>
      <pc:sldChg chg="addSp delSp modSp add replId">
        <pc:chgData name="Jibraan Ahmad" userId="S::jahmad9@gmu.edu::f9895572-9481-4c70-bcbb-2ae953c16bdd" providerId="AD" clId="Web-{04A0250A-D76C-40E9-8A3D-20472F53770F}" dt="2026-02-03T21:57:20.849" v="390" actId="1076"/>
        <pc:sldMkLst>
          <pc:docMk/>
          <pc:sldMk cId="2527024362" sldId="288"/>
        </pc:sldMkLst>
        <pc:spChg chg="add mod">
          <ac:chgData name="Jibraan Ahmad" userId="S::jahmad9@gmu.edu::f9895572-9481-4c70-bcbb-2ae953c16bdd" providerId="AD" clId="Web-{04A0250A-D76C-40E9-8A3D-20472F53770F}" dt="2026-02-03T21:57:20.849" v="390" actId="1076"/>
          <ac:spMkLst>
            <pc:docMk/>
            <pc:sldMk cId="2527024362" sldId="288"/>
            <ac:spMk id="3" creationId="{9DA16E40-0B56-DC4F-7948-8B338107D9F6}"/>
          </ac:spMkLst>
        </pc:spChg>
        <pc:graphicFrameChg chg="add mod">
          <ac:chgData name="Jibraan Ahmad" userId="S::jahmad9@gmu.edu::f9895572-9481-4c70-bcbb-2ae953c16bdd" providerId="AD" clId="Web-{04A0250A-D76C-40E9-8A3D-20472F53770F}" dt="2026-02-03T21:57:16.787" v="389" actId="1076"/>
          <ac:graphicFrameMkLst>
            <pc:docMk/>
            <pc:sldMk cId="2527024362" sldId="288"/>
            <ac:graphicFrameMk id="5" creationId="{DFB0ABC9-9275-13B7-1B9A-7CF37E2F2B54}"/>
          </ac:graphicFrameMkLst>
        </pc:graphicFrameChg>
      </pc:sldChg>
      <pc:sldChg chg="addSp delSp modSp add replId">
        <pc:chgData name="Jibraan Ahmad" userId="S::jahmad9@gmu.edu::f9895572-9481-4c70-bcbb-2ae953c16bdd" providerId="AD" clId="Web-{04A0250A-D76C-40E9-8A3D-20472F53770F}" dt="2026-02-03T22:16:38.581" v="641" actId="1076"/>
        <pc:sldMkLst>
          <pc:docMk/>
          <pc:sldMk cId="557336849" sldId="289"/>
        </pc:sldMkLst>
        <pc:spChg chg="add del">
          <ac:chgData name="Jibraan Ahmad" userId="S::jahmad9@gmu.edu::f9895572-9481-4c70-bcbb-2ae953c16bdd" providerId="AD" clId="Web-{04A0250A-D76C-40E9-8A3D-20472F53770F}" dt="2026-02-03T21:57:37.256" v="398"/>
          <ac:spMkLst>
            <pc:docMk/>
            <pc:sldMk cId="557336849" sldId="289"/>
            <ac:spMk id="37" creationId="{22365951-7B4B-8976-77E3-DE84D9FA6946}"/>
          </ac:spMkLst>
        </pc:spChg>
        <pc:spChg chg="add del">
          <ac:chgData name="Jibraan Ahmad" userId="S::jahmad9@gmu.edu::f9895572-9481-4c70-bcbb-2ae953c16bdd" providerId="AD" clId="Web-{04A0250A-D76C-40E9-8A3D-20472F53770F}" dt="2026-02-03T21:57:37.256" v="399"/>
          <ac:spMkLst>
            <pc:docMk/>
            <pc:sldMk cId="557336849" sldId="289"/>
            <ac:spMk id="39" creationId="{4AA74538-86D5-531C-0D81-D08E814685B0}"/>
          </ac:spMkLst>
        </pc:spChg>
        <pc:spChg chg="add del">
          <ac:chgData name="Jibraan Ahmad" userId="S::jahmad9@gmu.edu::f9895572-9481-4c70-bcbb-2ae953c16bdd" providerId="AD" clId="Web-{04A0250A-D76C-40E9-8A3D-20472F53770F}" dt="2026-02-03T21:57:37.256" v="400"/>
          <ac:spMkLst>
            <pc:docMk/>
            <pc:sldMk cId="557336849" sldId="289"/>
            <ac:spMk id="41" creationId="{3CA9EC84-C407-144C-5949-A817E2B4E096}"/>
          </ac:spMkLst>
        </pc:spChg>
        <pc:spChg chg="add del">
          <ac:chgData name="Jibraan Ahmad" userId="S::jahmad9@gmu.edu::f9895572-9481-4c70-bcbb-2ae953c16bdd" providerId="AD" clId="Web-{04A0250A-D76C-40E9-8A3D-20472F53770F}" dt="2026-02-03T21:57:37.256" v="401"/>
          <ac:spMkLst>
            <pc:docMk/>
            <pc:sldMk cId="557336849" sldId="289"/>
            <ac:spMk id="43" creationId="{4AEB7086-194C-BDF8-9631-7BE3698B0BD1}"/>
          </ac:spMkLst>
        </pc:spChg>
        <pc:spChg chg="add mod">
          <ac:chgData name="Jibraan Ahmad" userId="S::jahmad9@gmu.edu::f9895572-9481-4c70-bcbb-2ae953c16bdd" providerId="AD" clId="Web-{04A0250A-D76C-40E9-8A3D-20472F53770F}" dt="2026-02-03T22:16:38.581" v="641" actId="1076"/>
          <ac:spMkLst>
            <pc:docMk/>
            <pc:sldMk cId="557336849" sldId="289"/>
            <ac:spMk id="56" creationId="{8D9AA0DB-10BE-97FA-CBE9-73E0422F3070}"/>
          </ac:spMkLst>
        </pc:spChg>
        <pc:spChg chg="add mod">
          <ac:chgData name="Jibraan Ahmad" userId="S::jahmad9@gmu.edu::f9895572-9481-4c70-bcbb-2ae953c16bdd" providerId="AD" clId="Web-{04A0250A-D76C-40E9-8A3D-20472F53770F}" dt="2026-02-03T21:58:16.053" v="413" actId="1076"/>
          <ac:spMkLst>
            <pc:docMk/>
            <pc:sldMk cId="557336849" sldId="289"/>
            <ac:spMk id="58" creationId="{0E675951-F127-36A4-1CAE-75DF1CA77BCB}"/>
          </ac:spMkLst>
        </pc:spChg>
        <pc:picChg chg="add mod">
          <ac:chgData name="Jibraan Ahmad" userId="S::jahmad9@gmu.edu::f9895572-9481-4c70-bcbb-2ae953c16bdd" providerId="AD" clId="Web-{04A0250A-D76C-40E9-8A3D-20472F53770F}" dt="2026-02-03T21:58:06.163" v="410" actId="1076"/>
          <ac:picMkLst>
            <pc:docMk/>
            <pc:sldMk cId="557336849" sldId="289"/>
            <ac:picMk id="54" creationId="{EDA682D5-277B-F376-FE1E-611083CF6DEE}"/>
          </ac:picMkLst>
        </pc:picChg>
      </pc:sldChg>
      <pc:sldChg chg="addSp delSp modSp add ord replId">
        <pc:chgData name="Jibraan Ahmad" userId="S::jahmad9@gmu.edu::f9895572-9481-4c70-bcbb-2ae953c16bdd" providerId="AD" clId="Web-{04A0250A-D76C-40E9-8A3D-20472F53770F}" dt="2026-02-03T21:59:33.183" v="471" actId="20577"/>
        <pc:sldMkLst>
          <pc:docMk/>
          <pc:sldMk cId="1563806512" sldId="290"/>
        </pc:sldMkLst>
        <pc:spChg chg="add mod">
          <ac:chgData name="Jibraan Ahmad" userId="S::jahmad9@gmu.edu::f9895572-9481-4c70-bcbb-2ae953c16bdd" providerId="AD" clId="Web-{04A0250A-D76C-40E9-8A3D-20472F53770F}" dt="2026-02-03T21:59:33.183" v="471" actId="20577"/>
          <ac:spMkLst>
            <pc:docMk/>
            <pc:sldMk cId="1563806512" sldId="290"/>
            <ac:spMk id="5" creationId="{D2620DEE-6D71-B8C9-4DC1-B290BD77ADCF}"/>
          </ac:spMkLst>
        </pc:spChg>
        <pc:picChg chg="add">
          <ac:chgData name="Jibraan Ahmad" userId="S::jahmad9@gmu.edu::f9895572-9481-4c70-bcbb-2ae953c16bdd" providerId="AD" clId="Web-{04A0250A-D76C-40E9-8A3D-20472F53770F}" dt="2026-02-03T21:58:44.491" v="422"/>
          <ac:picMkLst>
            <pc:docMk/>
            <pc:sldMk cId="1563806512" sldId="290"/>
            <ac:picMk id="3" creationId="{2684199E-2D46-C6B0-409F-B52C4386AFBB}"/>
          </ac:picMkLst>
        </pc:picChg>
      </pc:sldChg>
      <pc:sldChg chg="addSp modSp add replId">
        <pc:chgData name="Jibraan Ahmad" userId="S::jahmad9@gmu.edu::f9895572-9481-4c70-bcbb-2ae953c16bdd" providerId="AD" clId="Web-{04A0250A-D76C-40E9-8A3D-20472F53770F}" dt="2026-02-03T22:01:03.034" v="480" actId="14100"/>
        <pc:sldMkLst>
          <pc:docMk/>
          <pc:sldMk cId="2388273480" sldId="291"/>
        </pc:sldMkLst>
        <pc:spChg chg="add mod">
          <ac:chgData name="Jibraan Ahmad" userId="S::jahmad9@gmu.edu::f9895572-9481-4c70-bcbb-2ae953c16bdd" providerId="AD" clId="Web-{04A0250A-D76C-40E9-8A3D-20472F53770F}" dt="2026-02-03T22:00:51.518" v="476" actId="20577"/>
          <ac:spMkLst>
            <pc:docMk/>
            <pc:sldMk cId="2388273480" sldId="291"/>
            <ac:spMk id="3" creationId="{313A41F6-E620-1AB3-0953-41BB29930304}"/>
          </ac:spMkLst>
        </pc:spChg>
        <pc:spChg chg="add mod">
          <ac:chgData name="Jibraan Ahmad" userId="S::jahmad9@gmu.edu::f9895572-9481-4c70-bcbb-2ae953c16bdd" providerId="AD" clId="Web-{04A0250A-D76C-40E9-8A3D-20472F53770F}" dt="2026-02-03T22:01:03.034" v="480" actId="14100"/>
          <ac:spMkLst>
            <pc:docMk/>
            <pc:sldMk cId="2388273480" sldId="291"/>
            <ac:spMk id="4" creationId="{7A08D2B1-11ED-DDF2-4B8F-9B55D0DEC594}"/>
          </ac:spMkLst>
        </pc:spChg>
      </pc:sldChg>
      <pc:sldChg chg="addSp delSp modSp add ord replId">
        <pc:chgData name="Jibraan Ahmad" userId="S::jahmad9@gmu.edu::f9895572-9481-4c70-bcbb-2ae953c16bdd" providerId="AD" clId="Web-{04A0250A-D76C-40E9-8A3D-20472F53770F}" dt="2026-02-03T22:25:34.527" v="672" actId="1076"/>
        <pc:sldMkLst>
          <pc:docMk/>
          <pc:sldMk cId="510451815" sldId="293"/>
        </pc:sldMkLst>
        <pc:spChg chg="add del mod">
          <ac:chgData name="Jibraan Ahmad" userId="S::jahmad9@gmu.edu::f9895572-9481-4c70-bcbb-2ae953c16bdd" providerId="AD" clId="Web-{04A0250A-D76C-40E9-8A3D-20472F53770F}" dt="2026-02-03T22:18:12.510" v="659" actId="20577"/>
          <ac:spMkLst>
            <pc:docMk/>
            <pc:sldMk cId="510451815" sldId="293"/>
            <ac:spMk id="3" creationId="{5B7E9BAC-1F0C-B1CD-2DFE-DFA04C6CE128}"/>
          </ac:spMkLst>
        </pc:spChg>
        <pc:spChg chg="add mod">
          <ac:chgData name="Jibraan Ahmad" userId="S::jahmad9@gmu.edu::f9895572-9481-4c70-bcbb-2ae953c16bdd" providerId="AD" clId="Web-{04A0250A-D76C-40E9-8A3D-20472F53770F}" dt="2026-02-03T22:25:22.917" v="671" actId="1076"/>
          <ac:spMkLst>
            <pc:docMk/>
            <pc:sldMk cId="510451815" sldId="293"/>
            <ac:spMk id="4" creationId="{6656391F-0345-1373-D30D-13C079AEE17C}"/>
          </ac:spMkLst>
        </pc:spChg>
        <pc:spChg chg="add mod">
          <ac:chgData name="Jibraan Ahmad" userId="S::jahmad9@gmu.edu::f9895572-9481-4c70-bcbb-2ae953c16bdd" providerId="AD" clId="Web-{04A0250A-D76C-40E9-8A3D-20472F53770F}" dt="2026-02-03T22:25:34.527" v="672" actId="1076"/>
          <ac:spMkLst>
            <pc:docMk/>
            <pc:sldMk cId="510451815" sldId="293"/>
            <ac:spMk id="15" creationId="{F696AE0B-7043-BC14-4321-8EE20962330F}"/>
          </ac:spMkLst>
        </pc:spChg>
      </pc:sldChg>
      <pc:sldChg chg="addSp modSp add replId">
        <pc:chgData name="Jibraan Ahmad" userId="S::jahmad9@gmu.edu::f9895572-9481-4c70-bcbb-2ae953c16bdd" providerId="AD" clId="Web-{04A0250A-D76C-40E9-8A3D-20472F53770F}" dt="2026-02-03T22:24:28.399" v="663" actId="20577"/>
        <pc:sldMkLst>
          <pc:docMk/>
          <pc:sldMk cId="2197739197" sldId="294"/>
        </pc:sldMkLst>
        <pc:spChg chg="add mod">
          <ac:chgData name="Jibraan Ahmad" userId="S::jahmad9@gmu.edu::f9895572-9481-4c70-bcbb-2ae953c16bdd" providerId="AD" clId="Web-{04A0250A-D76C-40E9-8A3D-20472F53770F}" dt="2026-02-03T22:24:28.399" v="663" actId="20577"/>
          <ac:spMkLst>
            <pc:docMk/>
            <pc:sldMk cId="2197739197" sldId="294"/>
            <ac:spMk id="4" creationId="{AE5D3682-BE0C-AE42-7377-B4CEA3BBFB76}"/>
          </ac:spMkLst>
        </pc:spChg>
        <pc:spChg chg="mod">
          <ac:chgData name="Jibraan Ahmad" userId="S::jahmad9@gmu.edu::f9895572-9481-4c70-bcbb-2ae953c16bdd" providerId="AD" clId="Web-{04A0250A-D76C-40E9-8A3D-20472F53770F}" dt="2026-02-03T22:18:08.009" v="658" actId="20577"/>
          <ac:spMkLst>
            <pc:docMk/>
            <pc:sldMk cId="2197739197" sldId="294"/>
            <ac:spMk id="6" creationId="{E6E9225F-3709-1469-6B4A-99ADBC1ABE51}"/>
          </ac:spMkLst>
        </pc:spChg>
        <pc:picChg chg="add mod">
          <ac:chgData name="Jibraan Ahmad" userId="S::jahmad9@gmu.edu::f9895572-9481-4c70-bcbb-2ae953c16bdd" providerId="AD" clId="Web-{04A0250A-D76C-40E9-8A3D-20472F53770F}" dt="2026-02-03T22:11:49.791" v="611" actId="1076"/>
          <ac:picMkLst>
            <pc:docMk/>
            <pc:sldMk cId="2197739197" sldId="294"/>
            <ac:picMk id="5" creationId="{E2ED2AB2-6015-8908-746B-2C73A1F6FFEF}"/>
          </ac:picMkLst>
        </pc:picChg>
      </pc:sldChg>
      <pc:sldChg chg="addSp delSp modSp add replId">
        <pc:chgData name="Jibraan Ahmad" userId="S::jahmad9@gmu.edu::f9895572-9481-4c70-bcbb-2ae953c16bdd" providerId="AD" clId="Web-{04A0250A-D76C-40E9-8A3D-20472F53770F}" dt="2026-02-03T22:08:58.396" v="603" actId="20577"/>
        <pc:sldMkLst>
          <pc:docMk/>
          <pc:sldMk cId="3413028037" sldId="295"/>
        </pc:sldMkLst>
        <pc:spChg chg="add mod">
          <ac:chgData name="Jibraan Ahmad" userId="S::jahmad9@gmu.edu::f9895572-9481-4c70-bcbb-2ae953c16bdd" providerId="AD" clId="Web-{04A0250A-D76C-40E9-8A3D-20472F53770F}" dt="2026-02-03T22:08:58.396" v="603" actId="20577"/>
          <ac:spMkLst>
            <pc:docMk/>
            <pc:sldMk cId="3413028037" sldId="295"/>
            <ac:spMk id="2" creationId="{93DD3E45-FA16-49C2-26CD-5AA6D732115C}"/>
          </ac:spMkLst>
        </pc:spChg>
        <pc:spChg chg="mod">
          <ac:chgData name="Jibraan Ahmad" userId="S::jahmad9@gmu.edu::f9895572-9481-4c70-bcbb-2ae953c16bdd" providerId="AD" clId="Web-{04A0250A-D76C-40E9-8A3D-20472F53770F}" dt="2026-02-03T22:07:14.346" v="591" actId="20577"/>
          <ac:spMkLst>
            <pc:docMk/>
            <pc:sldMk cId="3413028037" sldId="295"/>
            <ac:spMk id="3" creationId="{9F952EF7-0278-4471-992A-91848FE955E6}"/>
          </ac:spMkLst>
        </pc:spChg>
      </pc:sldChg>
    </pc:docChg>
  </pc:docChgLst>
  <pc:docChgLst>
    <pc:chgData name="Anis Mirza" userId="S::amirza20@gmu.edu::7cf37d13-fa58-4e6c-b027-2345587d419e" providerId="AD" clId="Web-{140A36CA-E4D5-9008-A53E-8A5BB7D70206}"/>
    <pc:docChg chg="modSld">
      <pc:chgData name="Anis Mirza" userId="S::amirza20@gmu.edu::7cf37d13-fa58-4e6c-b027-2345587d419e" providerId="AD" clId="Web-{140A36CA-E4D5-9008-A53E-8A5BB7D70206}" dt="2026-02-23T20:11:52.664" v="0" actId="1076"/>
      <pc:docMkLst>
        <pc:docMk/>
      </pc:docMkLst>
      <pc:sldChg chg="modSp">
        <pc:chgData name="Anis Mirza" userId="S::amirza20@gmu.edu::7cf37d13-fa58-4e6c-b027-2345587d419e" providerId="AD" clId="Web-{140A36CA-E4D5-9008-A53E-8A5BB7D70206}" dt="2026-02-23T20:11:52.664" v="0" actId="1076"/>
        <pc:sldMkLst>
          <pc:docMk/>
          <pc:sldMk cId="2981449884" sldId="283"/>
        </pc:sldMkLst>
        <pc:graphicFrameChg chg="mod">
          <ac:chgData name="Anis Mirza" userId="S::amirza20@gmu.edu::7cf37d13-fa58-4e6c-b027-2345587d419e" providerId="AD" clId="Web-{140A36CA-E4D5-9008-A53E-8A5BB7D70206}" dt="2026-02-23T20:11:52.664" v="0" actId="1076"/>
          <ac:graphicFrameMkLst>
            <pc:docMk/>
            <pc:sldMk cId="2981449884" sldId="283"/>
            <ac:graphicFrameMk id="37" creationId="{1E9F2FE8-B8A6-A8E9-B239-D0BBD746A6EF}"/>
          </ac:graphicFrameMkLst>
        </pc:graphicFrameChg>
      </pc:sldChg>
    </pc:docChg>
  </pc:docChgLst>
  <pc:docChgLst>
    <pc:chgData name="Jasleen Kaur" userId="S::jkaur36@gmu.edu::09164315-f055-4a6b-95eb-ac65989210a0" providerId="AD" clId="Web-{1E497883-918D-50A1-D2CC-E9D8D155F995}"/>
    <pc:docChg chg="addSld delSld modSld">
      <pc:chgData name="Jasleen Kaur" userId="S::jkaur36@gmu.edu::09164315-f055-4a6b-95eb-ac65989210a0" providerId="AD" clId="Web-{1E497883-918D-50A1-D2CC-E9D8D155F995}" dt="2026-02-03T22:13:50.768" v="203" actId="1076"/>
      <pc:docMkLst>
        <pc:docMk/>
      </pc:docMkLst>
      <pc:sldChg chg="addSp delSp modSp add del">
        <pc:chgData name="Jasleen Kaur" userId="S::jkaur36@gmu.edu::09164315-f055-4a6b-95eb-ac65989210a0" providerId="AD" clId="Web-{1E497883-918D-50A1-D2CC-E9D8D155F995}" dt="2026-02-03T21:58:45.662" v="130"/>
        <pc:sldMkLst>
          <pc:docMk/>
          <pc:sldMk cId="0" sldId="257"/>
        </pc:sldMkLst>
      </pc:sldChg>
      <pc:sldChg chg="addSp modSp">
        <pc:chgData name="Jasleen Kaur" userId="S::jkaur36@gmu.edu::09164315-f055-4a6b-95eb-ac65989210a0" providerId="AD" clId="Web-{1E497883-918D-50A1-D2CC-E9D8D155F995}" dt="2026-02-03T21:06:19.851" v="2"/>
        <pc:sldMkLst>
          <pc:docMk/>
          <pc:sldMk cId="1928683069" sldId="261"/>
        </pc:sldMkLst>
        <pc:spChg chg="mod">
          <ac:chgData name="Jasleen Kaur" userId="S::jkaur36@gmu.edu::09164315-f055-4a6b-95eb-ac65989210a0" providerId="AD" clId="Web-{1E497883-918D-50A1-D2CC-E9D8D155F995}" dt="2026-02-03T21:06:19.851" v="2"/>
          <ac:spMkLst>
            <pc:docMk/>
            <pc:sldMk cId="1928683069" sldId="261"/>
            <ac:spMk id="6" creationId="{2850861E-9043-012E-8827-849D17E2F4DE}"/>
          </ac:spMkLst>
        </pc:spChg>
        <pc:spChg chg="add">
          <ac:chgData name="Jasleen Kaur" userId="S::jkaur36@gmu.edu::09164315-f055-4a6b-95eb-ac65989210a0" providerId="AD" clId="Web-{1E497883-918D-50A1-D2CC-E9D8D155F995}" dt="2026-02-03T21:06:19.851" v="2"/>
          <ac:spMkLst>
            <pc:docMk/>
            <pc:sldMk cId="1928683069" sldId="261"/>
            <ac:spMk id="11" creationId="{A8384FB5-9ADC-4DDC-881B-597D56F5B15D}"/>
          </ac:spMkLst>
        </pc:spChg>
        <pc:spChg chg="add">
          <ac:chgData name="Jasleen Kaur" userId="S::jkaur36@gmu.edu::09164315-f055-4a6b-95eb-ac65989210a0" providerId="AD" clId="Web-{1E497883-918D-50A1-D2CC-E9D8D155F995}" dt="2026-02-03T21:06:19.851" v="2"/>
          <ac:spMkLst>
            <pc:docMk/>
            <pc:sldMk cId="1928683069" sldId="261"/>
            <ac:spMk id="13" creationId="{1199E1B1-A8C0-4FE8-A5A8-1CB41D69F857}"/>
          </ac:spMkLst>
        </pc:spChg>
        <pc:spChg chg="add">
          <ac:chgData name="Jasleen Kaur" userId="S::jkaur36@gmu.edu::09164315-f055-4a6b-95eb-ac65989210a0" providerId="AD" clId="Web-{1E497883-918D-50A1-D2CC-E9D8D155F995}" dt="2026-02-03T21:06:19.851" v="2"/>
          <ac:spMkLst>
            <pc:docMk/>
            <pc:sldMk cId="1928683069" sldId="261"/>
            <ac:spMk id="15" creationId="{84A8DE83-DE75-4B41-9DB4-A7EC0B0DEC0B}"/>
          </ac:spMkLst>
        </pc:spChg>
        <pc:spChg chg="add">
          <ac:chgData name="Jasleen Kaur" userId="S::jkaur36@gmu.edu::09164315-f055-4a6b-95eb-ac65989210a0" providerId="AD" clId="Web-{1E497883-918D-50A1-D2CC-E9D8D155F995}" dt="2026-02-03T21:06:19.851" v="2"/>
          <ac:spMkLst>
            <pc:docMk/>
            <pc:sldMk cId="1928683069" sldId="261"/>
            <ac:spMk id="17" creationId="{A7009A0A-BEF5-4EAC-AF15-E4F9F002E239}"/>
          </ac:spMkLst>
        </pc:spChg>
        <pc:graphicFrameChg chg="mod ord modGraphic">
          <ac:chgData name="Jasleen Kaur" userId="S::jkaur36@gmu.edu::09164315-f055-4a6b-95eb-ac65989210a0" providerId="AD" clId="Web-{1E497883-918D-50A1-D2CC-E9D8D155F995}" dt="2026-02-03T21:06:19.851" v="2"/>
          <ac:graphicFrameMkLst>
            <pc:docMk/>
            <pc:sldMk cId="1928683069" sldId="261"/>
            <ac:graphicFrameMk id="5" creationId="{8A4E8F5B-BB8A-5899-775E-6E8A69749F79}"/>
          </ac:graphicFrameMkLst>
        </pc:graphicFrameChg>
      </pc:sldChg>
      <pc:sldChg chg="addSp modSp mod setBg">
        <pc:chgData name="Jasleen Kaur" userId="S::jkaur36@gmu.edu::09164315-f055-4a6b-95eb-ac65989210a0" providerId="AD" clId="Web-{1E497883-918D-50A1-D2CC-E9D8D155F995}" dt="2026-02-03T21:56:37.258" v="127" actId="14100"/>
        <pc:sldMkLst>
          <pc:docMk/>
          <pc:sldMk cId="858646998" sldId="264"/>
        </pc:sldMkLst>
        <pc:spChg chg="add">
          <ac:chgData name="Jasleen Kaur" userId="S::jkaur36@gmu.edu::09164315-f055-4a6b-95eb-ac65989210a0" providerId="AD" clId="Web-{1E497883-918D-50A1-D2CC-E9D8D155F995}" dt="2026-02-03T21:08:07.068" v="24"/>
          <ac:spMkLst>
            <pc:docMk/>
            <pc:sldMk cId="858646998" sldId="264"/>
            <ac:spMk id="10" creationId="{BACC6370-2D7E-4714-9D71-7542949D7D5D}"/>
          </ac:spMkLst>
        </pc:spChg>
        <pc:spChg chg="add">
          <ac:chgData name="Jasleen Kaur" userId="S::jkaur36@gmu.edu::09164315-f055-4a6b-95eb-ac65989210a0" providerId="AD" clId="Web-{1E497883-918D-50A1-D2CC-E9D8D155F995}" dt="2026-02-03T21:08:07.068" v="24"/>
          <ac:spMkLst>
            <pc:docMk/>
            <pc:sldMk cId="858646998" sldId="264"/>
            <ac:spMk id="12" creationId="{F68B3F68-107C-434F-AA38-110D5EA91B85}"/>
          </ac:spMkLst>
        </pc:spChg>
        <pc:spChg chg="add">
          <ac:chgData name="Jasleen Kaur" userId="S::jkaur36@gmu.edu::09164315-f055-4a6b-95eb-ac65989210a0" providerId="AD" clId="Web-{1E497883-918D-50A1-D2CC-E9D8D155F995}" dt="2026-02-03T21:08:07.068" v="24"/>
          <ac:spMkLst>
            <pc:docMk/>
            <pc:sldMk cId="858646998" sldId="264"/>
            <ac:spMk id="14" creationId="{AAD0DBB9-1A4B-4391-81D4-CB19F9AB918A}"/>
          </ac:spMkLst>
        </pc:spChg>
        <pc:spChg chg="add">
          <ac:chgData name="Jasleen Kaur" userId="S::jkaur36@gmu.edu::09164315-f055-4a6b-95eb-ac65989210a0" providerId="AD" clId="Web-{1E497883-918D-50A1-D2CC-E9D8D155F995}" dt="2026-02-03T21:08:07.068" v="24"/>
          <ac:spMkLst>
            <pc:docMk/>
            <pc:sldMk cId="858646998" sldId="264"/>
            <ac:spMk id="16" creationId="{063BBA22-50EA-4C4D-BE05-F1CE4E63AA56}"/>
          </ac:spMkLst>
        </pc:spChg>
        <pc:graphicFrameChg chg="mod modGraphic">
          <ac:chgData name="Jasleen Kaur" userId="S::jkaur36@gmu.edu::09164315-f055-4a6b-95eb-ac65989210a0" providerId="AD" clId="Web-{1E497883-918D-50A1-D2CC-E9D8D155F995}" dt="2026-02-03T21:56:37.258" v="127" actId="14100"/>
          <ac:graphicFrameMkLst>
            <pc:docMk/>
            <pc:sldMk cId="858646998" sldId="264"/>
            <ac:graphicFrameMk id="5" creationId="{BAAC95AA-8723-EC10-B1F1-FE9CEE1EF168}"/>
          </ac:graphicFrameMkLst>
        </pc:graphicFrameChg>
      </pc:sldChg>
      <pc:sldChg chg="addSp delSp modSp mod setBg">
        <pc:chgData name="Jasleen Kaur" userId="S::jkaur36@gmu.edu::09164315-f055-4a6b-95eb-ac65989210a0" providerId="AD" clId="Web-{1E497883-918D-50A1-D2CC-E9D8D155F995}" dt="2026-02-03T21:41:30.973" v="97" actId="14100"/>
        <pc:sldMkLst>
          <pc:docMk/>
          <pc:sldMk cId="3624853275" sldId="273"/>
        </pc:sldMkLst>
      </pc:sldChg>
      <pc:sldChg chg="addSp delSp modSp">
        <pc:chgData name="Jasleen Kaur" userId="S::jkaur36@gmu.edu::09164315-f055-4a6b-95eb-ac65989210a0" providerId="AD" clId="Web-{1E497883-918D-50A1-D2CC-E9D8D155F995}" dt="2026-02-03T22:08:32.204" v="142" actId="20577"/>
        <pc:sldMkLst>
          <pc:docMk/>
          <pc:sldMk cId="2388273480" sldId="291"/>
        </pc:sldMkLst>
        <pc:spChg chg="mod">
          <ac:chgData name="Jasleen Kaur" userId="S::jkaur36@gmu.edu::09164315-f055-4a6b-95eb-ac65989210a0" providerId="AD" clId="Web-{1E497883-918D-50A1-D2CC-E9D8D155F995}" dt="2026-02-03T22:08:32.204" v="142" actId="20577"/>
          <ac:spMkLst>
            <pc:docMk/>
            <pc:sldMk cId="2388273480" sldId="291"/>
            <ac:spMk id="3" creationId="{313A41F6-E620-1AB3-0953-41BB29930304}"/>
          </ac:spMkLst>
        </pc:spChg>
        <pc:spChg chg="mod ord">
          <ac:chgData name="Jasleen Kaur" userId="S::jkaur36@gmu.edu::09164315-f055-4a6b-95eb-ac65989210a0" providerId="AD" clId="Web-{1E497883-918D-50A1-D2CC-E9D8D155F995}" dt="2026-02-03T22:08:12.780" v="141"/>
          <ac:spMkLst>
            <pc:docMk/>
            <pc:sldMk cId="2388273480" sldId="291"/>
            <ac:spMk id="4" creationId="{7A08D2B1-11ED-DDF2-4B8F-9B55D0DEC594}"/>
          </ac:spMkLst>
        </pc:spChg>
        <pc:spChg chg="add del">
          <ac:chgData name="Jasleen Kaur" userId="S::jkaur36@gmu.edu::09164315-f055-4a6b-95eb-ac65989210a0" providerId="AD" clId="Web-{1E497883-918D-50A1-D2CC-E9D8D155F995}" dt="2026-02-03T22:08:12.780" v="141"/>
          <ac:spMkLst>
            <pc:docMk/>
            <pc:sldMk cId="2388273480" sldId="291"/>
            <ac:spMk id="48" creationId="{3AD318CC-E2A8-4E27-9548-A047A78999B1}"/>
          </ac:spMkLst>
        </pc:spChg>
        <pc:spChg chg="add del">
          <ac:chgData name="Jasleen Kaur" userId="S::jkaur36@gmu.edu::09164315-f055-4a6b-95eb-ac65989210a0" providerId="AD" clId="Web-{1E497883-918D-50A1-D2CC-E9D8D155F995}" dt="2026-02-03T22:08:12.780" v="141"/>
          <ac:spMkLst>
            <pc:docMk/>
            <pc:sldMk cId="2388273480" sldId="291"/>
            <ac:spMk id="54" creationId="{2C1BBA94-3F40-40AA-8BB9-E69E25E537C1}"/>
          </ac:spMkLst>
        </pc:spChg>
        <pc:grpChg chg="add del">
          <ac:chgData name="Jasleen Kaur" userId="S::jkaur36@gmu.edu::09164315-f055-4a6b-95eb-ac65989210a0" providerId="AD" clId="Web-{1E497883-918D-50A1-D2CC-E9D8D155F995}" dt="2026-02-03T22:08:12.780" v="141"/>
          <ac:grpSpMkLst>
            <pc:docMk/>
            <pc:sldMk cId="2388273480" sldId="291"/>
            <ac:grpSpMk id="50" creationId="{B14B560F-9DD7-4302-A60B-EBD3EF59B073}"/>
          </ac:grpSpMkLst>
        </pc:grpChg>
        <pc:picChg chg="add mod">
          <ac:chgData name="Jasleen Kaur" userId="S::jkaur36@gmu.edu::09164315-f055-4a6b-95eb-ac65989210a0" providerId="AD" clId="Web-{1E497883-918D-50A1-D2CC-E9D8D155F995}" dt="2026-02-03T22:08:12.780" v="141"/>
          <ac:picMkLst>
            <pc:docMk/>
            <pc:sldMk cId="2388273480" sldId="291"/>
            <ac:picMk id="2" creationId="{07FD4CB7-AEF6-6868-AF13-282FE013CC65}"/>
          </ac:picMkLst>
        </pc:picChg>
      </pc:sldChg>
      <pc:sldChg chg="addSp delSp modSp">
        <pc:chgData name="Jasleen Kaur" userId="S::jkaur36@gmu.edu::09164315-f055-4a6b-95eb-ac65989210a0" providerId="AD" clId="Web-{1E497883-918D-50A1-D2CC-E9D8D155F995}" dt="2026-02-03T22:11:52.451" v="174"/>
        <pc:sldMkLst>
          <pc:docMk/>
          <pc:sldMk cId="510451815" sldId="293"/>
        </pc:sldMkLst>
        <pc:spChg chg="mod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3" creationId="{5B7E9BAC-1F0C-B1CD-2DFE-DFA04C6CE128}"/>
          </ac:spMkLst>
        </pc:spChg>
        <pc:spChg chg="mod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4" creationId="{6656391F-0345-1373-D30D-13C079AEE17C}"/>
          </ac:spMkLst>
        </pc:spChg>
        <pc:spChg chg="add del mod">
          <ac:chgData name="Jasleen Kaur" userId="S::jkaur36@gmu.edu::09164315-f055-4a6b-95eb-ac65989210a0" providerId="AD" clId="Web-{1E497883-918D-50A1-D2CC-E9D8D155F995}" dt="2026-02-03T22:11:37.013" v="171"/>
          <ac:spMkLst>
            <pc:docMk/>
            <pc:sldMk cId="510451815" sldId="293"/>
            <ac:spMk id="15" creationId="{F696AE0B-7043-BC14-4321-8EE20962330F}"/>
          </ac:spMkLst>
        </pc:spChg>
        <pc:spChg chg="add del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48" creationId="{1B15ED52-F352-441B-82BF-E0EA34836D08}"/>
          </ac:spMkLst>
        </pc:spChg>
        <pc:spChg chg="add del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50" creationId="{3B2E3793-BFE6-45A2-9B7B-E18844431C99}"/>
          </ac:spMkLst>
        </pc:spChg>
        <pc:spChg chg="add del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52" creationId="{BC4C4868-CB8F-4AF9-9CDB-8108F2C19B67}"/>
          </ac:spMkLst>
        </pc:spChg>
        <pc:spChg chg="add del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54" creationId="{375E0459-6403-40CD-989D-56A4407CA12E}"/>
          </ac:spMkLst>
        </pc:spChg>
        <pc:spChg chg="add del">
          <ac:chgData name="Jasleen Kaur" userId="S::jkaur36@gmu.edu::09164315-f055-4a6b-95eb-ac65989210a0" providerId="AD" clId="Web-{1E497883-918D-50A1-D2CC-E9D8D155F995}" dt="2026-02-03T22:11:52.451" v="174"/>
          <ac:spMkLst>
            <pc:docMk/>
            <pc:sldMk cId="510451815" sldId="293"/>
            <ac:spMk id="56" creationId="{53E5B1A8-3AC9-4BD1-9BBC-78CA94F2D1BA}"/>
          </ac:spMkLst>
        </pc:spChg>
      </pc:sldChg>
      <pc:sldChg chg="addSp delSp modSp">
        <pc:chgData name="Jasleen Kaur" userId="S::jkaur36@gmu.edu::09164315-f055-4a6b-95eb-ac65989210a0" providerId="AD" clId="Web-{1E497883-918D-50A1-D2CC-E9D8D155F995}" dt="2026-02-03T22:13:50.768" v="203" actId="1076"/>
        <pc:sldMkLst>
          <pc:docMk/>
          <pc:sldMk cId="2197739197" sldId="294"/>
        </pc:sldMkLst>
        <pc:spChg chg="mod">
          <ac:chgData name="Jasleen Kaur" userId="S::jkaur36@gmu.edu::09164315-f055-4a6b-95eb-ac65989210a0" providerId="AD" clId="Web-{1E497883-918D-50A1-D2CC-E9D8D155F995}" dt="2026-02-03T22:12:21.952" v="175"/>
          <ac:spMkLst>
            <pc:docMk/>
            <pc:sldMk cId="2197739197" sldId="294"/>
            <ac:spMk id="4" creationId="{AE5D3682-BE0C-AE42-7377-B4CEA3BBFB76}"/>
          </ac:spMkLst>
        </pc:spChg>
        <pc:spChg chg="add mod">
          <ac:chgData name="Jasleen Kaur" userId="S::jkaur36@gmu.edu::09164315-f055-4a6b-95eb-ac65989210a0" providerId="AD" clId="Web-{1E497883-918D-50A1-D2CC-E9D8D155F995}" dt="2026-02-03T22:13:50.768" v="203" actId="1076"/>
          <ac:spMkLst>
            <pc:docMk/>
            <pc:sldMk cId="2197739197" sldId="294"/>
            <ac:spMk id="6" creationId="{E6E9225F-3709-1469-6B4A-99ADBC1ABE51}"/>
          </ac:spMkLst>
        </pc:spChg>
        <pc:spChg chg="add">
          <ac:chgData name="Jasleen Kaur" userId="S::jkaur36@gmu.edu::09164315-f055-4a6b-95eb-ac65989210a0" providerId="AD" clId="Web-{1E497883-918D-50A1-D2CC-E9D8D155F995}" dt="2026-02-03T22:12:21.952" v="175"/>
          <ac:spMkLst>
            <pc:docMk/>
            <pc:sldMk cId="2197739197" sldId="294"/>
            <ac:spMk id="48" creationId="{4AC6B390-BC59-4F1D-A0EE-D71A92F0A0B2}"/>
          </ac:spMkLst>
        </pc:spChg>
        <pc:spChg chg="add">
          <ac:chgData name="Jasleen Kaur" userId="S::jkaur36@gmu.edu::09164315-f055-4a6b-95eb-ac65989210a0" providerId="AD" clId="Web-{1E497883-918D-50A1-D2CC-E9D8D155F995}" dt="2026-02-03T22:12:21.952" v="175"/>
          <ac:spMkLst>
            <pc:docMk/>
            <pc:sldMk cId="2197739197" sldId="294"/>
            <ac:spMk id="50" creationId="{B6C60D79-16F1-4C4B-B7E3-7634E7069CDE}"/>
          </ac:spMkLst>
        </pc:spChg>
        <pc:spChg chg="add">
          <ac:chgData name="Jasleen Kaur" userId="S::jkaur36@gmu.edu::09164315-f055-4a6b-95eb-ac65989210a0" providerId="AD" clId="Web-{1E497883-918D-50A1-D2CC-E9D8D155F995}" dt="2026-02-03T22:12:21.952" v="175"/>
          <ac:spMkLst>
            <pc:docMk/>
            <pc:sldMk cId="2197739197" sldId="294"/>
            <ac:spMk id="52" creationId="{426B127E-6498-4C77-9C9D-4553A5113B80}"/>
          </ac:spMkLst>
        </pc:spChg>
        <pc:picChg chg="add mod">
          <ac:chgData name="Jasleen Kaur" userId="S::jkaur36@gmu.edu::09164315-f055-4a6b-95eb-ac65989210a0" providerId="AD" clId="Web-{1E497883-918D-50A1-D2CC-E9D8D155F995}" dt="2026-02-03T22:13:18.142" v="190" actId="1076"/>
          <ac:picMkLst>
            <pc:docMk/>
            <pc:sldMk cId="2197739197" sldId="294"/>
            <ac:picMk id="2" creationId="{76780451-C221-B853-61F0-E315C9A58BE6}"/>
          </ac:picMkLst>
        </pc:picChg>
        <pc:picChg chg="mod ord">
          <ac:chgData name="Jasleen Kaur" userId="S::jkaur36@gmu.edu::09164315-f055-4a6b-95eb-ac65989210a0" providerId="AD" clId="Web-{1E497883-918D-50A1-D2CC-E9D8D155F995}" dt="2026-02-03T22:12:25.171" v="176" actId="1076"/>
          <ac:picMkLst>
            <pc:docMk/>
            <pc:sldMk cId="2197739197" sldId="294"/>
            <ac:picMk id="5" creationId="{E2ED2AB2-6015-8908-746B-2C73A1F6FFEF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80DAB5-58E6-45F6-B49B-773828FA3BA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F9A46E-5A23-4864-99B8-8AC6DF5EE9A6}">
      <dgm:prSet phldrT="[Text]"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Quality Management Plan</a:t>
          </a:r>
        </a:p>
      </dgm:t>
    </dgm:pt>
    <dgm:pt modelId="{D802AE6A-4E19-4088-9B2C-BD340E22BAF2}" type="parTrans" cxnId="{D01ED392-CA04-42E4-A918-E967139BBC0D}">
      <dgm:prSet/>
      <dgm:spPr/>
      <dgm:t>
        <a:bodyPr/>
        <a:lstStyle/>
        <a:p>
          <a:endParaRPr lang="en-US"/>
        </a:p>
      </dgm:t>
    </dgm:pt>
    <dgm:pt modelId="{E7BF0478-2E2E-4D7E-8CB9-BB8084C3C598}" type="sibTrans" cxnId="{D01ED392-CA04-42E4-A918-E967139BBC0D}">
      <dgm:prSet/>
      <dgm:spPr/>
      <dgm:t>
        <a:bodyPr/>
        <a:lstStyle/>
        <a:p>
          <a:endParaRPr lang="en-US"/>
        </a:p>
      </dgm:t>
    </dgm:pt>
    <dgm:pt modelId="{9F3E2278-912A-4F60-A9ED-F7730285260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Individual Assignments</a:t>
          </a:r>
        </a:p>
      </dgm:t>
    </dgm:pt>
    <dgm:pt modelId="{CDDAFDA4-8760-44C9-92F4-1A1C62383BB0}" type="parTrans" cxnId="{DAAC704D-8BD2-42C7-B1D4-5F8BD6C364EA}">
      <dgm:prSet/>
      <dgm:spPr/>
    </dgm:pt>
    <dgm:pt modelId="{238C4DD5-41EC-40A9-8636-323E9B60158B}" type="sibTrans" cxnId="{DAAC704D-8BD2-42C7-B1D4-5F8BD6C364EA}">
      <dgm:prSet/>
      <dgm:spPr/>
    </dgm:pt>
    <dgm:pt modelId="{E876B1B9-CBAE-4506-B4B7-EED7256A42CA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Project Integration Plan</a:t>
          </a:r>
        </a:p>
      </dgm:t>
    </dgm:pt>
    <dgm:pt modelId="{E8E25578-E7CB-49BD-8609-DDCAD92A711A}" type="parTrans" cxnId="{88C4D286-9527-4B4C-AAF8-08654AC68D66}">
      <dgm:prSet/>
      <dgm:spPr/>
    </dgm:pt>
    <dgm:pt modelId="{5C7AF973-2575-449A-AFD3-CD774FDF3085}" type="sibTrans" cxnId="{88C4D286-9527-4B4C-AAF8-08654AC68D66}">
      <dgm:prSet/>
      <dgm:spPr/>
    </dgm:pt>
    <dgm:pt modelId="{D2098378-FCA2-43D6-9030-B7514DE61B5A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Lessons Learned Register</a:t>
          </a:r>
        </a:p>
      </dgm:t>
    </dgm:pt>
    <dgm:pt modelId="{C2CF13FF-5835-4562-934B-79CB2F4DD80C}" type="parTrans" cxnId="{FA348923-F4E9-4B3E-BC0E-9D2C3316BD8A}">
      <dgm:prSet/>
      <dgm:spPr/>
    </dgm:pt>
    <dgm:pt modelId="{A196D0AC-E4BC-4BDD-9B10-EE9AC3AC6755}" type="sibTrans" cxnId="{FA348923-F4E9-4B3E-BC0E-9D2C3316BD8A}">
      <dgm:prSet/>
      <dgm:spPr/>
    </dgm:pt>
    <dgm:pt modelId="{8CB49D3D-7D18-45B8-8ABA-F7C305ECB0E8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Software Tools</a:t>
          </a:r>
        </a:p>
      </dgm:t>
    </dgm:pt>
    <dgm:pt modelId="{32B9B604-8E71-437A-A28A-975799710FC1}" type="parTrans" cxnId="{58C15C17-DEFC-4409-A853-C611CA457A2B}">
      <dgm:prSet/>
      <dgm:spPr/>
    </dgm:pt>
    <dgm:pt modelId="{ACDCCD28-8B17-4DCE-963C-3DEC2E4D5102}" type="sibTrans" cxnId="{58C15C17-DEFC-4409-A853-C611CA457A2B}">
      <dgm:prSet/>
      <dgm:spPr/>
    </dgm:pt>
    <dgm:pt modelId="{269DB3C0-32E5-47D2-93EE-C4797B916891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3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Risk Management Plan</a:t>
          </a:r>
        </a:p>
      </dgm:t>
    </dgm:pt>
    <dgm:pt modelId="{DAFA4960-6CF5-48E7-B0F5-D5BDCC596654}" type="parTrans" cxnId="{E2FF9C86-26A5-4222-9311-CB805ABE9E40}">
      <dgm:prSet/>
      <dgm:spPr/>
    </dgm:pt>
    <dgm:pt modelId="{20E70858-5882-4CA7-8D96-CF8B4485FCF9}" type="sibTrans" cxnId="{E2FF9C86-26A5-4222-9311-CB805ABE9E40}">
      <dgm:prSet/>
      <dgm:spPr/>
    </dgm:pt>
    <dgm:pt modelId="{E41994F1-C0D1-4DF7-A26F-C72E86EAA7FC}" type="pres">
      <dgm:prSet presAssocID="{1180DAB5-58E6-45F6-B49B-773828FA3BAC}" presName="linear" presStyleCnt="0">
        <dgm:presLayoutVars>
          <dgm:dir/>
          <dgm:animLvl val="lvl"/>
          <dgm:resizeHandles val="exact"/>
        </dgm:presLayoutVars>
      </dgm:prSet>
      <dgm:spPr/>
    </dgm:pt>
    <dgm:pt modelId="{903DDFF6-9A55-44FC-8799-319A3BDB5973}" type="pres">
      <dgm:prSet presAssocID="{9F3E2278-912A-4F60-A9ED-F77302852607}" presName="parentLin" presStyleCnt="0"/>
      <dgm:spPr/>
    </dgm:pt>
    <dgm:pt modelId="{A5C207D6-6B06-42E3-B2AC-C46FB779AC3E}" type="pres">
      <dgm:prSet presAssocID="{9F3E2278-912A-4F60-A9ED-F77302852607}" presName="parentLeftMargin" presStyleLbl="node1" presStyleIdx="0" presStyleCnt="6"/>
      <dgm:spPr/>
    </dgm:pt>
    <dgm:pt modelId="{B94005F6-73A3-4F63-9FAD-2736D9602EDF}" type="pres">
      <dgm:prSet presAssocID="{9F3E2278-912A-4F60-A9ED-F7730285260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5193965-BDD3-443D-9244-0821E7222B63}" type="pres">
      <dgm:prSet presAssocID="{9F3E2278-912A-4F60-A9ED-F77302852607}" presName="negativeSpace" presStyleCnt="0"/>
      <dgm:spPr/>
    </dgm:pt>
    <dgm:pt modelId="{989177DE-C515-4B29-9FC7-96C87C96CEF9}" type="pres">
      <dgm:prSet presAssocID="{9F3E2278-912A-4F60-A9ED-F77302852607}" presName="childText" presStyleLbl="conFgAcc1" presStyleIdx="0" presStyleCnt="6">
        <dgm:presLayoutVars>
          <dgm:bulletEnabled val="1"/>
        </dgm:presLayoutVars>
      </dgm:prSet>
      <dgm:spPr/>
    </dgm:pt>
    <dgm:pt modelId="{79143284-744D-471B-98AB-BE9BCA3EDDAF}" type="pres">
      <dgm:prSet presAssocID="{238C4DD5-41EC-40A9-8636-323E9B60158B}" presName="spaceBetweenRectangles" presStyleCnt="0"/>
      <dgm:spPr/>
    </dgm:pt>
    <dgm:pt modelId="{9BE8D752-9140-42B4-AB19-8C80EB539829}" type="pres">
      <dgm:prSet presAssocID="{E876B1B9-CBAE-4506-B4B7-EED7256A42CA}" presName="parentLin" presStyleCnt="0"/>
      <dgm:spPr/>
    </dgm:pt>
    <dgm:pt modelId="{F5522731-EF82-4CAD-8846-CDCD1070CC1A}" type="pres">
      <dgm:prSet presAssocID="{E876B1B9-CBAE-4506-B4B7-EED7256A42CA}" presName="parentLeftMargin" presStyleLbl="node1" presStyleIdx="0" presStyleCnt="6"/>
      <dgm:spPr/>
    </dgm:pt>
    <dgm:pt modelId="{B81E210B-564E-45A7-95F7-452307CF435C}" type="pres">
      <dgm:prSet presAssocID="{E876B1B9-CBAE-4506-B4B7-EED7256A42C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618D4FD-2B6E-4FF2-8E60-DD976141C460}" type="pres">
      <dgm:prSet presAssocID="{E876B1B9-CBAE-4506-B4B7-EED7256A42CA}" presName="negativeSpace" presStyleCnt="0"/>
      <dgm:spPr/>
    </dgm:pt>
    <dgm:pt modelId="{CA0748C3-B792-4D54-8D77-47F15FF1A8C7}" type="pres">
      <dgm:prSet presAssocID="{E876B1B9-CBAE-4506-B4B7-EED7256A42CA}" presName="childText" presStyleLbl="conFgAcc1" presStyleIdx="1" presStyleCnt="6">
        <dgm:presLayoutVars>
          <dgm:bulletEnabled val="1"/>
        </dgm:presLayoutVars>
      </dgm:prSet>
      <dgm:spPr/>
    </dgm:pt>
    <dgm:pt modelId="{F45AFB7B-ABC9-4945-804D-557AB6C25B7C}" type="pres">
      <dgm:prSet presAssocID="{5C7AF973-2575-449A-AFD3-CD774FDF3085}" presName="spaceBetweenRectangles" presStyleCnt="0"/>
      <dgm:spPr/>
    </dgm:pt>
    <dgm:pt modelId="{FDCC945B-7ECB-459D-99A2-85BE5410E2BB}" type="pres">
      <dgm:prSet presAssocID="{D2098378-FCA2-43D6-9030-B7514DE61B5A}" presName="parentLin" presStyleCnt="0"/>
      <dgm:spPr/>
    </dgm:pt>
    <dgm:pt modelId="{D5B6A064-0D99-4016-B67F-CD8A8BCA6C94}" type="pres">
      <dgm:prSet presAssocID="{D2098378-FCA2-43D6-9030-B7514DE61B5A}" presName="parentLeftMargin" presStyleLbl="node1" presStyleIdx="1" presStyleCnt="6"/>
      <dgm:spPr/>
    </dgm:pt>
    <dgm:pt modelId="{F7E04806-1B5B-44B9-9625-03BEFF8F923D}" type="pres">
      <dgm:prSet presAssocID="{D2098378-FCA2-43D6-9030-B7514DE61B5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4954FD4-6070-4BA0-A96E-5777A778A110}" type="pres">
      <dgm:prSet presAssocID="{D2098378-FCA2-43D6-9030-B7514DE61B5A}" presName="negativeSpace" presStyleCnt="0"/>
      <dgm:spPr/>
    </dgm:pt>
    <dgm:pt modelId="{9269BBE7-E647-426C-8580-EA31DAD24D2B}" type="pres">
      <dgm:prSet presAssocID="{D2098378-FCA2-43D6-9030-B7514DE61B5A}" presName="childText" presStyleLbl="conFgAcc1" presStyleIdx="2" presStyleCnt="6">
        <dgm:presLayoutVars>
          <dgm:bulletEnabled val="1"/>
        </dgm:presLayoutVars>
      </dgm:prSet>
      <dgm:spPr/>
    </dgm:pt>
    <dgm:pt modelId="{05B69750-B713-41B9-890B-AF30CAC80A55}" type="pres">
      <dgm:prSet presAssocID="{A196D0AC-E4BC-4BDD-9B10-EE9AC3AC6755}" presName="spaceBetweenRectangles" presStyleCnt="0"/>
      <dgm:spPr/>
    </dgm:pt>
    <dgm:pt modelId="{BD0AE944-A1DC-49E8-A0C5-53972D5BBE9A}" type="pres">
      <dgm:prSet presAssocID="{8CB49D3D-7D18-45B8-8ABA-F7C305ECB0E8}" presName="parentLin" presStyleCnt="0"/>
      <dgm:spPr/>
    </dgm:pt>
    <dgm:pt modelId="{963944FF-DD82-422B-9AF0-754FFFBE6024}" type="pres">
      <dgm:prSet presAssocID="{8CB49D3D-7D18-45B8-8ABA-F7C305ECB0E8}" presName="parentLeftMargin" presStyleLbl="node1" presStyleIdx="2" presStyleCnt="6"/>
      <dgm:spPr/>
    </dgm:pt>
    <dgm:pt modelId="{AB80BCFE-ED66-4F24-97D7-B699F97F413D}" type="pres">
      <dgm:prSet presAssocID="{8CB49D3D-7D18-45B8-8ABA-F7C305ECB0E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092A7F0C-64E5-4F29-A91A-7256EAF3BEE4}" type="pres">
      <dgm:prSet presAssocID="{8CB49D3D-7D18-45B8-8ABA-F7C305ECB0E8}" presName="negativeSpace" presStyleCnt="0"/>
      <dgm:spPr/>
    </dgm:pt>
    <dgm:pt modelId="{CE0D9A5F-E6CF-464B-B9BA-D23F21F8B8F0}" type="pres">
      <dgm:prSet presAssocID="{8CB49D3D-7D18-45B8-8ABA-F7C305ECB0E8}" presName="childText" presStyleLbl="conFgAcc1" presStyleIdx="3" presStyleCnt="6">
        <dgm:presLayoutVars>
          <dgm:bulletEnabled val="1"/>
        </dgm:presLayoutVars>
      </dgm:prSet>
      <dgm:spPr/>
    </dgm:pt>
    <dgm:pt modelId="{160B521B-50BC-43BF-9BD0-A5299D74D967}" type="pres">
      <dgm:prSet presAssocID="{ACDCCD28-8B17-4DCE-963C-3DEC2E4D5102}" presName="spaceBetweenRectangles" presStyleCnt="0"/>
      <dgm:spPr/>
    </dgm:pt>
    <dgm:pt modelId="{39C48F76-AE81-4699-A96C-3DAEB78D3180}" type="pres">
      <dgm:prSet presAssocID="{269DB3C0-32E5-47D2-93EE-C4797B916891}" presName="parentLin" presStyleCnt="0"/>
      <dgm:spPr/>
    </dgm:pt>
    <dgm:pt modelId="{98E109C6-4C00-4E8A-9088-64DFB4C426AA}" type="pres">
      <dgm:prSet presAssocID="{269DB3C0-32E5-47D2-93EE-C4797B916891}" presName="parentLeftMargin" presStyleLbl="node1" presStyleIdx="3" presStyleCnt="6"/>
      <dgm:spPr/>
    </dgm:pt>
    <dgm:pt modelId="{5E47E01B-1DBD-4261-8AF0-3B822CAF2E24}" type="pres">
      <dgm:prSet presAssocID="{269DB3C0-32E5-47D2-93EE-C4797B91689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C7A085E-8054-4264-AFF6-6241420230C6}" type="pres">
      <dgm:prSet presAssocID="{269DB3C0-32E5-47D2-93EE-C4797B916891}" presName="negativeSpace" presStyleCnt="0"/>
      <dgm:spPr/>
    </dgm:pt>
    <dgm:pt modelId="{4E173D23-8FCA-45BC-9299-F31208CC5E42}" type="pres">
      <dgm:prSet presAssocID="{269DB3C0-32E5-47D2-93EE-C4797B916891}" presName="childText" presStyleLbl="conFgAcc1" presStyleIdx="4" presStyleCnt="6">
        <dgm:presLayoutVars>
          <dgm:bulletEnabled val="1"/>
        </dgm:presLayoutVars>
      </dgm:prSet>
      <dgm:spPr/>
    </dgm:pt>
    <dgm:pt modelId="{C6396707-4A85-446F-AA7D-0A076374D03A}" type="pres">
      <dgm:prSet presAssocID="{20E70858-5882-4CA7-8D96-CF8B4485FCF9}" presName="spaceBetweenRectangles" presStyleCnt="0"/>
      <dgm:spPr/>
    </dgm:pt>
    <dgm:pt modelId="{6378ED2C-DC78-447C-981A-B08E741D12F4}" type="pres">
      <dgm:prSet presAssocID="{13F9A46E-5A23-4864-99B8-8AC6DF5EE9A6}" presName="parentLin" presStyleCnt="0"/>
      <dgm:spPr/>
    </dgm:pt>
    <dgm:pt modelId="{D1EA2DE3-C9D3-40F9-9ECD-BA8CC7C06465}" type="pres">
      <dgm:prSet presAssocID="{13F9A46E-5A23-4864-99B8-8AC6DF5EE9A6}" presName="parentLeftMargin" presStyleLbl="node1" presStyleIdx="4" presStyleCnt="6"/>
      <dgm:spPr/>
    </dgm:pt>
    <dgm:pt modelId="{17540B3F-2694-49B9-B6A3-3D0F7648929F}" type="pres">
      <dgm:prSet presAssocID="{13F9A46E-5A23-4864-99B8-8AC6DF5EE9A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99C2D791-06FB-4684-81E3-90C1FEB89CD0}" type="pres">
      <dgm:prSet presAssocID="{13F9A46E-5A23-4864-99B8-8AC6DF5EE9A6}" presName="negativeSpace" presStyleCnt="0"/>
      <dgm:spPr/>
    </dgm:pt>
    <dgm:pt modelId="{E10957DA-4B38-42E8-8673-01BAACFCF804}" type="pres">
      <dgm:prSet presAssocID="{13F9A46E-5A23-4864-99B8-8AC6DF5EE9A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3B2D840C-879F-44E0-9C0B-BE109A7CFA55}" type="presOf" srcId="{9F3E2278-912A-4F60-A9ED-F77302852607}" destId="{A5C207D6-6B06-42E3-B2AC-C46FB779AC3E}" srcOrd="0" destOrd="0" presId="urn:microsoft.com/office/officeart/2005/8/layout/list1"/>
    <dgm:cxn modelId="{DB4A4A0F-3EB7-49DF-87E3-A6B06F5C73F1}" type="presOf" srcId="{8CB49D3D-7D18-45B8-8ABA-F7C305ECB0E8}" destId="{AB80BCFE-ED66-4F24-97D7-B699F97F413D}" srcOrd="1" destOrd="0" presId="urn:microsoft.com/office/officeart/2005/8/layout/list1"/>
    <dgm:cxn modelId="{55F7BB16-93CE-4BD6-B2B8-5394891CDA25}" type="presOf" srcId="{E876B1B9-CBAE-4506-B4B7-EED7256A42CA}" destId="{F5522731-EF82-4CAD-8846-CDCD1070CC1A}" srcOrd="0" destOrd="0" presId="urn:microsoft.com/office/officeart/2005/8/layout/list1"/>
    <dgm:cxn modelId="{58C15C17-DEFC-4409-A853-C611CA457A2B}" srcId="{1180DAB5-58E6-45F6-B49B-773828FA3BAC}" destId="{8CB49D3D-7D18-45B8-8ABA-F7C305ECB0E8}" srcOrd="3" destOrd="0" parTransId="{32B9B604-8E71-437A-A28A-975799710FC1}" sibTransId="{ACDCCD28-8B17-4DCE-963C-3DEC2E4D5102}"/>
    <dgm:cxn modelId="{9787F71E-9BFF-4116-927B-D29405D76C5D}" type="presOf" srcId="{269DB3C0-32E5-47D2-93EE-C4797B916891}" destId="{98E109C6-4C00-4E8A-9088-64DFB4C426AA}" srcOrd="0" destOrd="0" presId="urn:microsoft.com/office/officeart/2005/8/layout/list1"/>
    <dgm:cxn modelId="{FA348923-F4E9-4B3E-BC0E-9D2C3316BD8A}" srcId="{1180DAB5-58E6-45F6-B49B-773828FA3BAC}" destId="{D2098378-FCA2-43D6-9030-B7514DE61B5A}" srcOrd="2" destOrd="0" parTransId="{C2CF13FF-5835-4562-934B-79CB2F4DD80C}" sibTransId="{A196D0AC-E4BC-4BDD-9B10-EE9AC3AC6755}"/>
    <dgm:cxn modelId="{A643635E-AA1D-40C5-ACC9-4FBCEA377694}" type="presOf" srcId="{9F3E2278-912A-4F60-A9ED-F77302852607}" destId="{B94005F6-73A3-4F63-9FAD-2736D9602EDF}" srcOrd="1" destOrd="0" presId="urn:microsoft.com/office/officeart/2005/8/layout/list1"/>
    <dgm:cxn modelId="{2A12A348-B932-4278-ACD6-D1D8707CE3DD}" type="presOf" srcId="{D2098378-FCA2-43D6-9030-B7514DE61B5A}" destId="{D5B6A064-0D99-4016-B67F-CD8A8BCA6C94}" srcOrd="0" destOrd="0" presId="urn:microsoft.com/office/officeart/2005/8/layout/list1"/>
    <dgm:cxn modelId="{55CBD749-4FD8-4C37-90D1-3808B85C85E3}" type="presOf" srcId="{1180DAB5-58E6-45F6-B49B-773828FA3BAC}" destId="{E41994F1-C0D1-4DF7-A26F-C72E86EAA7FC}" srcOrd="0" destOrd="0" presId="urn:microsoft.com/office/officeart/2005/8/layout/list1"/>
    <dgm:cxn modelId="{5687D66B-BC29-4016-8741-C0C9AC2E4F1F}" type="presOf" srcId="{8CB49D3D-7D18-45B8-8ABA-F7C305ECB0E8}" destId="{963944FF-DD82-422B-9AF0-754FFFBE6024}" srcOrd="0" destOrd="0" presId="urn:microsoft.com/office/officeart/2005/8/layout/list1"/>
    <dgm:cxn modelId="{DAAC704D-8BD2-42C7-B1D4-5F8BD6C364EA}" srcId="{1180DAB5-58E6-45F6-B49B-773828FA3BAC}" destId="{9F3E2278-912A-4F60-A9ED-F77302852607}" srcOrd="0" destOrd="0" parTransId="{CDDAFDA4-8760-44C9-92F4-1A1C62383BB0}" sibTransId="{238C4DD5-41EC-40A9-8636-323E9B60158B}"/>
    <dgm:cxn modelId="{E2FF9C86-26A5-4222-9311-CB805ABE9E40}" srcId="{1180DAB5-58E6-45F6-B49B-773828FA3BAC}" destId="{269DB3C0-32E5-47D2-93EE-C4797B916891}" srcOrd="4" destOrd="0" parTransId="{DAFA4960-6CF5-48E7-B0F5-D5BDCC596654}" sibTransId="{20E70858-5882-4CA7-8D96-CF8B4485FCF9}"/>
    <dgm:cxn modelId="{88C4D286-9527-4B4C-AAF8-08654AC68D66}" srcId="{1180DAB5-58E6-45F6-B49B-773828FA3BAC}" destId="{E876B1B9-CBAE-4506-B4B7-EED7256A42CA}" srcOrd="1" destOrd="0" parTransId="{E8E25578-E7CB-49BD-8609-DDCAD92A711A}" sibTransId="{5C7AF973-2575-449A-AFD3-CD774FDF3085}"/>
    <dgm:cxn modelId="{D01ED392-CA04-42E4-A918-E967139BBC0D}" srcId="{1180DAB5-58E6-45F6-B49B-773828FA3BAC}" destId="{13F9A46E-5A23-4864-99B8-8AC6DF5EE9A6}" srcOrd="5" destOrd="0" parTransId="{D802AE6A-4E19-4088-9B2C-BD340E22BAF2}" sibTransId="{E7BF0478-2E2E-4D7E-8CB9-BB8084C3C598}"/>
    <dgm:cxn modelId="{F0C0BD9F-63B9-4F0E-9307-F993DCB3A9FD}" type="presOf" srcId="{13F9A46E-5A23-4864-99B8-8AC6DF5EE9A6}" destId="{17540B3F-2694-49B9-B6A3-3D0F7648929F}" srcOrd="1" destOrd="0" presId="urn:microsoft.com/office/officeart/2005/8/layout/list1"/>
    <dgm:cxn modelId="{68AE47C9-C973-4C85-B418-668259BD5846}" type="presOf" srcId="{13F9A46E-5A23-4864-99B8-8AC6DF5EE9A6}" destId="{D1EA2DE3-C9D3-40F9-9ECD-BA8CC7C06465}" srcOrd="0" destOrd="0" presId="urn:microsoft.com/office/officeart/2005/8/layout/list1"/>
    <dgm:cxn modelId="{36FD79CE-C61C-46D6-94A7-354ED654158F}" type="presOf" srcId="{D2098378-FCA2-43D6-9030-B7514DE61B5A}" destId="{F7E04806-1B5B-44B9-9625-03BEFF8F923D}" srcOrd="1" destOrd="0" presId="urn:microsoft.com/office/officeart/2005/8/layout/list1"/>
    <dgm:cxn modelId="{11537FD1-4672-4369-92DE-CAD5848A810F}" type="presOf" srcId="{E876B1B9-CBAE-4506-B4B7-EED7256A42CA}" destId="{B81E210B-564E-45A7-95F7-452307CF435C}" srcOrd="1" destOrd="0" presId="urn:microsoft.com/office/officeart/2005/8/layout/list1"/>
    <dgm:cxn modelId="{7CA02AFD-17BA-45E3-BC16-1E120C42A2FB}" type="presOf" srcId="{269DB3C0-32E5-47D2-93EE-C4797B916891}" destId="{5E47E01B-1DBD-4261-8AF0-3B822CAF2E24}" srcOrd="1" destOrd="0" presId="urn:microsoft.com/office/officeart/2005/8/layout/list1"/>
    <dgm:cxn modelId="{8C1DD003-88BC-4E9E-83C8-A0018C05D7A3}" type="presParOf" srcId="{E41994F1-C0D1-4DF7-A26F-C72E86EAA7FC}" destId="{903DDFF6-9A55-44FC-8799-319A3BDB5973}" srcOrd="0" destOrd="0" presId="urn:microsoft.com/office/officeart/2005/8/layout/list1"/>
    <dgm:cxn modelId="{0C65CBF0-7326-4E28-A3D9-CBBC6FC5993C}" type="presParOf" srcId="{903DDFF6-9A55-44FC-8799-319A3BDB5973}" destId="{A5C207D6-6B06-42E3-B2AC-C46FB779AC3E}" srcOrd="0" destOrd="0" presId="urn:microsoft.com/office/officeart/2005/8/layout/list1"/>
    <dgm:cxn modelId="{9A85E968-800C-449D-9439-835B27481C33}" type="presParOf" srcId="{903DDFF6-9A55-44FC-8799-319A3BDB5973}" destId="{B94005F6-73A3-4F63-9FAD-2736D9602EDF}" srcOrd="1" destOrd="0" presId="urn:microsoft.com/office/officeart/2005/8/layout/list1"/>
    <dgm:cxn modelId="{E0D0E45D-112C-4DAE-9374-572C37A6B054}" type="presParOf" srcId="{E41994F1-C0D1-4DF7-A26F-C72E86EAA7FC}" destId="{05193965-BDD3-443D-9244-0821E7222B63}" srcOrd="1" destOrd="0" presId="urn:microsoft.com/office/officeart/2005/8/layout/list1"/>
    <dgm:cxn modelId="{5BEA549A-3E09-4ADA-85F6-8EAB91C61E45}" type="presParOf" srcId="{E41994F1-C0D1-4DF7-A26F-C72E86EAA7FC}" destId="{989177DE-C515-4B29-9FC7-96C87C96CEF9}" srcOrd="2" destOrd="0" presId="urn:microsoft.com/office/officeart/2005/8/layout/list1"/>
    <dgm:cxn modelId="{C67B5439-BD74-4F98-873C-08D028551E7A}" type="presParOf" srcId="{E41994F1-C0D1-4DF7-A26F-C72E86EAA7FC}" destId="{79143284-744D-471B-98AB-BE9BCA3EDDAF}" srcOrd="3" destOrd="0" presId="urn:microsoft.com/office/officeart/2005/8/layout/list1"/>
    <dgm:cxn modelId="{CF8E82B8-3030-40C1-97AE-3D42CE0EB81F}" type="presParOf" srcId="{E41994F1-C0D1-4DF7-A26F-C72E86EAA7FC}" destId="{9BE8D752-9140-42B4-AB19-8C80EB539829}" srcOrd="4" destOrd="0" presId="urn:microsoft.com/office/officeart/2005/8/layout/list1"/>
    <dgm:cxn modelId="{1983E67B-8CE7-4865-A429-57E2FE7004F3}" type="presParOf" srcId="{9BE8D752-9140-42B4-AB19-8C80EB539829}" destId="{F5522731-EF82-4CAD-8846-CDCD1070CC1A}" srcOrd="0" destOrd="0" presId="urn:microsoft.com/office/officeart/2005/8/layout/list1"/>
    <dgm:cxn modelId="{33B58BEA-4936-45E2-A417-A6AACA69E577}" type="presParOf" srcId="{9BE8D752-9140-42B4-AB19-8C80EB539829}" destId="{B81E210B-564E-45A7-95F7-452307CF435C}" srcOrd="1" destOrd="0" presId="urn:microsoft.com/office/officeart/2005/8/layout/list1"/>
    <dgm:cxn modelId="{BA3B3789-7D28-476B-908A-910D10E9D3B6}" type="presParOf" srcId="{E41994F1-C0D1-4DF7-A26F-C72E86EAA7FC}" destId="{3618D4FD-2B6E-4FF2-8E60-DD976141C460}" srcOrd="5" destOrd="0" presId="urn:microsoft.com/office/officeart/2005/8/layout/list1"/>
    <dgm:cxn modelId="{39749E6F-129B-4CDA-95BC-F8588D648CDF}" type="presParOf" srcId="{E41994F1-C0D1-4DF7-A26F-C72E86EAA7FC}" destId="{CA0748C3-B792-4D54-8D77-47F15FF1A8C7}" srcOrd="6" destOrd="0" presId="urn:microsoft.com/office/officeart/2005/8/layout/list1"/>
    <dgm:cxn modelId="{5EFE0D27-F8A7-4CFF-A6C9-7239B659A6F8}" type="presParOf" srcId="{E41994F1-C0D1-4DF7-A26F-C72E86EAA7FC}" destId="{F45AFB7B-ABC9-4945-804D-557AB6C25B7C}" srcOrd="7" destOrd="0" presId="urn:microsoft.com/office/officeart/2005/8/layout/list1"/>
    <dgm:cxn modelId="{2773DEDE-867B-416C-B9CB-7D4507A7376F}" type="presParOf" srcId="{E41994F1-C0D1-4DF7-A26F-C72E86EAA7FC}" destId="{FDCC945B-7ECB-459D-99A2-85BE5410E2BB}" srcOrd="8" destOrd="0" presId="urn:microsoft.com/office/officeart/2005/8/layout/list1"/>
    <dgm:cxn modelId="{44168963-B298-4186-9BF9-305EC99C2B7E}" type="presParOf" srcId="{FDCC945B-7ECB-459D-99A2-85BE5410E2BB}" destId="{D5B6A064-0D99-4016-B67F-CD8A8BCA6C94}" srcOrd="0" destOrd="0" presId="urn:microsoft.com/office/officeart/2005/8/layout/list1"/>
    <dgm:cxn modelId="{F0412DD7-3D1C-4AD5-A006-F4112F7B9406}" type="presParOf" srcId="{FDCC945B-7ECB-459D-99A2-85BE5410E2BB}" destId="{F7E04806-1B5B-44B9-9625-03BEFF8F923D}" srcOrd="1" destOrd="0" presId="urn:microsoft.com/office/officeart/2005/8/layout/list1"/>
    <dgm:cxn modelId="{2C7E916C-0166-45DB-B698-37EF62A4CC5F}" type="presParOf" srcId="{E41994F1-C0D1-4DF7-A26F-C72E86EAA7FC}" destId="{F4954FD4-6070-4BA0-A96E-5777A778A110}" srcOrd="9" destOrd="0" presId="urn:microsoft.com/office/officeart/2005/8/layout/list1"/>
    <dgm:cxn modelId="{E55F0981-B988-42AF-94E6-2D84BC51AC27}" type="presParOf" srcId="{E41994F1-C0D1-4DF7-A26F-C72E86EAA7FC}" destId="{9269BBE7-E647-426C-8580-EA31DAD24D2B}" srcOrd="10" destOrd="0" presId="urn:microsoft.com/office/officeart/2005/8/layout/list1"/>
    <dgm:cxn modelId="{02F3ADDA-835A-49BA-8F00-0B9099159924}" type="presParOf" srcId="{E41994F1-C0D1-4DF7-A26F-C72E86EAA7FC}" destId="{05B69750-B713-41B9-890B-AF30CAC80A55}" srcOrd="11" destOrd="0" presId="urn:microsoft.com/office/officeart/2005/8/layout/list1"/>
    <dgm:cxn modelId="{8B32328B-2D25-43CB-99A0-8BA0FE43ADFA}" type="presParOf" srcId="{E41994F1-C0D1-4DF7-A26F-C72E86EAA7FC}" destId="{BD0AE944-A1DC-49E8-A0C5-53972D5BBE9A}" srcOrd="12" destOrd="0" presId="urn:microsoft.com/office/officeart/2005/8/layout/list1"/>
    <dgm:cxn modelId="{E0A00400-8A46-4F51-8077-2325789486BF}" type="presParOf" srcId="{BD0AE944-A1DC-49E8-A0C5-53972D5BBE9A}" destId="{963944FF-DD82-422B-9AF0-754FFFBE6024}" srcOrd="0" destOrd="0" presId="urn:microsoft.com/office/officeart/2005/8/layout/list1"/>
    <dgm:cxn modelId="{FB2FBD49-C44C-4E5B-9786-22229E09118A}" type="presParOf" srcId="{BD0AE944-A1DC-49E8-A0C5-53972D5BBE9A}" destId="{AB80BCFE-ED66-4F24-97D7-B699F97F413D}" srcOrd="1" destOrd="0" presId="urn:microsoft.com/office/officeart/2005/8/layout/list1"/>
    <dgm:cxn modelId="{392B72DE-7857-413C-89F2-2ECCCAD9D6E8}" type="presParOf" srcId="{E41994F1-C0D1-4DF7-A26F-C72E86EAA7FC}" destId="{092A7F0C-64E5-4F29-A91A-7256EAF3BEE4}" srcOrd="13" destOrd="0" presId="urn:microsoft.com/office/officeart/2005/8/layout/list1"/>
    <dgm:cxn modelId="{B32C52B9-7C41-4EAC-B54D-716CC5A8FE90}" type="presParOf" srcId="{E41994F1-C0D1-4DF7-A26F-C72E86EAA7FC}" destId="{CE0D9A5F-E6CF-464B-B9BA-D23F21F8B8F0}" srcOrd="14" destOrd="0" presId="urn:microsoft.com/office/officeart/2005/8/layout/list1"/>
    <dgm:cxn modelId="{B2E01090-C10E-403B-92B9-3F8F49F62734}" type="presParOf" srcId="{E41994F1-C0D1-4DF7-A26F-C72E86EAA7FC}" destId="{160B521B-50BC-43BF-9BD0-A5299D74D967}" srcOrd="15" destOrd="0" presId="urn:microsoft.com/office/officeart/2005/8/layout/list1"/>
    <dgm:cxn modelId="{367966EE-D6DF-4BA7-95D6-509BB3427B97}" type="presParOf" srcId="{E41994F1-C0D1-4DF7-A26F-C72E86EAA7FC}" destId="{39C48F76-AE81-4699-A96C-3DAEB78D3180}" srcOrd="16" destOrd="0" presId="urn:microsoft.com/office/officeart/2005/8/layout/list1"/>
    <dgm:cxn modelId="{70F2ABFF-6736-46FD-A5E6-D4C581FC3F82}" type="presParOf" srcId="{39C48F76-AE81-4699-A96C-3DAEB78D3180}" destId="{98E109C6-4C00-4E8A-9088-64DFB4C426AA}" srcOrd="0" destOrd="0" presId="urn:microsoft.com/office/officeart/2005/8/layout/list1"/>
    <dgm:cxn modelId="{A580312F-FCD1-487A-863A-CE251C016EF3}" type="presParOf" srcId="{39C48F76-AE81-4699-A96C-3DAEB78D3180}" destId="{5E47E01B-1DBD-4261-8AF0-3B822CAF2E24}" srcOrd="1" destOrd="0" presId="urn:microsoft.com/office/officeart/2005/8/layout/list1"/>
    <dgm:cxn modelId="{BA92F423-AB5C-4926-8A1D-1012141B86D1}" type="presParOf" srcId="{E41994F1-C0D1-4DF7-A26F-C72E86EAA7FC}" destId="{8C7A085E-8054-4264-AFF6-6241420230C6}" srcOrd="17" destOrd="0" presId="urn:microsoft.com/office/officeart/2005/8/layout/list1"/>
    <dgm:cxn modelId="{8897EC5C-64C4-4823-8094-AC106E92F7F2}" type="presParOf" srcId="{E41994F1-C0D1-4DF7-A26F-C72E86EAA7FC}" destId="{4E173D23-8FCA-45BC-9299-F31208CC5E42}" srcOrd="18" destOrd="0" presId="urn:microsoft.com/office/officeart/2005/8/layout/list1"/>
    <dgm:cxn modelId="{0E7D8E1F-B22C-4DBE-ACB6-4E9BB75016B3}" type="presParOf" srcId="{E41994F1-C0D1-4DF7-A26F-C72E86EAA7FC}" destId="{C6396707-4A85-446F-AA7D-0A076374D03A}" srcOrd="19" destOrd="0" presId="urn:microsoft.com/office/officeart/2005/8/layout/list1"/>
    <dgm:cxn modelId="{30F7481F-CC6B-4D9D-9E45-CC3F1299643B}" type="presParOf" srcId="{E41994F1-C0D1-4DF7-A26F-C72E86EAA7FC}" destId="{6378ED2C-DC78-447C-981A-B08E741D12F4}" srcOrd="20" destOrd="0" presId="urn:microsoft.com/office/officeart/2005/8/layout/list1"/>
    <dgm:cxn modelId="{53686192-D70D-4329-A634-CB54EF438EBF}" type="presParOf" srcId="{6378ED2C-DC78-447C-981A-B08E741D12F4}" destId="{D1EA2DE3-C9D3-40F9-9ECD-BA8CC7C06465}" srcOrd="0" destOrd="0" presId="urn:microsoft.com/office/officeart/2005/8/layout/list1"/>
    <dgm:cxn modelId="{E4E3DAC3-0D94-4B9F-9ED5-4AE611DABE3C}" type="presParOf" srcId="{6378ED2C-DC78-447C-981A-B08E741D12F4}" destId="{17540B3F-2694-49B9-B6A3-3D0F7648929F}" srcOrd="1" destOrd="0" presId="urn:microsoft.com/office/officeart/2005/8/layout/list1"/>
    <dgm:cxn modelId="{BEF92765-29AB-4274-BBC0-5E55F1F0B0D5}" type="presParOf" srcId="{E41994F1-C0D1-4DF7-A26F-C72E86EAA7FC}" destId="{99C2D791-06FB-4684-81E3-90C1FEB89CD0}" srcOrd="21" destOrd="0" presId="urn:microsoft.com/office/officeart/2005/8/layout/list1"/>
    <dgm:cxn modelId="{3D7E2A8E-35B3-4450-BB25-96E1BE4D9008}" type="presParOf" srcId="{E41994F1-C0D1-4DF7-A26F-C72E86EAA7FC}" destId="{E10957DA-4B38-42E8-8673-01BAACFCF804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1682C7-A5AE-40EC-8C07-97FC9726DA8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649A03-3B68-4569-AF2C-14F12194A8BA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Aptos"/>
            </a:rPr>
            <a:t>In Scope</a:t>
          </a:r>
          <a:endParaRPr lang="en-US">
            <a:latin typeface="Aptos"/>
          </a:endParaRPr>
        </a:p>
      </dgm:t>
    </dgm:pt>
    <dgm:pt modelId="{02ECC6F9-706A-4FE8-AC66-17D2DCC1040C}" type="parTrans" cxnId="{DCC66A51-B267-42F3-BDA7-11B8D9DDBD7F}">
      <dgm:prSet/>
      <dgm:spPr/>
    </dgm:pt>
    <dgm:pt modelId="{2A875435-B0C2-41C6-BD27-0C39190275B1}" type="sibTrans" cxnId="{DCC66A51-B267-42F3-BDA7-11B8D9DDBD7F}">
      <dgm:prSet/>
      <dgm:spPr/>
    </dgm:pt>
    <dgm:pt modelId="{0EB4394F-20A0-42B7-AAD2-B288C6F79B7C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Online booking workflow (tour selection → availability → payment → confirmation)</a:t>
          </a:r>
        </a:p>
      </dgm:t>
    </dgm:pt>
    <dgm:pt modelId="{FA67EC78-8250-483E-AAAC-F842CC47782A}" type="parTrans" cxnId="{9A78CA05-6C63-43AF-B73F-FD314546EC5F}">
      <dgm:prSet/>
      <dgm:spPr/>
    </dgm:pt>
    <dgm:pt modelId="{B0C245D7-99D8-4C81-92F2-F5586A47641F}" type="sibTrans" cxnId="{9A78CA05-6C63-43AF-B73F-FD314546EC5F}">
      <dgm:prSet/>
      <dgm:spPr/>
    </dgm:pt>
    <dgm:pt modelId="{870E8BF0-86AD-4178-967B-93616B44173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Dialpad AI support + post-trip feedback automation</a:t>
          </a:r>
        </a:p>
      </dgm:t>
    </dgm:pt>
    <dgm:pt modelId="{87C60D4A-772F-4890-B321-9CFA569DC834}" type="parTrans" cxnId="{963A939F-5FDD-4060-9B9A-501E9EC26239}">
      <dgm:prSet/>
      <dgm:spPr/>
    </dgm:pt>
    <dgm:pt modelId="{D81BAC05-43F9-4E6F-943C-BCE8D5E20A5E}" type="sibTrans" cxnId="{963A939F-5FDD-4060-9B9A-501E9EC26239}">
      <dgm:prSet/>
      <dgm:spPr/>
    </dgm:pt>
    <dgm:pt modelId="{97BBC1F6-10B6-40CB-8B50-A2FD6A2BBD4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err="1">
              <a:latin typeface="Aptos"/>
            </a:rPr>
            <a:t>Bitrix</a:t>
          </a:r>
          <a:r>
            <a:rPr lang="en-US">
              <a:latin typeface="Aptos"/>
            </a:rPr>
            <a:t> CRM setup for storing customer/booking data and follow-ups</a:t>
          </a:r>
        </a:p>
      </dgm:t>
    </dgm:pt>
    <dgm:pt modelId="{6D93C038-FCF6-4919-9500-479AAC61B26D}" type="parTrans" cxnId="{24ED2BBD-72FF-4634-8359-FD94AC7EB61D}">
      <dgm:prSet/>
      <dgm:spPr/>
    </dgm:pt>
    <dgm:pt modelId="{7E80B5B2-7188-487A-9D04-495D04414C8C}" type="sibTrans" cxnId="{24ED2BBD-72FF-4634-8359-FD94AC7EB61D}">
      <dgm:prSet/>
      <dgm:spPr/>
    </dgm:pt>
    <dgm:pt modelId="{6E262EAD-0F54-44FF-96EF-F520E85A87E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Data integration between booking app, Dialpad AI, and </a:t>
          </a:r>
          <a:r>
            <a:rPr lang="en-US" err="1">
              <a:latin typeface="Aptos"/>
            </a:rPr>
            <a:t>Bitrix</a:t>
          </a:r>
          <a:r>
            <a:rPr lang="en-US">
              <a:latin typeface="Aptos"/>
            </a:rPr>
            <a:t> CRM </a:t>
          </a:r>
        </a:p>
      </dgm:t>
    </dgm:pt>
    <dgm:pt modelId="{BFA709C0-E74C-4863-AB82-1CC9BD99A82B}" type="parTrans" cxnId="{DA1575A0-220C-4D3C-B25E-5BC2CEE90514}">
      <dgm:prSet/>
      <dgm:spPr/>
    </dgm:pt>
    <dgm:pt modelId="{27F76922-27CB-49C0-84EA-7F6BAEF0CE3C}" type="sibTrans" cxnId="{DA1575A0-220C-4D3C-B25E-5BC2CEE90514}">
      <dgm:prSet/>
      <dgm:spPr/>
    </dgm:pt>
    <dgm:pt modelId="{40A99203-D491-4D1F-8BDF-C1F035F58A6B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>
              <a:latin typeface="Aptos"/>
            </a:rPr>
            <a:t>Out of Scope</a:t>
          </a:r>
          <a:endParaRPr lang="en-US">
            <a:latin typeface="Aptos"/>
          </a:endParaRPr>
        </a:p>
      </dgm:t>
    </dgm:pt>
    <dgm:pt modelId="{64A70854-5840-4513-B5D2-8E003E246895}" type="parTrans" cxnId="{6E124A6F-A1A0-4DBC-9C79-921B03ABCE28}">
      <dgm:prSet/>
      <dgm:spPr/>
    </dgm:pt>
    <dgm:pt modelId="{C5C03BB8-EC4C-42F9-8A42-1087E585E1FB}" type="sibTrans" cxnId="{6E124A6F-A1A0-4DBC-9C79-921B03ABCE28}">
      <dgm:prSet/>
      <dgm:spPr/>
    </dgm:pt>
    <dgm:pt modelId="{EC53022A-60BA-4C8F-ACEA-E547675C04B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Major changes to sponsor requirements after design approval</a:t>
          </a:r>
        </a:p>
      </dgm:t>
    </dgm:pt>
    <dgm:pt modelId="{3A9FAF22-52AE-49DE-87E8-09C226D802D0}" type="parTrans" cxnId="{4F5EE54C-C534-40F8-9E13-1256D583574F}">
      <dgm:prSet/>
      <dgm:spPr/>
    </dgm:pt>
    <dgm:pt modelId="{48B40683-3FDC-4894-B3B2-E5B15CEED12F}" type="sibTrans" cxnId="{4F5EE54C-C534-40F8-9E13-1256D583574F}">
      <dgm:prSet/>
      <dgm:spPr/>
    </dgm:pt>
    <dgm:pt modelId="{CCDC6575-D620-4F14-9CE3-26B31935A5B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Non-web-based solution (must remain cloud/web)</a:t>
          </a:r>
        </a:p>
      </dgm:t>
    </dgm:pt>
    <dgm:pt modelId="{D0BF44A9-905F-455A-AD71-A9DACE6D71F3}" type="parTrans" cxnId="{92F8D6C8-4E01-41BB-AD4C-B25503ABFFE9}">
      <dgm:prSet/>
      <dgm:spPr/>
    </dgm:pt>
    <dgm:pt modelId="{39F8205C-DBD5-4EA0-88BC-E2A7F74FB310}" type="sibTrans" cxnId="{92F8D6C8-4E01-41BB-AD4C-B25503ABFFE9}">
      <dgm:prSet/>
      <dgm:spPr/>
    </dgm:pt>
    <dgm:pt modelId="{ADB61B88-38F3-422D-869B-07B8E32D3A4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Any solution that does not work with existing Tour Catchers workflows</a:t>
          </a:r>
          <a:endParaRPr lang="en-US"/>
        </a:p>
      </dgm:t>
    </dgm:pt>
    <dgm:pt modelId="{D9362E9B-F29B-4C0A-85C5-90B68A24B7B0}" type="parTrans" cxnId="{187B1A4F-2F6B-4009-A7B1-9690BBE9A749}">
      <dgm:prSet/>
      <dgm:spPr/>
    </dgm:pt>
    <dgm:pt modelId="{80AD92C5-4729-440D-A276-63D2E5230DD6}" type="sibTrans" cxnId="{187B1A4F-2F6B-4009-A7B1-9690BBE9A749}">
      <dgm:prSet/>
      <dgm:spPr/>
    </dgm:pt>
    <dgm:pt modelId="{F62FB5ED-D31E-45A5-A376-EF8FE19F8691}" type="pres">
      <dgm:prSet presAssocID="{C01682C7-A5AE-40EC-8C07-97FC9726DA8B}" presName="root" presStyleCnt="0">
        <dgm:presLayoutVars>
          <dgm:dir/>
          <dgm:resizeHandles val="exact"/>
        </dgm:presLayoutVars>
      </dgm:prSet>
      <dgm:spPr/>
    </dgm:pt>
    <dgm:pt modelId="{62A38E3C-2A4E-406F-929D-709F2014CE72}" type="pres">
      <dgm:prSet presAssocID="{70649A03-3B68-4569-AF2C-14F12194A8BA}" presName="compNode" presStyleCnt="0"/>
      <dgm:spPr/>
    </dgm:pt>
    <dgm:pt modelId="{B752D68C-B039-46C6-A57D-89337E4FE828}" type="pres">
      <dgm:prSet presAssocID="{70649A03-3B68-4569-AF2C-14F12194A8B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BF37D1F-E1E3-4BC3-A97F-758C28B95677}" type="pres">
      <dgm:prSet presAssocID="{70649A03-3B68-4569-AF2C-14F12194A8BA}" presName="iconSpace" presStyleCnt="0"/>
      <dgm:spPr/>
    </dgm:pt>
    <dgm:pt modelId="{81ACB5AD-0D3A-428A-B18B-F9E196150D92}" type="pres">
      <dgm:prSet presAssocID="{70649A03-3B68-4569-AF2C-14F12194A8BA}" presName="parTx" presStyleLbl="revTx" presStyleIdx="0" presStyleCnt="4">
        <dgm:presLayoutVars>
          <dgm:chMax val="0"/>
          <dgm:chPref val="0"/>
        </dgm:presLayoutVars>
      </dgm:prSet>
      <dgm:spPr/>
    </dgm:pt>
    <dgm:pt modelId="{07681AF2-17F9-4BB2-9979-444989DBD344}" type="pres">
      <dgm:prSet presAssocID="{70649A03-3B68-4569-AF2C-14F12194A8BA}" presName="txSpace" presStyleCnt="0"/>
      <dgm:spPr/>
    </dgm:pt>
    <dgm:pt modelId="{050A727D-E286-41DE-A244-907806D54C34}" type="pres">
      <dgm:prSet presAssocID="{70649A03-3B68-4569-AF2C-14F12194A8BA}" presName="desTx" presStyleLbl="revTx" presStyleIdx="1" presStyleCnt="4">
        <dgm:presLayoutVars/>
      </dgm:prSet>
      <dgm:spPr/>
    </dgm:pt>
    <dgm:pt modelId="{73755774-2A6B-4478-8869-7F940F43315F}" type="pres">
      <dgm:prSet presAssocID="{2A875435-B0C2-41C6-BD27-0C39190275B1}" presName="sibTrans" presStyleCnt="0"/>
      <dgm:spPr/>
    </dgm:pt>
    <dgm:pt modelId="{34F456A1-1AC6-449B-AE22-2E576D4BC457}" type="pres">
      <dgm:prSet presAssocID="{40A99203-D491-4D1F-8BDF-C1F035F58A6B}" presName="compNode" presStyleCnt="0"/>
      <dgm:spPr/>
    </dgm:pt>
    <dgm:pt modelId="{6C4F83F4-EBD9-4B5C-A51D-4CE271FFF2C9}" type="pres">
      <dgm:prSet presAssocID="{40A99203-D491-4D1F-8BDF-C1F035F58A6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914A53A2-EB0E-4C27-A9C9-0D5CDA646AF2}" type="pres">
      <dgm:prSet presAssocID="{40A99203-D491-4D1F-8BDF-C1F035F58A6B}" presName="iconSpace" presStyleCnt="0"/>
      <dgm:spPr/>
    </dgm:pt>
    <dgm:pt modelId="{571A3126-DBBA-476B-B5DB-4027F0B20939}" type="pres">
      <dgm:prSet presAssocID="{40A99203-D491-4D1F-8BDF-C1F035F58A6B}" presName="parTx" presStyleLbl="revTx" presStyleIdx="2" presStyleCnt="4">
        <dgm:presLayoutVars>
          <dgm:chMax val="0"/>
          <dgm:chPref val="0"/>
        </dgm:presLayoutVars>
      </dgm:prSet>
      <dgm:spPr/>
    </dgm:pt>
    <dgm:pt modelId="{0FC23073-E82A-4FA5-BF14-342D66E96AA6}" type="pres">
      <dgm:prSet presAssocID="{40A99203-D491-4D1F-8BDF-C1F035F58A6B}" presName="txSpace" presStyleCnt="0"/>
      <dgm:spPr/>
    </dgm:pt>
    <dgm:pt modelId="{435081B2-A601-4D3B-9AF3-3B99C919E9D5}" type="pres">
      <dgm:prSet presAssocID="{40A99203-D491-4D1F-8BDF-C1F035F58A6B}" presName="desTx" presStyleLbl="revTx" presStyleIdx="3" presStyleCnt="4">
        <dgm:presLayoutVars/>
      </dgm:prSet>
      <dgm:spPr/>
    </dgm:pt>
  </dgm:ptLst>
  <dgm:cxnLst>
    <dgm:cxn modelId="{9A78CA05-6C63-43AF-B73F-FD314546EC5F}" srcId="{70649A03-3B68-4569-AF2C-14F12194A8BA}" destId="{0EB4394F-20A0-42B7-AAD2-B288C6F79B7C}" srcOrd="0" destOrd="0" parTransId="{FA67EC78-8250-483E-AAAC-F842CC47782A}" sibTransId="{B0C245D7-99D8-4C81-92F2-F5586A47641F}"/>
    <dgm:cxn modelId="{2495E01F-069B-4EEA-A499-ED961BE942AB}" type="presOf" srcId="{40A99203-D491-4D1F-8BDF-C1F035F58A6B}" destId="{571A3126-DBBA-476B-B5DB-4027F0B20939}" srcOrd="0" destOrd="0" presId="urn:microsoft.com/office/officeart/2018/2/layout/IconLabelDescriptionList"/>
    <dgm:cxn modelId="{09F00761-B13D-4982-A8D1-C5559FCCE633}" type="presOf" srcId="{0EB4394F-20A0-42B7-AAD2-B288C6F79B7C}" destId="{050A727D-E286-41DE-A244-907806D54C34}" srcOrd="0" destOrd="0" presId="urn:microsoft.com/office/officeart/2018/2/layout/IconLabelDescriptionList"/>
    <dgm:cxn modelId="{4F5EE54C-C534-40F8-9E13-1256D583574F}" srcId="{40A99203-D491-4D1F-8BDF-C1F035F58A6B}" destId="{EC53022A-60BA-4C8F-ACEA-E547675C04BF}" srcOrd="0" destOrd="0" parTransId="{3A9FAF22-52AE-49DE-87E8-09C226D802D0}" sibTransId="{48B40683-3FDC-4894-B3B2-E5B15CEED12F}"/>
    <dgm:cxn modelId="{187B1A4F-2F6B-4009-A7B1-9690BBE9A749}" srcId="{40A99203-D491-4D1F-8BDF-C1F035F58A6B}" destId="{ADB61B88-38F3-422D-869B-07B8E32D3A49}" srcOrd="2" destOrd="0" parTransId="{D9362E9B-F29B-4C0A-85C5-90B68A24B7B0}" sibTransId="{80AD92C5-4729-440D-A276-63D2E5230DD6}"/>
    <dgm:cxn modelId="{6E124A6F-A1A0-4DBC-9C79-921B03ABCE28}" srcId="{C01682C7-A5AE-40EC-8C07-97FC9726DA8B}" destId="{40A99203-D491-4D1F-8BDF-C1F035F58A6B}" srcOrd="1" destOrd="0" parTransId="{64A70854-5840-4513-B5D2-8E003E246895}" sibTransId="{C5C03BB8-EC4C-42F9-8A42-1087E585E1FB}"/>
    <dgm:cxn modelId="{DCC66A51-B267-42F3-BDA7-11B8D9DDBD7F}" srcId="{C01682C7-A5AE-40EC-8C07-97FC9726DA8B}" destId="{70649A03-3B68-4569-AF2C-14F12194A8BA}" srcOrd="0" destOrd="0" parTransId="{02ECC6F9-706A-4FE8-AC66-17D2DCC1040C}" sibTransId="{2A875435-B0C2-41C6-BD27-0C39190275B1}"/>
    <dgm:cxn modelId="{F344D377-285A-438B-ACE4-29A8C64E5329}" type="presOf" srcId="{870E8BF0-86AD-4178-967B-93616B441734}" destId="{050A727D-E286-41DE-A244-907806D54C34}" srcOrd="0" destOrd="1" presId="urn:microsoft.com/office/officeart/2018/2/layout/IconLabelDescriptionList"/>
    <dgm:cxn modelId="{12BA4C9D-AE10-488E-9A1F-A1D44F62A5F1}" type="presOf" srcId="{6E262EAD-0F54-44FF-96EF-F520E85A87E1}" destId="{050A727D-E286-41DE-A244-907806D54C34}" srcOrd="0" destOrd="3" presId="urn:microsoft.com/office/officeart/2018/2/layout/IconLabelDescriptionList"/>
    <dgm:cxn modelId="{963A939F-5FDD-4060-9B9A-501E9EC26239}" srcId="{70649A03-3B68-4569-AF2C-14F12194A8BA}" destId="{870E8BF0-86AD-4178-967B-93616B441734}" srcOrd="1" destOrd="0" parTransId="{87C60D4A-772F-4890-B321-9CFA569DC834}" sibTransId="{D81BAC05-43F9-4E6F-943C-BCE8D5E20A5E}"/>
    <dgm:cxn modelId="{DA1575A0-220C-4D3C-B25E-5BC2CEE90514}" srcId="{70649A03-3B68-4569-AF2C-14F12194A8BA}" destId="{6E262EAD-0F54-44FF-96EF-F520E85A87E1}" srcOrd="3" destOrd="0" parTransId="{BFA709C0-E74C-4863-AB82-1CC9BD99A82B}" sibTransId="{27F76922-27CB-49C0-84EA-7F6BAEF0CE3C}"/>
    <dgm:cxn modelId="{B618D2A5-3F85-4486-AE9B-C3ACDC3CBB01}" type="presOf" srcId="{ADB61B88-38F3-422D-869B-07B8E32D3A49}" destId="{435081B2-A601-4D3B-9AF3-3B99C919E9D5}" srcOrd="0" destOrd="2" presId="urn:microsoft.com/office/officeart/2018/2/layout/IconLabelDescriptionList"/>
    <dgm:cxn modelId="{5E3428B7-A5AA-49B8-B934-6858033742C1}" type="presOf" srcId="{CCDC6575-D620-4F14-9CE3-26B31935A5B3}" destId="{435081B2-A601-4D3B-9AF3-3B99C919E9D5}" srcOrd="0" destOrd="1" presId="urn:microsoft.com/office/officeart/2018/2/layout/IconLabelDescriptionList"/>
    <dgm:cxn modelId="{24ED2BBD-72FF-4634-8359-FD94AC7EB61D}" srcId="{70649A03-3B68-4569-AF2C-14F12194A8BA}" destId="{97BBC1F6-10B6-40CB-8B50-A2FD6A2BBD44}" srcOrd="2" destOrd="0" parTransId="{6D93C038-FCF6-4919-9500-479AAC61B26D}" sibTransId="{7E80B5B2-7188-487A-9D04-495D04414C8C}"/>
    <dgm:cxn modelId="{6E6F8BC1-F349-45BB-8370-D91F744ABB09}" type="presOf" srcId="{70649A03-3B68-4569-AF2C-14F12194A8BA}" destId="{81ACB5AD-0D3A-428A-B18B-F9E196150D92}" srcOrd="0" destOrd="0" presId="urn:microsoft.com/office/officeart/2018/2/layout/IconLabelDescriptionList"/>
    <dgm:cxn modelId="{92F8D6C8-4E01-41BB-AD4C-B25503ABFFE9}" srcId="{40A99203-D491-4D1F-8BDF-C1F035F58A6B}" destId="{CCDC6575-D620-4F14-9CE3-26B31935A5B3}" srcOrd="1" destOrd="0" parTransId="{D0BF44A9-905F-455A-AD71-A9DACE6D71F3}" sibTransId="{39F8205C-DBD5-4EA0-88BC-E2A7F74FB310}"/>
    <dgm:cxn modelId="{033D0BE6-2A4C-4D75-BD7D-CBFB6B6B322E}" type="presOf" srcId="{97BBC1F6-10B6-40CB-8B50-A2FD6A2BBD44}" destId="{050A727D-E286-41DE-A244-907806D54C34}" srcOrd="0" destOrd="2" presId="urn:microsoft.com/office/officeart/2018/2/layout/IconLabelDescriptionList"/>
    <dgm:cxn modelId="{80A6AFE7-9EFC-4BE9-860E-96FE00C8AB05}" type="presOf" srcId="{C01682C7-A5AE-40EC-8C07-97FC9726DA8B}" destId="{F62FB5ED-D31E-45A5-A376-EF8FE19F8691}" srcOrd="0" destOrd="0" presId="urn:microsoft.com/office/officeart/2018/2/layout/IconLabelDescriptionList"/>
    <dgm:cxn modelId="{1C8869EF-F6A0-41C6-BD04-5DFDF2C40FC6}" type="presOf" srcId="{EC53022A-60BA-4C8F-ACEA-E547675C04BF}" destId="{435081B2-A601-4D3B-9AF3-3B99C919E9D5}" srcOrd="0" destOrd="0" presId="urn:microsoft.com/office/officeart/2018/2/layout/IconLabelDescriptionList"/>
    <dgm:cxn modelId="{30D759BD-7B8D-4B93-B27B-9AD1D6007C55}" type="presParOf" srcId="{F62FB5ED-D31E-45A5-A376-EF8FE19F8691}" destId="{62A38E3C-2A4E-406F-929D-709F2014CE72}" srcOrd="0" destOrd="0" presId="urn:microsoft.com/office/officeart/2018/2/layout/IconLabelDescriptionList"/>
    <dgm:cxn modelId="{A1BB3E0D-F715-4CF3-89E3-FC2C38A6F4B3}" type="presParOf" srcId="{62A38E3C-2A4E-406F-929D-709F2014CE72}" destId="{B752D68C-B039-46C6-A57D-89337E4FE828}" srcOrd="0" destOrd="0" presId="urn:microsoft.com/office/officeart/2018/2/layout/IconLabelDescriptionList"/>
    <dgm:cxn modelId="{7C374E1E-C2D4-4DD9-9CF2-8789CE655C9E}" type="presParOf" srcId="{62A38E3C-2A4E-406F-929D-709F2014CE72}" destId="{DBF37D1F-E1E3-4BC3-A97F-758C28B95677}" srcOrd="1" destOrd="0" presId="urn:microsoft.com/office/officeart/2018/2/layout/IconLabelDescriptionList"/>
    <dgm:cxn modelId="{07C9AAA9-3152-4E1F-B129-CE61722531C8}" type="presParOf" srcId="{62A38E3C-2A4E-406F-929D-709F2014CE72}" destId="{81ACB5AD-0D3A-428A-B18B-F9E196150D92}" srcOrd="2" destOrd="0" presId="urn:microsoft.com/office/officeart/2018/2/layout/IconLabelDescriptionList"/>
    <dgm:cxn modelId="{3C1E9E47-7A36-4CBF-ACB5-4D1DE00A8AA2}" type="presParOf" srcId="{62A38E3C-2A4E-406F-929D-709F2014CE72}" destId="{07681AF2-17F9-4BB2-9979-444989DBD344}" srcOrd="3" destOrd="0" presId="urn:microsoft.com/office/officeart/2018/2/layout/IconLabelDescriptionList"/>
    <dgm:cxn modelId="{7DA93FD6-8BF2-414A-B5B6-0DE050003081}" type="presParOf" srcId="{62A38E3C-2A4E-406F-929D-709F2014CE72}" destId="{050A727D-E286-41DE-A244-907806D54C34}" srcOrd="4" destOrd="0" presId="urn:microsoft.com/office/officeart/2018/2/layout/IconLabelDescriptionList"/>
    <dgm:cxn modelId="{421024F1-23B5-4076-906C-2917BB64B2F2}" type="presParOf" srcId="{F62FB5ED-D31E-45A5-A376-EF8FE19F8691}" destId="{73755774-2A6B-4478-8869-7F940F43315F}" srcOrd="1" destOrd="0" presId="urn:microsoft.com/office/officeart/2018/2/layout/IconLabelDescriptionList"/>
    <dgm:cxn modelId="{9F31B336-1D6B-4AD8-9C07-708A4DA35FBF}" type="presParOf" srcId="{F62FB5ED-D31E-45A5-A376-EF8FE19F8691}" destId="{34F456A1-1AC6-449B-AE22-2E576D4BC457}" srcOrd="2" destOrd="0" presId="urn:microsoft.com/office/officeart/2018/2/layout/IconLabelDescriptionList"/>
    <dgm:cxn modelId="{00205531-6D24-4199-B16D-B1537E1B8821}" type="presParOf" srcId="{34F456A1-1AC6-449B-AE22-2E576D4BC457}" destId="{6C4F83F4-EBD9-4B5C-A51D-4CE271FFF2C9}" srcOrd="0" destOrd="0" presId="urn:microsoft.com/office/officeart/2018/2/layout/IconLabelDescriptionList"/>
    <dgm:cxn modelId="{E9BA647C-387D-46B6-B7BB-F5F94CB11CE9}" type="presParOf" srcId="{34F456A1-1AC6-449B-AE22-2E576D4BC457}" destId="{914A53A2-EB0E-4C27-A9C9-0D5CDA646AF2}" srcOrd="1" destOrd="0" presId="urn:microsoft.com/office/officeart/2018/2/layout/IconLabelDescriptionList"/>
    <dgm:cxn modelId="{31DFBA0D-A67E-4F65-901D-D735B5EB4253}" type="presParOf" srcId="{34F456A1-1AC6-449B-AE22-2E576D4BC457}" destId="{571A3126-DBBA-476B-B5DB-4027F0B20939}" srcOrd="2" destOrd="0" presId="urn:microsoft.com/office/officeart/2018/2/layout/IconLabelDescriptionList"/>
    <dgm:cxn modelId="{90CF7CDD-EEAD-4B94-B383-2BCD12979EA9}" type="presParOf" srcId="{34F456A1-1AC6-449B-AE22-2E576D4BC457}" destId="{0FC23073-E82A-4FA5-BF14-342D66E96AA6}" srcOrd="3" destOrd="0" presId="urn:microsoft.com/office/officeart/2018/2/layout/IconLabelDescriptionList"/>
    <dgm:cxn modelId="{FD04DDBC-AD56-4888-959D-4ECF0BD7CAB6}" type="presParOf" srcId="{34F456A1-1AC6-449B-AE22-2E576D4BC457}" destId="{435081B2-A601-4D3B-9AF3-3B99C919E9D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40DE36-68AD-484F-9505-344A2A4BAC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3694DC-C40A-464B-8318-4C3017B3DBBB}">
      <dgm:prSet phldr="0"/>
      <dgm:spPr/>
      <dgm:t>
        <a:bodyPr/>
        <a:lstStyle/>
        <a:p>
          <a:pPr algn="l" rtl="0"/>
          <a:r>
            <a:rPr lang="en-US" sz="1400" b="1">
              <a:latin typeface="Aptos"/>
            </a:rPr>
            <a:t>Web / Mobile Booking Workflow</a:t>
          </a:r>
          <a:endParaRPr lang="en-US" sz="1400">
            <a:latin typeface="Aptos"/>
          </a:endParaRPr>
        </a:p>
      </dgm:t>
    </dgm:pt>
    <dgm:pt modelId="{5018C365-FDAD-4074-A049-0ABF82A7BAAF}" type="parTrans" cxnId="{DDCAE05B-227C-4A77-8664-F640ABD07F80}">
      <dgm:prSet/>
      <dgm:spPr/>
    </dgm:pt>
    <dgm:pt modelId="{142A5D50-841F-4C76-B5D1-29FF30283CC8}" type="sibTrans" cxnId="{DDCAE05B-227C-4A77-8664-F640ABD07F80}">
      <dgm:prSet/>
      <dgm:spPr/>
    </dgm:pt>
    <dgm:pt modelId="{B60E985E-0F9B-42AA-806A-51B2108CE0F9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Customers can select a tour, system checks availability, customer pays, and a confirmation is sent automatically. </a:t>
          </a:r>
          <a:endParaRPr lang="en-US" sz="1000"/>
        </a:p>
      </dgm:t>
    </dgm:pt>
    <dgm:pt modelId="{02D78183-6D2B-4ECE-AD8F-461862CD63EC}" type="parTrans" cxnId="{EE41EDE9-A47A-494D-BD8A-D2E67F99150C}">
      <dgm:prSet/>
      <dgm:spPr/>
    </dgm:pt>
    <dgm:pt modelId="{B5928D72-838A-43A8-80E0-251AD2D4C2E3}" type="sibTrans" cxnId="{EE41EDE9-A47A-494D-BD8A-D2E67F99150C}">
      <dgm:prSet/>
      <dgm:spPr/>
    </dgm:pt>
    <dgm:pt modelId="{F4D6482D-77BA-42EA-8380-F47C92EEEED9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Automated Confirmation &amp; Follow-Ups</a:t>
          </a:r>
          <a:endParaRPr lang="en-US" sz="1400">
            <a:latin typeface="Aptos"/>
          </a:endParaRPr>
        </a:p>
      </dgm:t>
    </dgm:pt>
    <dgm:pt modelId="{006B7DBA-822A-4F36-9067-885DD42F7BB0}" type="parTrans" cxnId="{728C3476-826A-4637-B978-40103F2E38F1}">
      <dgm:prSet/>
      <dgm:spPr/>
    </dgm:pt>
    <dgm:pt modelId="{B694D4E0-2F5B-40E2-AD44-678ECE5753B8}" type="sibTrans" cxnId="{728C3476-826A-4637-B978-40103F2E38F1}">
      <dgm:prSet/>
      <dgm:spPr/>
    </dgm:pt>
    <dgm:pt modelId="{0FF4B71A-6707-449C-B6BB-F6D62D3B1E89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 Booking confirmations and follow-up messages are automated so customers and staff do not rely on manual emails or calls. </a:t>
          </a:r>
        </a:p>
      </dgm:t>
    </dgm:pt>
    <dgm:pt modelId="{16D57F22-67BC-4E3D-B65A-B887F12F3110}" type="parTrans" cxnId="{4D0DDD84-EE35-4377-9613-A2544CF39605}">
      <dgm:prSet/>
      <dgm:spPr/>
    </dgm:pt>
    <dgm:pt modelId="{3E25776D-D229-4139-894E-48F7EE165A5C}" type="sibTrans" cxnId="{4D0DDD84-EE35-4377-9613-A2544CF39605}">
      <dgm:prSet/>
      <dgm:spPr/>
    </dgm:pt>
    <dgm:pt modelId="{17C7A750-3DA4-4C69-8381-5FEA07CA4550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Dialpad AI (Support + Feedback)</a:t>
          </a:r>
          <a:endParaRPr lang="en-US" sz="1400">
            <a:latin typeface="Aptos"/>
          </a:endParaRPr>
        </a:p>
      </dgm:t>
    </dgm:pt>
    <dgm:pt modelId="{295D08D8-674A-4487-ADAD-5CDF5AE61A4C}" type="parTrans" cxnId="{C88F2D3C-E9D0-4235-812B-BB891E6374AE}">
      <dgm:prSet/>
      <dgm:spPr/>
    </dgm:pt>
    <dgm:pt modelId="{F4AD5848-D4F9-423C-9F6F-F31E63517112}" type="sibTrans" cxnId="{C88F2D3C-E9D0-4235-812B-BB891E6374AE}">
      <dgm:prSet/>
      <dgm:spPr/>
    </dgm:pt>
    <dgm:pt modelId="{7746F6E4-13CC-4BC0-AB56-B8A88DD89B60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 Provides 24/7 responses to common questions and collects post-trip feedback automatically to reduce manual support work. </a:t>
          </a:r>
        </a:p>
      </dgm:t>
    </dgm:pt>
    <dgm:pt modelId="{3931DA0D-CD06-4DD8-83D7-24F3FC22820C}" type="parTrans" cxnId="{44F25BD3-7F89-4753-9BE5-EC95191AB3DF}">
      <dgm:prSet/>
      <dgm:spPr/>
    </dgm:pt>
    <dgm:pt modelId="{35EF65EA-7428-40A9-95AA-AA1FE9342D72}" type="sibTrans" cxnId="{44F25BD3-7F89-4753-9BE5-EC95191AB3DF}">
      <dgm:prSet/>
      <dgm:spPr/>
    </dgm:pt>
    <dgm:pt modelId="{443BFE64-4F34-422E-A7E1-F506781C18D5}">
      <dgm:prSet phldr="0"/>
      <dgm:spPr/>
      <dgm:t>
        <a:bodyPr/>
        <a:lstStyle/>
        <a:p>
          <a:pPr algn="l"/>
          <a:r>
            <a:rPr lang="en-US" sz="1400" b="1" err="1">
              <a:latin typeface="Aptos"/>
            </a:rPr>
            <a:t>Bitrix</a:t>
          </a:r>
          <a:r>
            <a:rPr lang="en-US" sz="1400" b="1">
              <a:latin typeface="Aptos"/>
            </a:rPr>
            <a:t> CRM Data Management</a:t>
          </a:r>
          <a:endParaRPr lang="en-US" sz="1400">
            <a:latin typeface="Aptos"/>
          </a:endParaRPr>
        </a:p>
      </dgm:t>
    </dgm:pt>
    <dgm:pt modelId="{59F69F01-F3AE-479A-9F54-D61301BBC2B7}" type="parTrans" cxnId="{177A5CC4-B59F-4554-B54E-11E24D9566E0}">
      <dgm:prSet/>
      <dgm:spPr/>
    </dgm:pt>
    <dgm:pt modelId="{C5285338-2E55-473F-B896-585378498D5D}" type="sibTrans" cxnId="{177A5CC4-B59F-4554-B54E-11E24D9566E0}">
      <dgm:prSet/>
      <dgm:spPr/>
    </dgm:pt>
    <dgm:pt modelId="{01C102EF-0926-4E74-B21D-D2A106E8A3D4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 Booking and customer data is stored in </a:t>
          </a:r>
          <a:r>
            <a:rPr lang="en-US" sz="1000" err="1">
              <a:latin typeface="Aptos"/>
            </a:rPr>
            <a:t>Bitrix</a:t>
          </a:r>
          <a:r>
            <a:rPr lang="en-US" sz="1000">
              <a:latin typeface="Aptos"/>
            </a:rPr>
            <a:t> CRM and access is limited to the right staff for organized customer management. </a:t>
          </a:r>
        </a:p>
      </dgm:t>
    </dgm:pt>
    <dgm:pt modelId="{99E2EAAD-70C8-446E-B426-A4E0ADB1796C}" type="parTrans" cxnId="{85100FE4-0F7A-4D56-84CC-13D33E144E02}">
      <dgm:prSet/>
      <dgm:spPr/>
    </dgm:pt>
    <dgm:pt modelId="{7CBEEC4E-BACA-4910-91A0-4B2D0F0584D1}" type="sibTrans" cxnId="{85100FE4-0F7A-4D56-84CC-13D33E144E02}">
      <dgm:prSet/>
      <dgm:spPr/>
    </dgm:pt>
    <dgm:pt modelId="{033EB2B3-0B9A-4321-AA49-C24B0BD9BC94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Security &amp; Role-Based Access Control</a:t>
          </a:r>
          <a:endParaRPr lang="en-US" sz="1400">
            <a:latin typeface="Aptos"/>
          </a:endParaRPr>
        </a:p>
      </dgm:t>
    </dgm:pt>
    <dgm:pt modelId="{D1CC79D6-BCCF-4D24-B34F-1402CBAD87DF}" type="parTrans" cxnId="{7FF382C7-19CB-4725-981E-FBDAAAFE1BF9}">
      <dgm:prSet/>
      <dgm:spPr/>
    </dgm:pt>
    <dgm:pt modelId="{2D93AA68-4AE0-475E-BA41-B80BE13234F4}" type="sibTrans" cxnId="{7FF382C7-19CB-4725-981E-FBDAAAFE1BF9}">
      <dgm:prSet/>
      <dgm:spPr/>
    </dgm:pt>
    <dgm:pt modelId="{758F7613-D452-4D56-B9BD-A5C22D54AA28}">
      <dgm:prSet phldr="0"/>
      <dgm:spPr/>
      <dgm:t>
        <a:bodyPr/>
        <a:lstStyle/>
        <a:p>
          <a:pPr algn="l"/>
          <a:r>
            <a:rPr lang="en-US" sz="1000">
              <a:latin typeface="Aptos"/>
            </a:rPr>
            <a:t> Customer data must be protected and only accessible based on user role (approved staff only). </a:t>
          </a:r>
        </a:p>
      </dgm:t>
    </dgm:pt>
    <dgm:pt modelId="{9B83D420-5DC7-46F3-9078-C1126BB11C0A}" type="parTrans" cxnId="{FB2442C5-7998-4FDE-BC40-C6F0E4B969C7}">
      <dgm:prSet/>
      <dgm:spPr/>
    </dgm:pt>
    <dgm:pt modelId="{544A2446-2AA4-47EC-90CC-93F3665E5331}" type="sibTrans" cxnId="{FB2442C5-7998-4FDE-BC40-C6F0E4B969C7}">
      <dgm:prSet/>
      <dgm:spPr/>
    </dgm:pt>
    <dgm:pt modelId="{3685D187-9E4C-4A6B-9687-C6D0E33F1F54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System Integration &amp; Compatibility</a:t>
          </a:r>
          <a:endParaRPr lang="en-US" sz="1400">
            <a:latin typeface="Aptos"/>
          </a:endParaRPr>
        </a:p>
      </dgm:t>
    </dgm:pt>
    <dgm:pt modelId="{5FDCF311-185B-47C1-AA40-DC2E75C38D76}" type="parTrans" cxnId="{8577953A-EE32-4426-BF7C-CAC095025751}">
      <dgm:prSet/>
      <dgm:spPr/>
    </dgm:pt>
    <dgm:pt modelId="{A3FE580F-3E49-411C-9754-DF8F7F86BC6E}" type="sibTrans" cxnId="{8577953A-EE32-4426-BF7C-CAC095025751}">
      <dgm:prSet/>
      <dgm:spPr/>
    </dgm:pt>
    <dgm:pt modelId="{E5D1D7F2-BD93-4D6A-93E5-501C64542BF9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 The booking app must integrate with Dialpad AI and </a:t>
          </a:r>
          <a:r>
            <a:rPr lang="en-US" sz="1000" err="1">
              <a:latin typeface="Aptos"/>
            </a:rPr>
            <a:t>Bitrix</a:t>
          </a:r>
          <a:r>
            <a:rPr lang="en-US" sz="1000">
              <a:latin typeface="Aptos"/>
            </a:rPr>
            <a:t> CRM using reliable data flow, and work across devices/browsers. </a:t>
          </a:r>
        </a:p>
      </dgm:t>
    </dgm:pt>
    <dgm:pt modelId="{76770B87-BB5E-4D46-A947-5B74E3143240}" type="parTrans" cxnId="{08BB3566-6054-43E5-8B84-2ADD763D668C}">
      <dgm:prSet/>
      <dgm:spPr/>
    </dgm:pt>
    <dgm:pt modelId="{966423EC-F69E-4945-A9EB-261E994D24DD}" type="sibTrans" cxnId="{08BB3566-6054-43E5-8B84-2ADD763D668C}">
      <dgm:prSet/>
      <dgm:spPr/>
    </dgm:pt>
    <dgm:pt modelId="{2A85DAFF-EB01-4BAB-8AA4-8329AC5B6C9F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User Training &amp; Documentation</a:t>
          </a:r>
          <a:endParaRPr lang="en-US" sz="1400">
            <a:latin typeface="Aptos"/>
          </a:endParaRPr>
        </a:p>
      </dgm:t>
    </dgm:pt>
    <dgm:pt modelId="{70F7A20E-57B1-4C7D-AD31-C045862AC01E}" type="parTrans" cxnId="{EE99B54B-A1A3-4677-A07D-E6CDFDEB9878}">
      <dgm:prSet/>
      <dgm:spPr/>
    </dgm:pt>
    <dgm:pt modelId="{C4DC6568-C8FA-4E4B-A2DC-A51DD937EC9D}" type="sibTrans" cxnId="{EE99B54B-A1A3-4677-A07D-E6CDFDEB9878}">
      <dgm:prSet/>
      <dgm:spPr/>
    </dgm:pt>
    <dgm:pt modelId="{D8667E28-0429-44A3-B425-3DDD1FE30AA5}">
      <dgm:prSet phldr="0"/>
      <dgm:spPr/>
      <dgm:t>
        <a:bodyPr/>
        <a:lstStyle/>
        <a:p>
          <a:pPr algn="l" rtl="0"/>
          <a:r>
            <a:rPr lang="en-US" sz="1000">
              <a:latin typeface="Aptos"/>
            </a:rPr>
            <a:t> Provide simple guides and a walkthrough so Tour Catchers can adopt the system quickly with minimal training time.</a:t>
          </a:r>
        </a:p>
      </dgm:t>
    </dgm:pt>
    <dgm:pt modelId="{C1E6026A-398D-47B7-AAEB-7ADB44CFBBAE}" type="parTrans" cxnId="{852FF7E3-E2C6-4F22-8260-D29AB4F5E2DA}">
      <dgm:prSet/>
      <dgm:spPr/>
    </dgm:pt>
    <dgm:pt modelId="{FBC4FC2C-8219-4420-B042-0367E3D1FC36}" type="sibTrans" cxnId="{852FF7E3-E2C6-4F22-8260-D29AB4F5E2DA}">
      <dgm:prSet/>
      <dgm:spPr/>
    </dgm:pt>
    <dgm:pt modelId="{593C04F4-3A44-413B-92B6-2CF713938A2E}" type="pres">
      <dgm:prSet presAssocID="{9940DE36-68AD-484F-9505-344A2A4BAC39}" presName="linear" presStyleCnt="0">
        <dgm:presLayoutVars>
          <dgm:animLvl val="lvl"/>
          <dgm:resizeHandles val="exact"/>
        </dgm:presLayoutVars>
      </dgm:prSet>
      <dgm:spPr/>
    </dgm:pt>
    <dgm:pt modelId="{84D7B3E4-0ADB-4646-BF46-C2904C1D6BA9}" type="pres">
      <dgm:prSet presAssocID="{3D3694DC-C40A-464B-8318-4C3017B3DBB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034BECC5-A668-4B68-858B-8238F042073C}" type="pres">
      <dgm:prSet presAssocID="{3D3694DC-C40A-464B-8318-4C3017B3DBBB}" presName="childText" presStyleLbl="revTx" presStyleIdx="0" presStyleCnt="7">
        <dgm:presLayoutVars>
          <dgm:bulletEnabled val="1"/>
        </dgm:presLayoutVars>
      </dgm:prSet>
      <dgm:spPr/>
    </dgm:pt>
    <dgm:pt modelId="{666FF413-7E89-45AC-93D8-B98D9B69C495}" type="pres">
      <dgm:prSet presAssocID="{F4D6482D-77BA-42EA-8380-F47C92EEEED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1391410-48DA-492A-8381-F2A4F7ED5A80}" type="pres">
      <dgm:prSet presAssocID="{F4D6482D-77BA-42EA-8380-F47C92EEEED9}" presName="childText" presStyleLbl="revTx" presStyleIdx="1" presStyleCnt="7">
        <dgm:presLayoutVars>
          <dgm:bulletEnabled val="1"/>
        </dgm:presLayoutVars>
      </dgm:prSet>
      <dgm:spPr/>
    </dgm:pt>
    <dgm:pt modelId="{664F4839-DB43-4976-9036-70705C0A9B36}" type="pres">
      <dgm:prSet presAssocID="{17C7A750-3DA4-4C69-8381-5FEA07CA455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5B1554E-2999-4BA2-B618-D9E9A321CA8D}" type="pres">
      <dgm:prSet presAssocID="{17C7A750-3DA4-4C69-8381-5FEA07CA4550}" presName="childText" presStyleLbl="revTx" presStyleIdx="2" presStyleCnt="7">
        <dgm:presLayoutVars>
          <dgm:bulletEnabled val="1"/>
        </dgm:presLayoutVars>
      </dgm:prSet>
      <dgm:spPr/>
    </dgm:pt>
    <dgm:pt modelId="{90E70B89-3A24-45B6-B878-3A2ADD1A39AB}" type="pres">
      <dgm:prSet presAssocID="{443BFE64-4F34-422E-A7E1-F506781C18D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9ABE05B-0B91-4D5F-B480-DE3F789F204F}" type="pres">
      <dgm:prSet presAssocID="{443BFE64-4F34-422E-A7E1-F506781C18D5}" presName="childText" presStyleLbl="revTx" presStyleIdx="3" presStyleCnt="7">
        <dgm:presLayoutVars>
          <dgm:bulletEnabled val="1"/>
        </dgm:presLayoutVars>
      </dgm:prSet>
      <dgm:spPr/>
    </dgm:pt>
    <dgm:pt modelId="{760D45C9-CE51-4E9E-AE52-40341F2C28B5}" type="pres">
      <dgm:prSet presAssocID="{033EB2B3-0B9A-4321-AA49-C24B0BD9BC9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BCF3A83-5A34-43DF-B807-CB77783826D8}" type="pres">
      <dgm:prSet presAssocID="{033EB2B3-0B9A-4321-AA49-C24B0BD9BC94}" presName="childText" presStyleLbl="revTx" presStyleIdx="4" presStyleCnt="7">
        <dgm:presLayoutVars>
          <dgm:bulletEnabled val="1"/>
        </dgm:presLayoutVars>
      </dgm:prSet>
      <dgm:spPr/>
    </dgm:pt>
    <dgm:pt modelId="{40ADF75C-C822-47A0-AD05-E419EE37DD85}" type="pres">
      <dgm:prSet presAssocID="{3685D187-9E4C-4A6B-9687-C6D0E33F1F5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BEABDA2A-4ECC-4713-B126-63E902C0CD76}" type="pres">
      <dgm:prSet presAssocID="{3685D187-9E4C-4A6B-9687-C6D0E33F1F54}" presName="childText" presStyleLbl="revTx" presStyleIdx="5" presStyleCnt="7">
        <dgm:presLayoutVars>
          <dgm:bulletEnabled val="1"/>
        </dgm:presLayoutVars>
      </dgm:prSet>
      <dgm:spPr/>
    </dgm:pt>
    <dgm:pt modelId="{790372E9-2D8C-477C-858B-734BFD5433B8}" type="pres">
      <dgm:prSet presAssocID="{2A85DAFF-EB01-4BAB-8AA4-8329AC5B6C9F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2D395A40-4F9D-4493-AB04-6641262833E6}" type="pres">
      <dgm:prSet presAssocID="{2A85DAFF-EB01-4BAB-8AA4-8329AC5B6C9F}" presName="childText" presStyleLbl="revTx" presStyleIdx="6" presStyleCnt="7">
        <dgm:presLayoutVars>
          <dgm:bulletEnabled val="1"/>
        </dgm:presLayoutVars>
      </dgm:prSet>
      <dgm:spPr/>
    </dgm:pt>
  </dgm:ptLst>
  <dgm:cxnLst>
    <dgm:cxn modelId="{7F6C9828-9E40-4E84-B855-54768EB42F69}" type="presOf" srcId="{443BFE64-4F34-422E-A7E1-F506781C18D5}" destId="{90E70B89-3A24-45B6-B878-3A2ADD1A39AB}" srcOrd="0" destOrd="0" presId="urn:microsoft.com/office/officeart/2005/8/layout/vList2"/>
    <dgm:cxn modelId="{DE7DCD2A-B086-45DC-A759-9B9A90E5CC5F}" type="presOf" srcId="{2A85DAFF-EB01-4BAB-8AA4-8329AC5B6C9F}" destId="{790372E9-2D8C-477C-858B-734BFD5433B8}" srcOrd="0" destOrd="0" presId="urn:microsoft.com/office/officeart/2005/8/layout/vList2"/>
    <dgm:cxn modelId="{8577953A-EE32-4426-BF7C-CAC095025751}" srcId="{9940DE36-68AD-484F-9505-344A2A4BAC39}" destId="{3685D187-9E4C-4A6B-9687-C6D0E33F1F54}" srcOrd="5" destOrd="0" parTransId="{5FDCF311-185B-47C1-AA40-DC2E75C38D76}" sibTransId="{A3FE580F-3E49-411C-9754-DF8F7F86BC6E}"/>
    <dgm:cxn modelId="{C88F2D3C-E9D0-4235-812B-BB891E6374AE}" srcId="{9940DE36-68AD-484F-9505-344A2A4BAC39}" destId="{17C7A750-3DA4-4C69-8381-5FEA07CA4550}" srcOrd="2" destOrd="0" parTransId="{295D08D8-674A-4487-ADAD-5CDF5AE61A4C}" sibTransId="{F4AD5848-D4F9-423C-9F6F-F31E63517112}"/>
    <dgm:cxn modelId="{DDCAE05B-227C-4A77-8664-F640ABD07F80}" srcId="{9940DE36-68AD-484F-9505-344A2A4BAC39}" destId="{3D3694DC-C40A-464B-8318-4C3017B3DBBB}" srcOrd="0" destOrd="0" parTransId="{5018C365-FDAD-4074-A049-0ABF82A7BAAF}" sibTransId="{142A5D50-841F-4C76-B5D1-29FF30283CC8}"/>
    <dgm:cxn modelId="{DE7AB641-4BD5-4097-B8B8-D9FD8F4FAA69}" type="presOf" srcId="{0FF4B71A-6707-449C-B6BB-F6D62D3B1E89}" destId="{41391410-48DA-492A-8381-F2A4F7ED5A80}" srcOrd="0" destOrd="0" presId="urn:microsoft.com/office/officeart/2005/8/layout/vList2"/>
    <dgm:cxn modelId="{08BB3566-6054-43E5-8B84-2ADD763D668C}" srcId="{3685D187-9E4C-4A6B-9687-C6D0E33F1F54}" destId="{E5D1D7F2-BD93-4D6A-93E5-501C64542BF9}" srcOrd="0" destOrd="0" parTransId="{76770B87-BB5E-4D46-A947-5B74E3143240}" sibTransId="{966423EC-F69E-4945-A9EB-261E994D24DD}"/>
    <dgm:cxn modelId="{C9BFAE48-778D-4C1A-9FB2-98ADD3325251}" type="presOf" srcId="{E5D1D7F2-BD93-4D6A-93E5-501C64542BF9}" destId="{BEABDA2A-4ECC-4713-B126-63E902C0CD76}" srcOrd="0" destOrd="0" presId="urn:microsoft.com/office/officeart/2005/8/layout/vList2"/>
    <dgm:cxn modelId="{CA07EA48-A14B-4B5D-964B-F67911E605E1}" type="presOf" srcId="{B60E985E-0F9B-42AA-806A-51B2108CE0F9}" destId="{034BECC5-A668-4B68-858B-8238F042073C}" srcOrd="0" destOrd="0" presId="urn:microsoft.com/office/officeart/2005/8/layout/vList2"/>
    <dgm:cxn modelId="{EE99B54B-A1A3-4677-A07D-E6CDFDEB9878}" srcId="{9940DE36-68AD-484F-9505-344A2A4BAC39}" destId="{2A85DAFF-EB01-4BAB-8AA4-8329AC5B6C9F}" srcOrd="6" destOrd="0" parTransId="{70F7A20E-57B1-4C7D-AD31-C045862AC01E}" sibTransId="{C4DC6568-C8FA-4E4B-A2DC-A51DD937EC9D}"/>
    <dgm:cxn modelId="{728C3476-826A-4637-B978-40103F2E38F1}" srcId="{9940DE36-68AD-484F-9505-344A2A4BAC39}" destId="{F4D6482D-77BA-42EA-8380-F47C92EEEED9}" srcOrd="1" destOrd="0" parTransId="{006B7DBA-822A-4F36-9067-885DD42F7BB0}" sibTransId="{B694D4E0-2F5B-40E2-AD44-678ECE5753B8}"/>
    <dgm:cxn modelId="{A8F23957-4E77-40BB-B226-74160D45368F}" type="presOf" srcId="{3D3694DC-C40A-464B-8318-4C3017B3DBBB}" destId="{84D7B3E4-0ADB-4646-BF46-C2904C1D6BA9}" srcOrd="0" destOrd="0" presId="urn:microsoft.com/office/officeart/2005/8/layout/vList2"/>
    <dgm:cxn modelId="{9A4F5881-A6AD-4A34-903D-4EE275FD5120}" type="presOf" srcId="{3685D187-9E4C-4A6B-9687-C6D0E33F1F54}" destId="{40ADF75C-C822-47A0-AD05-E419EE37DD85}" srcOrd="0" destOrd="0" presId="urn:microsoft.com/office/officeart/2005/8/layout/vList2"/>
    <dgm:cxn modelId="{8B1F3283-606F-4FCA-9023-18B3EF94C319}" type="presOf" srcId="{033EB2B3-0B9A-4321-AA49-C24B0BD9BC94}" destId="{760D45C9-CE51-4E9E-AE52-40341F2C28B5}" srcOrd="0" destOrd="0" presId="urn:microsoft.com/office/officeart/2005/8/layout/vList2"/>
    <dgm:cxn modelId="{4D0DDD84-EE35-4377-9613-A2544CF39605}" srcId="{F4D6482D-77BA-42EA-8380-F47C92EEEED9}" destId="{0FF4B71A-6707-449C-B6BB-F6D62D3B1E89}" srcOrd="0" destOrd="0" parTransId="{16D57F22-67BC-4E3D-B65A-B887F12F3110}" sibTransId="{3E25776D-D229-4139-894E-48F7EE165A5C}"/>
    <dgm:cxn modelId="{C4D13395-FD2A-47A1-B809-00EB2767B821}" type="presOf" srcId="{D8667E28-0429-44A3-B425-3DDD1FE30AA5}" destId="{2D395A40-4F9D-4493-AB04-6641262833E6}" srcOrd="0" destOrd="0" presId="urn:microsoft.com/office/officeart/2005/8/layout/vList2"/>
    <dgm:cxn modelId="{4E5394B9-D808-4043-B37D-B25BC0F2BEDD}" type="presOf" srcId="{F4D6482D-77BA-42EA-8380-F47C92EEEED9}" destId="{666FF413-7E89-45AC-93D8-B98D9B69C495}" srcOrd="0" destOrd="0" presId="urn:microsoft.com/office/officeart/2005/8/layout/vList2"/>
    <dgm:cxn modelId="{177A5CC4-B59F-4554-B54E-11E24D9566E0}" srcId="{9940DE36-68AD-484F-9505-344A2A4BAC39}" destId="{443BFE64-4F34-422E-A7E1-F506781C18D5}" srcOrd="3" destOrd="0" parTransId="{59F69F01-F3AE-479A-9F54-D61301BBC2B7}" sibTransId="{C5285338-2E55-473F-B896-585378498D5D}"/>
    <dgm:cxn modelId="{FB2442C5-7998-4FDE-BC40-C6F0E4B969C7}" srcId="{033EB2B3-0B9A-4321-AA49-C24B0BD9BC94}" destId="{758F7613-D452-4D56-B9BD-A5C22D54AA28}" srcOrd="0" destOrd="0" parTransId="{9B83D420-5DC7-46F3-9078-C1126BB11C0A}" sibTransId="{544A2446-2AA4-47EC-90CC-93F3665E5331}"/>
    <dgm:cxn modelId="{7FF382C7-19CB-4725-981E-FBDAAAFE1BF9}" srcId="{9940DE36-68AD-484F-9505-344A2A4BAC39}" destId="{033EB2B3-0B9A-4321-AA49-C24B0BD9BC94}" srcOrd="4" destOrd="0" parTransId="{D1CC79D6-BCCF-4D24-B34F-1402CBAD87DF}" sibTransId="{2D93AA68-4AE0-475E-BA41-B80BE13234F4}"/>
    <dgm:cxn modelId="{F02652C9-1CC9-4BD1-AC8B-A5B782BE5EC0}" type="presOf" srcId="{9940DE36-68AD-484F-9505-344A2A4BAC39}" destId="{593C04F4-3A44-413B-92B6-2CF713938A2E}" srcOrd="0" destOrd="0" presId="urn:microsoft.com/office/officeart/2005/8/layout/vList2"/>
    <dgm:cxn modelId="{AE33C0CF-4260-4AD0-A53B-7A5DF5FF59CF}" type="presOf" srcId="{7746F6E4-13CC-4BC0-AB56-B8A88DD89B60}" destId="{75B1554E-2999-4BA2-B618-D9E9A321CA8D}" srcOrd="0" destOrd="0" presId="urn:microsoft.com/office/officeart/2005/8/layout/vList2"/>
    <dgm:cxn modelId="{44F25BD3-7F89-4753-9BE5-EC95191AB3DF}" srcId="{17C7A750-3DA4-4C69-8381-5FEA07CA4550}" destId="{7746F6E4-13CC-4BC0-AB56-B8A88DD89B60}" srcOrd="0" destOrd="0" parTransId="{3931DA0D-CD06-4DD8-83D7-24F3FC22820C}" sibTransId="{35EF65EA-7428-40A9-95AA-AA1FE9342D72}"/>
    <dgm:cxn modelId="{C7BD3EDE-E6A0-4B60-9981-55D482286CEB}" type="presOf" srcId="{17C7A750-3DA4-4C69-8381-5FEA07CA4550}" destId="{664F4839-DB43-4976-9036-70705C0A9B36}" srcOrd="0" destOrd="0" presId="urn:microsoft.com/office/officeart/2005/8/layout/vList2"/>
    <dgm:cxn modelId="{852FF7E3-E2C6-4F22-8260-D29AB4F5E2DA}" srcId="{2A85DAFF-EB01-4BAB-8AA4-8329AC5B6C9F}" destId="{D8667E28-0429-44A3-B425-3DDD1FE30AA5}" srcOrd="0" destOrd="0" parTransId="{C1E6026A-398D-47B7-AAEB-7ADB44CFBBAE}" sibTransId="{FBC4FC2C-8219-4420-B042-0367E3D1FC36}"/>
    <dgm:cxn modelId="{85100FE4-0F7A-4D56-84CC-13D33E144E02}" srcId="{443BFE64-4F34-422E-A7E1-F506781C18D5}" destId="{01C102EF-0926-4E74-B21D-D2A106E8A3D4}" srcOrd="0" destOrd="0" parTransId="{99E2EAAD-70C8-446E-B426-A4E0ADB1796C}" sibTransId="{7CBEEC4E-BACA-4910-91A0-4B2D0F0584D1}"/>
    <dgm:cxn modelId="{D5D9A7E8-9F46-4D7D-9CA9-F9CAF7738AF1}" type="presOf" srcId="{758F7613-D452-4D56-B9BD-A5C22D54AA28}" destId="{FBCF3A83-5A34-43DF-B807-CB77783826D8}" srcOrd="0" destOrd="0" presId="urn:microsoft.com/office/officeart/2005/8/layout/vList2"/>
    <dgm:cxn modelId="{EE41EDE9-A47A-494D-BD8A-D2E67F99150C}" srcId="{3D3694DC-C40A-464B-8318-4C3017B3DBBB}" destId="{B60E985E-0F9B-42AA-806A-51B2108CE0F9}" srcOrd="0" destOrd="0" parTransId="{02D78183-6D2B-4ECE-AD8F-461862CD63EC}" sibTransId="{B5928D72-838A-43A8-80E0-251AD2D4C2E3}"/>
    <dgm:cxn modelId="{8A5631ED-B84E-4B17-A3C5-14C3AE760429}" type="presOf" srcId="{01C102EF-0926-4E74-B21D-D2A106E8A3D4}" destId="{C9ABE05B-0B91-4D5F-B480-DE3F789F204F}" srcOrd="0" destOrd="0" presId="urn:microsoft.com/office/officeart/2005/8/layout/vList2"/>
    <dgm:cxn modelId="{487DB30F-DB73-4160-9560-CC633FE3E0D0}" type="presParOf" srcId="{593C04F4-3A44-413B-92B6-2CF713938A2E}" destId="{84D7B3E4-0ADB-4646-BF46-C2904C1D6BA9}" srcOrd="0" destOrd="0" presId="urn:microsoft.com/office/officeart/2005/8/layout/vList2"/>
    <dgm:cxn modelId="{BFF30F7F-C296-4FA7-9829-195FA8B0307A}" type="presParOf" srcId="{593C04F4-3A44-413B-92B6-2CF713938A2E}" destId="{034BECC5-A668-4B68-858B-8238F042073C}" srcOrd="1" destOrd="0" presId="urn:microsoft.com/office/officeart/2005/8/layout/vList2"/>
    <dgm:cxn modelId="{3DF0FD4B-43B2-4D22-A174-56A5C93D7B86}" type="presParOf" srcId="{593C04F4-3A44-413B-92B6-2CF713938A2E}" destId="{666FF413-7E89-45AC-93D8-B98D9B69C495}" srcOrd="2" destOrd="0" presId="urn:microsoft.com/office/officeart/2005/8/layout/vList2"/>
    <dgm:cxn modelId="{A5733919-BA20-48BE-8220-7B7FC1B25BC5}" type="presParOf" srcId="{593C04F4-3A44-413B-92B6-2CF713938A2E}" destId="{41391410-48DA-492A-8381-F2A4F7ED5A80}" srcOrd="3" destOrd="0" presId="urn:microsoft.com/office/officeart/2005/8/layout/vList2"/>
    <dgm:cxn modelId="{F06B6569-A2C8-415B-8495-763B6F3E956A}" type="presParOf" srcId="{593C04F4-3A44-413B-92B6-2CF713938A2E}" destId="{664F4839-DB43-4976-9036-70705C0A9B36}" srcOrd="4" destOrd="0" presId="urn:microsoft.com/office/officeart/2005/8/layout/vList2"/>
    <dgm:cxn modelId="{2C94B6A5-B082-417D-9C36-C3685194678F}" type="presParOf" srcId="{593C04F4-3A44-413B-92B6-2CF713938A2E}" destId="{75B1554E-2999-4BA2-B618-D9E9A321CA8D}" srcOrd="5" destOrd="0" presId="urn:microsoft.com/office/officeart/2005/8/layout/vList2"/>
    <dgm:cxn modelId="{077318B9-1D0C-4FDA-9A2C-A7871C10E5F9}" type="presParOf" srcId="{593C04F4-3A44-413B-92B6-2CF713938A2E}" destId="{90E70B89-3A24-45B6-B878-3A2ADD1A39AB}" srcOrd="6" destOrd="0" presId="urn:microsoft.com/office/officeart/2005/8/layout/vList2"/>
    <dgm:cxn modelId="{A4EFED3F-BAAC-4F39-A6A6-A7589562FC2C}" type="presParOf" srcId="{593C04F4-3A44-413B-92B6-2CF713938A2E}" destId="{C9ABE05B-0B91-4D5F-B480-DE3F789F204F}" srcOrd="7" destOrd="0" presId="urn:microsoft.com/office/officeart/2005/8/layout/vList2"/>
    <dgm:cxn modelId="{FA63825B-4C37-4721-ACB9-BA69D92EB135}" type="presParOf" srcId="{593C04F4-3A44-413B-92B6-2CF713938A2E}" destId="{760D45C9-CE51-4E9E-AE52-40341F2C28B5}" srcOrd="8" destOrd="0" presId="urn:microsoft.com/office/officeart/2005/8/layout/vList2"/>
    <dgm:cxn modelId="{FE20C872-51AE-4BC2-946E-0CEAA9CCC002}" type="presParOf" srcId="{593C04F4-3A44-413B-92B6-2CF713938A2E}" destId="{FBCF3A83-5A34-43DF-B807-CB77783826D8}" srcOrd="9" destOrd="0" presId="urn:microsoft.com/office/officeart/2005/8/layout/vList2"/>
    <dgm:cxn modelId="{B62EBC44-B44E-421C-9D4C-923039A95229}" type="presParOf" srcId="{593C04F4-3A44-413B-92B6-2CF713938A2E}" destId="{40ADF75C-C822-47A0-AD05-E419EE37DD85}" srcOrd="10" destOrd="0" presId="urn:microsoft.com/office/officeart/2005/8/layout/vList2"/>
    <dgm:cxn modelId="{725508B0-3916-42DA-9FFC-5A5DE01BD4AD}" type="presParOf" srcId="{593C04F4-3A44-413B-92B6-2CF713938A2E}" destId="{BEABDA2A-4ECC-4713-B126-63E902C0CD76}" srcOrd="11" destOrd="0" presId="urn:microsoft.com/office/officeart/2005/8/layout/vList2"/>
    <dgm:cxn modelId="{D407BD79-E516-41F4-89BC-62A99A9E4D1D}" type="presParOf" srcId="{593C04F4-3A44-413B-92B6-2CF713938A2E}" destId="{790372E9-2D8C-477C-858B-734BFD5433B8}" srcOrd="12" destOrd="0" presId="urn:microsoft.com/office/officeart/2005/8/layout/vList2"/>
    <dgm:cxn modelId="{4CFCE2A9-0FD8-42DF-BD7D-27A79B7B7C76}" type="presParOf" srcId="{593C04F4-3A44-413B-92B6-2CF713938A2E}" destId="{2D395A40-4F9D-4493-AB04-6641262833E6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D5BE50-65C0-456A-B960-21E07215341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3A421B-1D86-4B61-85DF-4A9BE141CCBF}">
      <dgm:prSet phldrT="[Text]" phldr="0"/>
      <dgm:spPr/>
      <dgm:t>
        <a:bodyPr/>
        <a:lstStyle/>
        <a:p>
          <a:pPr algn="l"/>
          <a:r>
            <a:rPr lang="en-US" sz="1400">
              <a:latin typeface="Aptos"/>
            </a:rPr>
            <a:t>Helps support customer retention with reminders and follow-ups </a:t>
          </a:r>
          <a:endParaRPr lang="en-US" sz="1400"/>
        </a:p>
      </dgm:t>
    </dgm:pt>
    <dgm:pt modelId="{4C6F7C02-9D4F-42B1-8B86-698E47D3593B}" type="parTrans" cxnId="{0C91A06E-D1B6-4605-8557-4FC467A45ECC}">
      <dgm:prSet/>
      <dgm:spPr/>
      <dgm:t>
        <a:bodyPr/>
        <a:lstStyle/>
        <a:p>
          <a:endParaRPr lang="en-US"/>
        </a:p>
      </dgm:t>
    </dgm:pt>
    <dgm:pt modelId="{4E35B9B8-FF98-4E4C-8208-6314259E3891}" type="sibTrans" cxnId="{0C91A06E-D1B6-4605-8557-4FC467A45ECC}">
      <dgm:prSet/>
      <dgm:spPr/>
      <dgm:t>
        <a:bodyPr/>
        <a:lstStyle/>
        <a:p>
          <a:endParaRPr lang="en-US"/>
        </a:p>
      </dgm:t>
    </dgm:pt>
    <dgm:pt modelId="{0D6AD194-87B3-4449-84A5-A67D29B67D4F}">
      <dgm:prSet phldr="0"/>
      <dgm:spPr/>
      <dgm:t>
        <a:bodyPr/>
        <a:lstStyle/>
        <a:p>
          <a:pPr algn="l" rtl="0"/>
          <a:r>
            <a:rPr lang="en-US" b="1">
              <a:latin typeface="Aptos"/>
            </a:rPr>
            <a:t>Online Booking System (OBS):</a:t>
          </a:r>
          <a:r>
            <a:rPr lang="en-US">
              <a:latin typeface="Aptos"/>
            </a:rPr>
            <a:t> </a:t>
          </a:r>
        </a:p>
      </dgm:t>
    </dgm:pt>
    <dgm:pt modelId="{472CCD38-9262-4A83-B0C7-C20D83918DBC}" type="parTrans" cxnId="{D1DE474A-D73B-4BFE-B338-773F0DAE23E7}">
      <dgm:prSet/>
      <dgm:spPr/>
    </dgm:pt>
    <dgm:pt modelId="{94F1BFDA-5020-4DAB-9828-63BFFC832895}" type="sibTrans" cxnId="{D1DE474A-D73B-4BFE-B338-773F0DAE23E7}">
      <dgm:prSet/>
      <dgm:spPr/>
    </dgm:pt>
    <dgm:pt modelId="{B9508654-3731-4A87-8F44-E18610CBEBB5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Customers can choose a tour and submit a booking online </a:t>
          </a:r>
        </a:p>
      </dgm:t>
    </dgm:pt>
    <dgm:pt modelId="{648A7988-431D-4B52-AC0F-D34DAFDC58D4}" type="parTrans" cxnId="{6826E030-E583-4B2F-A433-12A5DB6FC4EE}">
      <dgm:prSet/>
      <dgm:spPr/>
    </dgm:pt>
    <dgm:pt modelId="{D574AAD1-5E24-4180-AC6B-2F3BCDE3176B}" type="sibTrans" cxnId="{6826E030-E583-4B2F-A433-12A5DB6FC4EE}">
      <dgm:prSet/>
      <dgm:spPr/>
    </dgm:pt>
    <dgm:pt modelId="{3D4870D2-7D8D-4EC1-A99B-01D6F5637B0C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Availability is checked to reduce double bookings </a:t>
          </a:r>
        </a:p>
      </dgm:t>
    </dgm:pt>
    <dgm:pt modelId="{CABC3313-1A48-467E-BA31-39253B4A8BF1}" type="parTrans" cxnId="{F1A7DA8E-5642-4CF1-9BB5-990D27272D38}">
      <dgm:prSet/>
      <dgm:spPr/>
    </dgm:pt>
    <dgm:pt modelId="{9801A3C1-4E32-4275-93D7-C93F3B5C1927}" type="sibTrans" cxnId="{F1A7DA8E-5642-4CF1-9BB5-990D27272D38}">
      <dgm:prSet/>
      <dgm:spPr/>
    </dgm:pt>
    <dgm:pt modelId="{85296FB5-A2E3-49DA-86EA-616E020D1007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Automatic booking confirmation is sent after submission/payment </a:t>
          </a:r>
        </a:p>
      </dgm:t>
    </dgm:pt>
    <dgm:pt modelId="{DFDFD45F-834C-4CA9-B0D1-2E54FB964562}" type="parTrans" cxnId="{D5BA7ADD-FB04-4B6D-B990-C52BE1B1501D}">
      <dgm:prSet/>
      <dgm:spPr/>
    </dgm:pt>
    <dgm:pt modelId="{E20197C2-BE27-4B4E-B6C0-9505B0D6CACE}" type="sibTrans" cxnId="{D5BA7ADD-FB04-4B6D-B990-C52BE1B1501D}">
      <dgm:prSet/>
      <dgm:spPr/>
    </dgm:pt>
    <dgm:pt modelId="{821FF0F3-F2F8-42E6-A341-F1427DD2E164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AI Support &amp; Feedback System (Dialpad AI):</a:t>
          </a:r>
          <a:r>
            <a:rPr lang="en-US">
              <a:latin typeface="Aptos"/>
            </a:rPr>
            <a:t> </a:t>
          </a:r>
        </a:p>
      </dgm:t>
    </dgm:pt>
    <dgm:pt modelId="{3A8260EB-0264-4723-AE5A-09002B06D1BF}" type="parTrans" cxnId="{A976AF08-DBE0-45C9-9F68-1AEA35DFBAE0}">
      <dgm:prSet/>
      <dgm:spPr/>
    </dgm:pt>
    <dgm:pt modelId="{FE945614-B17E-4246-811A-D49C20E364A2}" type="sibTrans" cxnId="{A976AF08-DBE0-45C9-9F68-1AEA35DFBAE0}">
      <dgm:prSet/>
      <dgm:spPr/>
    </dgm:pt>
    <dgm:pt modelId="{119BE7B5-40F3-4A4E-ADB5-FB4BD4F19DF4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24/7 answers for common questions (tours, pricing, policies) </a:t>
          </a:r>
        </a:p>
      </dgm:t>
    </dgm:pt>
    <dgm:pt modelId="{5B1C6EE7-5D18-4243-93CA-DD235962D02D}" type="parTrans" cxnId="{5CAC575B-D966-43CE-9AA6-E2CB9AF875ED}">
      <dgm:prSet/>
      <dgm:spPr/>
    </dgm:pt>
    <dgm:pt modelId="{3C07B4E9-6F50-4265-8141-0C54D3F55936}" type="sibTrans" cxnId="{5CAC575B-D966-43CE-9AA6-E2CB9AF875ED}">
      <dgm:prSet/>
      <dgm:spPr/>
    </dgm:pt>
    <dgm:pt modelId="{049DAEC3-F609-471C-B13C-5477E192A246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Routes customers to staff when needed </a:t>
          </a:r>
        </a:p>
      </dgm:t>
    </dgm:pt>
    <dgm:pt modelId="{DA0AAF08-D6AF-47EC-A950-99577DAE5F2E}" type="parTrans" cxnId="{F0E3BB4E-0D79-4BE4-A57D-47896A959761}">
      <dgm:prSet/>
      <dgm:spPr/>
    </dgm:pt>
    <dgm:pt modelId="{5F185FC2-6AA1-4B68-B62E-7EE96330C31A}" type="sibTrans" cxnId="{F0E3BB4E-0D79-4BE4-A57D-47896A959761}">
      <dgm:prSet/>
      <dgm:spPr/>
    </dgm:pt>
    <dgm:pt modelId="{C5A595F3-598F-41FA-8E14-B05E94B7B7A8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Sends post-trip feedback questions and stores responses </a:t>
          </a:r>
        </a:p>
      </dgm:t>
    </dgm:pt>
    <dgm:pt modelId="{EB2E74C3-26CC-4C7B-B7E1-891549F78D00}" type="parTrans" cxnId="{659A4963-4909-49B4-B325-DEE1DB81EFA6}">
      <dgm:prSet/>
      <dgm:spPr/>
    </dgm:pt>
    <dgm:pt modelId="{DA91C6F6-0949-4137-AA37-86381545362B}" type="sibTrans" cxnId="{659A4963-4909-49B4-B325-DEE1DB81EFA6}">
      <dgm:prSet/>
      <dgm:spPr/>
    </dgm:pt>
    <dgm:pt modelId="{0C5910A5-66A4-4E61-8677-840D39C936A3}">
      <dgm:prSet phldr="0"/>
      <dgm:spPr/>
      <dgm:t>
        <a:bodyPr/>
        <a:lstStyle/>
        <a:p>
          <a:pPr algn="l"/>
          <a:r>
            <a:rPr lang="en-US" sz="1800" b="1">
              <a:latin typeface="Aptos"/>
            </a:rPr>
            <a:t>Customer Relationship Management (</a:t>
          </a:r>
          <a:r>
            <a:rPr lang="en-US" sz="1800" b="1" err="1">
              <a:latin typeface="Aptos"/>
            </a:rPr>
            <a:t>Bitrix</a:t>
          </a:r>
          <a:r>
            <a:rPr lang="en-US" sz="1800" b="1">
              <a:latin typeface="Aptos"/>
            </a:rPr>
            <a:t> CRM):</a:t>
          </a:r>
          <a:r>
            <a:rPr lang="en-US" sz="1800">
              <a:latin typeface="Aptos"/>
            </a:rPr>
            <a:t> </a:t>
          </a:r>
        </a:p>
      </dgm:t>
    </dgm:pt>
    <dgm:pt modelId="{45569D58-5A1C-401D-BF30-18C4A9348BCE}" type="parTrans" cxnId="{9B25BC50-2E2B-48FB-B16E-1030B6358B32}">
      <dgm:prSet/>
      <dgm:spPr/>
    </dgm:pt>
    <dgm:pt modelId="{7E039852-39EC-46BD-8960-FBA36D504748}" type="sibTrans" cxnId="{9B25BC50-2E2B-48FB-B16E-1030B6358B32}">
      <dgm:prSet/>
      <dgm:spPr/>
    </dgm:pt>
    <dgm:pt modelId="{E5E8E3C4-8797-4CC9-A936-C1288E1A72F0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Central place to store customer + booking information </a:t>
          </a:r>
        </a:p>
      </dgm:t>
    </dgm:pt>
    <dgm:pt modelId="{D88AAA9A-3472-418C-9EDC-BCEFB9797DC1}" type="parTrans" cxnId="{21995BC9-FD10-4F25-83DE-915C01D21BB4}">
      <dgm:prSet/>
      <dgm:spPr/>
    </dgm:pt>
    <dgm:pt modelId="{E65FD1D4-D10F-47D9-8657-3F65357DB6B3}" type="sibTrans" cxnId="{21995BC9-FD10-4F25-83DE-915C01D21BB4}">
      <dgm:prSet/>
      <dgm:spPr/>
    </dgm:pt>
    <dgm:pt modelId="{15EA1C4A-0107-4AF3-9EB6-049F59D77C0C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Tracks booking status and follow-up history </a:t>
          </a:r>
        </a:p>
      </dgm:t>
    </dgm:pt>
    <dgm:pt modelId="{8B7D9FA3-F139-4CC4-8551-0624DF9289E0}" type="parTrans" cxnId="{8731E530-9E8B-4487-8FC1-4628097710AE}">
      <dgm:prSet/>
      <dgm:spPr/>
    </dgm:pt>
    <dgm:pt modelId="{488618AC-907F-45D7-B233-E8348A8551E3}" type="sibTrans" cxnId="{8731E530-9E8B-4487-8FC1-4628097710AE}">
      <dgm:prSet/>
      <dgm:spPr/>
    </dgm:pt>
    <dgm:pt modelId="{710756D7-D59B-4F86-B9FE-93833244B887}" type="pres">
      <dgm:prSet presAssocID="{EBD5BE50-65C0-456A-B960-21E07215341B}" presName="Name0" presStyleCnt="0">
        <dgm:presLayoutVars>
          <dgm:dir/>
          <dgm:animLvl val="lvl"/>
          <dgm:resizeHandles val="exact"/>
        </dgm:presLayoutVars>
      </dgm:prSet>
      <dgm:spPr/>
    </dgm:pt>
    <dgm:pt modelId="{C5CABE1D-B2DC-4710-98DA-C0AC8FA402A8}" type="pres">
      <dgm:prSet presAssocID="{0D6AD194-87B3-4449-84A5-A67D29B67D4F}" presName="composite" presStyleCnt="0"/>
      <dgm:spPr/>
    </dgm:pt>
    <dgm:pt modelId="{8CEFE722-D7D4-4779-B705-1365EEC9A5F2}" type="pres">
      <dgm:prSet presAssocID="{0D6AD194-87B3-4449-84A5-A67D29B67D4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572B9B12-9D26-4523-AC3E-37C9978D1C08}" type="pres">
      <dgm:prSet presAssocID="{0D6AD194-87B3-4449-84A5-A67D29B67D4F}" presName="desTx" presStyleLbl="alignAccFollowNode1" presStyleIdx="0" presStyleCnt="3">
        <dgm:presLayoutVars>
          <dgm:bulletEnabled val="1"/>
        </dgm:presLayoutVars>
      </dgm:prSet>
      <dgm:spPr/>
    </dgm:pt>
    <dgm:pt modelId="{BD927850-67DC-4728-B224-24360E3A7822}" type="pres">
      <dgm:prSet presAssocID="{94F1BFDA-5020-4DAB-9828-63BFFC832895}" presName="space" presStyleCnt="0"/>
      <dgm:spPr/>
    </dgm:pt>
    <dgm:pt modelId="{D663BAC7-C158-44E9-A2DA-7BA25A7A8F99}" type="pres">
      <dgm:prSet presAssocID="{821FF0F3-F2F8-42E6-A341-F1427DD2E164}" presName="composite" presStyleCnt="0"/>
      <dgm:spPr/>
    </dgm:pt>
    <dgm:pt modelId="{FFD3B1E5-DAC2-45D2-A822-220229A12EB0}" type="pres">
      <dgm:prSet presAssocID="{821FF0F3-F2F8-42E6-A341-F1427DD2E16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B8A0F31-C297-4E7D-B23C-612845DB4DDE}" type="pres">
      <dgm:prSet presAssocID="{821FF0F3-F2F8-42E6-A341-F1427DD2E164}" presName="desTx" presStyleLbl="alignAccFollowNode1" presStyleIdx="1" presStyleCnt="3">
        <dgm:presLayoutVars>
          <dgm:bulletEnabled val="1"/>
        </dgm:presLayoutVars>
      </dgm:prSet>
      <dgm:spPr/>
    </dgm:pt>
    <dgm:pt modelId="{B620194C-F15B-4EAC-BBEE-78C2A7D79B38}" type="pres">
      <dgm:prSet presAssocID="{FE945614-B17E-4246-811A-D49C20E364A2}" presName="space" presStyleCnt="0"/>
      <dgm:spPr/>
    </dgm:pt>
    <dgm:pt modelId="{41A85D83-6501-474D-8C60-ECEE6622B0F9}" type="pres">
      <dgm:prSet presAssocID="{0C5910A5-66A4-4E61-8677-840D39C936A3}" presName="composite" presStyleCnt="0"/>
      <dgm:spPr/>
    </dgm:pt>
    <dgm:pt modelId="{61FD81F7-6306-4B35-B508-FE412B7D0B24}" type="pres">
      <dgm:prSet presAssocID="{0C5910A5-66A4-4E61-8677-840D39C936A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1036562-39BC-4599-8C3B-D0FBACBC9536}" type="pres">
      <dgm:prSet presAssocID="{0C5910A5-66A4-4E61-8677-840D39C936A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976AF08-DBE0-45C9-9F68-1AEA35DFBAE0}" srcId="{EBD5BE50-65C0-456A-B960-21E07215341B}" destId="{821FF0F3-F2F8-42E6-A341-F1427DD2E164}" srcOrd="1" destOrd="0" parTransId="{3A8260EB-0264-4723-AE5A-09002B06D1BF}" sibTransId="{FE945614-B17E-4246-811A-D49C20E364A2}"/>
    <dgm:cxn modelId="{FEFC8E1B-28A6-4F89-A5DD-0B73EBE2986C}" type="presOf" srcId="{15EA1C4A-0107-4AF3-9EB6-049F59D77C0C}" destId="{31036562-39BC-4599-8C3B-D0FBACBC9536}" srcOrd="0" destOrd="1" presId="urn:microsoft.com/office/officeart/2005/8/layout/hList1"/>
    <dgm:cxn modelId="{06E5821D-EB60-45A2-919B-E48922247756}" type="presOf" srcId="{E5E8E3C4-8797-4CC9-A936-C1288E1A72F0}" destId="{31036562-39BC-4599-8C3B-D0FBACBC9536}" srcOrd="0" destOrd="0" presId="urn:microsoft.com/office/officeart/2005/8/layout/hList1"/>
    <dgm:cxn modelId="{6F7D1F23-32BE-46F9-8E96-A5D36471C11C}" type="presOf" srcId="{B9508654-3731-4A87-8F44-E18610CBEBB5}" destId="{572B9B12-9D26-4523-AC3E-37C9978D1C08}" srcOrd="0" destOrd="0" presId="urn:microsoft.com/office/officeart/2005/8/layout/hList1"/>
    <dgm:cxn modelId="{59F2262E-3B16-4FDF-9C83-7FC89694A0F8}" type="presOf" srcId="{119BE7B5-40F3-4A4E-ADB5-FB4BD4F19DF4}" destId="{6B8A0F31-C297-4E7D-B23C-612845DB4DDE}" srcOrd="0" destOrd="0" presId="urn:microsoft.com/office/officeart/2005/8/layout/hList1"/>
    <dgm:cxn modelId="{6826E030-E583-4B2F-A433-12A5DB6FC4EE}" srcId="{0D6AD194-87B3-4449-84A5-A67D29B67D4F}" destId="{B9508654-3731-4A87-8F44-E18610CBEBB5}" srcOrd="0" destOrd="0" parTransId="{648A7988-431D-4B52-AC0F-D34DAFDC58D4}" sibTransId="{D574AAD1-5E24-4180-AC6B-2F3BCDE3176B}"/>
    <dgm:cxn modelId="{8731E530-9E8B-4487-8FC1-4628097710AE}" srcId="{0C5910A5-66A4-4E61-8677-840D39C936A3}" destId="{15EA1C4A-0107-4AF3-9EB6-049F59D77C0C}" srcOrd="1" destOrd="0" parTransId="{8B7D9FA3-F139-4CC4-8551-0624DF9289E0}" sibTransId="{488618AC-907F-45D7-B233-E8348A8551E3}"/>
    <dgm:cxn modelId="{5CAC575B-D966-43CE-9AA6-E2CB9AF875ED}" srcId="{821FF0F3-F2F8-42E6-A341-F1427DD2E164}" destId="{119BE7B5-40F3-4A4E-ADB5-FB4BD4F19DF4}" srcOrd="0" destOrd="0" parTransId="{5B1C6EE7-5D18-4243-93CA-DD235962D02D}" sibTransId="{3C07B4E9-6F50-4265-8141-0C54D3F55936}"/>
    <dgm:cxn modelId="{87E36C5D-63D4-48A4-AD44-EA09DEEB1F3D}" type="presOf" srcId="{85296FB5-A2E3-49DA-86EA-616E020D1007}" destId="{572B9B12-9D26-4523-AC3E-37C9978D1C08}" srcOrd="0" destOrd="2" presId="urn:microsoft.com/office/officeart/2005/8/layout/hList1"/>
    <dgm:cxn modelId="{885D7F5F-A878-4CDB-96FC-7F46775019D1}" type="presOf" srcId="{C5A595F3-598F-41FA-8E14-B05E94B7B7A8}" destId="{6B8A0F31-C297-4E7D-B23C-612845DB4DDE}" srcOrd="0" destOrd="2" presId="urn:microsoft.com/office/officeart/2005/8/layout/hList1"/>
    <dgm:cxn modelId="{659A4963-4909-49B4-B325-DEE1DB81EFA6}" srcId="{821FF0F3-F2F8-42E6-A341-F1427DD2E164}" destId="{C5A595F3-598F-41FA-8E14-B05E94B7B7A8}" srcOrd="2" destOrd="0" parTransId="{EB2E74C3-26CC-4C7B-B7E1-891549F78D00}" sibTransId="{DA91C6F6-0949-4137-AA37-86381545362B}"/>
    <dgm:cxn modelId="{DF2DD969-BA39-4083-9DEC-257AB3E8B4D5}" type="presOf" srcId="{053A421B-1D86-4B61-85DF-4A9BE141CCBF}" destId="{31036562-39BC-4599-8C3B-D0FBACBC9536}" srcOrd="0" destOrd="2" presId="urn:microsoft.com/office/officeart/2005/8/layout/hList1"/>
    <dgm:cxn modelId="{D1DE474A-D73B-4BFE-B338-773F0DAE23E7}" srcId="{EBD5BE50-65C0-456A-B960-21E07215341B}" destId="{0D6AD194-87B3-4449-84A5-A67D29B67D4F}" srcOrd="0" destOrd="0" parTransId="{472CCD38-9262-4A83-B0C7-C20D83918DBC}" sibTransId="{94F1BFDA-5020-4DAB-9828-63BFFC832895}"/>
    <dgm:cxn modelId="{0C91A06E-D1B6-4605-8557-4FC467A45ECC}" srcId="{0C5910A5-66A4-4E61-8677-840D39C936A3}" destId="{053A421B-1D86-4B61-85DF-4A9BE141CCBF}" srcOrd="2" destOrd="0" parTransId="{4C6F7C02-9D4F-42B1-8B86-698E47D3593B}" sibTransId="{4E35B9B8-FF98-4E4C-8208-6314259E3891}"/>
    <dgm:cxn modelId="{F0E3BB4E-0D79-4BE4-A57D-47896A959761}" srcId="{821FF0F3-F2F8-42E6-A341-F1427DD2E164}" destId="{049DAEC3-F609-471C-B13C-5477E192A246}" srcOrd="1" destOrd="0" parTransId="{DA0AAF08-D6AF-47EC-A950-99577DAE5F2E}" sibTransId="{5F185FC2-6AA1-4B68-B62E-7EE96330C31A}"/>
    <dgm:cxn modelId="{9B25BC50-2E2B-48FB-B16E-1030B6358B32}" srcId="{EBD5BE50-65C0-456A-B960-21E07215341B}" destId="{0C5910A5-66A4-4E61-8677-840D39C936A3}" srcOrd="2" destOrd="0" parTransId="{45569D58-5A1C-401D-BF30-18C4A9348BCE}" sibTransId="{7E039852-39EC-46BD-8960-FBA36D504748}"/>
    <dgm:cxn modelId="{FF697E81-F3C9-4459-8A58-3DF316862A61}" type="presOf" srcId="{821FF0F3-F2F8-42E6-A341-F1427DD2E164}" destId="{FFD3B1E5-DAC2-45D2-A822-220229A12EB0}" srcOrd="0" destOrd="0" presId="urn:microsoft.com/office/officeart/2005/8/layout/hList1"/>
    <dgm:cxn modelId="{5E064385-4B50-4CBD-A340-298BCCD6EAFB}" type="presOf" srcId="{EBD5BE50-65C0-456A-B960-21E07215341B}" destId="{710756D7-D59B-4F86-B9FE-93833244B887}" srcOrd="0" destOrd="0" presId="urn:microsoft.com/office/officeart/2005/8/layout/hList1"/>
    <dgm:cxn modelId="{F1A7DA8E-5642-4CF1-9BB5-990D27272D38}" srcId="{0D6AD194-87B3-4449-84A5-A67D29B67D4F}" destId="{3D4870D2-7D8D-4EC1-A99B-01D6F5637B0C}" srcOrd="1" destOrd="0" parTransId="{CABC3313-1A48-467E-BA31-39253B4A8BF1}" sibTransId="{9801A3C1-4E32-4275-93D7-C93F3B5C1927}"/>
    <dgm:cxn modelId="{C15BFD9E-FEE0-43C5-AB36-B0D0319C908C}" type="presOf" srcId="{0C5910A5-66A4-4E61-8677-840D39C936A3}" destId="{61FD81F7-6306-4B35-B508-FE412B7D0B24}" srcOrd="0" destOrd="0" presId="urn:microsoft.com/office/officeart/2005/8/layout/hList1"/>
    <dgm:cxn modelId="{28321CB9-7373-46F7-ACCC-6A5B5E96AE51}" type="presOf" srcId="{0D6AD194-87B3-4449-84A5-A67D29B67D4F}" destId="{8CEFE722-D7D4-4779-B705-1365EEC9A5F2}" srcOrd="0" destOrd="0" presId="urn:microsoft.com/office/officeart/2005/8/layout/hList1"/>
    <dgm:cxn modelId="{36BE7ABC-E266-4115-98B0-4275875CA3FE}" type="presOf" srcId="{049DAEC3-F609-471C-B13C-5477E192A246}" destId="{6B8A0F31-C297-4E7D-B23C-612845DB4DDE}" srcOrd="0" destOrd="1" presId="urn:microsoft.com/office/officeart/2005/8/layout/hList1"/>
    <dgm:cxn modelId="{21995BC9-FD10-4F25-83DE-915C01D21BB4}" srcId="{0C5910A5-66A4-4E61-8677-840D39C936A3}" destId="{E5E8E3C4-8797-4CC9-A936-C1288E1A72F0}" srcOrd="0" destOrd="0" parTransId="{D88AAA9A-3472-418C-9EDC-BCEFB9797DC1}" sibTransId="{E65FD1D4-D10F-47D9-8657-3F65357DB6B3}"/>
    <dgm:cxn modelId="{D5BA7ADD-FB04-4B6D-B990-C52BE1B1501D}" srcId="{0D6AD194-87B3-4449-84A5-A67D29B67D4F}" destId="{85296FB5-A2E3-49DA-86EA-616E020D1007}" srcOrd="2" destOrd="0" parTransId="{DFDFD45F-834C-4CA9-B0D1-2E54FB964562}" sibTransId="{E20197C2-BE27-4B4E-B6C0-9505B0D6CACE}"/>
    <dgm:cxn modelId="{56623CF3-CC67-4B57-8C05-E9F37FF275F4}" type="presOf" srcId="{3D4870D2-7D8D-4EC1-A99B-01D6F5637B0C}" destId="{572B9B12-9D26-4523-AC3E-37C9978D1C08}" srcOrd="0" destOrd="1" presId="urn:microsoft.com/office/officeart/2005/8/layout/hList1"/>
    <dgm:cxn modelId="{334A5F96-59A8-4D0D-8E37-57E040845A3F}" type="presParOf" srcId="{710756D7-D59B-4F86-B9FE-93833244B887}" destId="{C5CABE1D-B2DC-4710-98DA-C0AC8FA402A8}" srcOrd="0" destOrd="0" presId="urn:microsoft.com/office/officeart/2005/8/layout/hList1"/>
    <dgm:cxn modelId="{0E07F199-66FA-4F48-AEAF-5B5211E8FB58}" type="presParOf" srcId="{C5CABE1D-B2DC-4710-98DA-C0AC8FA402A8}" destId="{8CEFE722-D7D4-4779-B705-1365EEC9A5F2}" srcOrd="0" destOrd="0" presId="urn:microsoft.com/office/officeart/2005/8/layout/hList1"/>
    <dgm:cxn modelId="{8FFDE760-C3D7-4A7F-BF3E-84CBB052E695}" type="presParOf" srcId="{C5CABE1D-B2DC-4710-98DA-C0AC8FA402A8}" destId="{572B9B12-9D26-4523-AC3E-37C9978D1C08}" srcOrd="1" destOrd="0" presId="urn:microsoft.com/office/officeart/2005/8/layout/hList1"/>
    <dgm:cxn modelId="{1585A5FE-43BC-47CA-ABD2-424F1879A628}" type="presParOf" srcId="{710756D7-D59B-4F86-B9FE-93833244B887}" destId="{BD927850-67DC-4728-B224-24360E3A7822}" srcOrd="1" destOrd="0" presId="urn:microsoft.com/office/officeart/2005/8/layout/hList1"/>
    <dgm:cxn modelId="{34A2EB2F-4591-44CD-B387-43CBA4DDDDF9}" type="presParOf" srcId="{710756D7-D59B-4F86-B9FE-93833244B887}" destId="{D663BAC7-C158-44E9-A2DA-7BA25A7A8F99}" srcOrd="2" destOrd="0" presId="urn:microsoft.com/office/officeart/2005/8/layout/hList1"/>
    <dgm:cxn modelId="{753ED240-72B6-49EA-8611-AEED6AD4C527}" type="presParOf" srcId="{D663BAC7-C158-44E9-A2DA-7BA25A7A8F99}" destId="{FFD3B1E5-DAC2-45D2-A822-220229A12EB0}" srcOrd="0" destOrd="0" presId="urn:microsoft.com/office/officeart/2005/8/layout/hList1"/>
    <dgm:cxn modelId="{EACF76CB-E6D9-4F80-B00B-9E2E2E931A0F}" type="presParOf" srcId="{D663BAC7-C158-44E9-A2DA-7BA25A7A8F99}" destId="{6B8A0F31-C297-4E7D-B23C-612845DB4DDE}" srcOrd="1" destOrd="0" presId="urn:microsoft.com/office/officeart/2005/8/layout/hList1"/>
    <dgm:cxn modelId="{BA4CE972-CD49-4CF5-909B-E9C2B6A9A911}" type="presParOf" srcId="{710756D7-D59B-4F86-B9FE-93833244B887}" destId="{B620194C-F15B-4EAC-BBEE-78C2A7D79B38}" srcOrd="3" destOrd="0" presId="urn:microsoft.com/office/officeart/2005/8/layout/hList1"/>
    <dgm:cxn modelId="{8BD61E71-361C-436F-9A56-CBEEE62C8489}" type="presParOf" srcId="{710756D7-D59B-4F86-B9FE-93833244B887}" destId="{41A85D83-6501-474D-8C60-ECEE6622B0F9}" srcOrd="4" destOrd="0" presId="urn:microsoft.com/office/officeart/2005/8/layout/hList1"/>
    <dgm:cxn modelId="{F683EF0B-6500-4D16-9519-EF4870A9C1C7}" type="presParOf" srcId="{41A85D83-6501-474D-8C60-ECEE6622B0F9}" destId="{61FD81F7-6306-4B35-B508-FE412B7D0B24}" srcOrd="0" destOrd="0" presId="urn:microsoft.com/office/officeart/2005/8/layout/hList1"/>
    <dgm:cxn modelId="{A5EC1476-BEEA-4548-B6B0-FE3B7EB16077}" type="presParOf" srcId="{41A85D83-6501-474D-8C60-ECEE6622B0F9}" destId="{31036562-39BC-4599-8C3B-D0FBACBC95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912F4C1-D851-43A0-8B58-45B845F725E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8076EC-2726-4D03-B5C8-C0CDDB1259B2}">
      <dgm:prSet phldr="0"/>
      <dgm:spPr/>
      <dgm:t>
        <a:bodyPr/>
        <a:lstStyle/>
        <a:p>
          <a:pPr algn="l" rtl="0"/>
          <a:r>
            <a:rPr lang="en-US" b="1">
              <a:latin typeface="Aptos"/>
            </a:rPr>
            <a:t>Clear Communication and Regular Updates</a:t>
          </a:r>
          <a:endParaRPr lang="en-US">
            <a:latin typeface="Aptos"/>
          </a:endParaRPr>
        </a:p>
      </dgm:t>
    </dgm:pt>
    <dgm:pt modelId="{7BCAF352-0552-442A-8735-5F077EC81E6A}" type="parTrans" cxnId="{64E15876-9B26-4550-96DB-0C4513DDCF47}">
      <dgm:prSet/>
      <dgm:spPr/>
    </dgm:pt>
    <dgm:pt modelId="{02884F09-8ED3-4066-A82F-25B1978DACA3}" type="sibTrans" cxnId="{64E15876-9B26-4550-96DB-0C4513DDCF47}">
      <dgm:prSet/>
      <dgm:spPr/>
    </dgm:pt>
    <dgm:pt modelId="{5CF01F79-CB40-40F2-A5D6-FF66561A72B5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Weekly progress updates on tasks and milestones</a:t>
          </a:r>
        </a:p>
      </dgm:t>
    </dgm:pt>
    <dgm:pt modelId="{3E269EF1-B9C5-4BFA-AE40-950F31E9F5F5}" type="parTrans" cxnId="{DAFCAD6E-C88E-4638-88B2-22EA755B69C9}">
      <dgm:prSet/>
      <dgm:spPr/>
    </dgm:pt>
    <dgm:pt modelId="{CCC9DD6F-AF42-4B17-B5E1-F387ECC61D1B}" type="sibTrans" cxnId="{DAFCAD6E-C88E-4638-88B2-22EA755B69C9}">
      <dgm:prSet/>
      <dgm:spPr/>
    </dgm:pt>
    <dgm:pt modelId="{0E5D5C2E-AC63-4319-9568-BDEB654861CE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Regular meetings to review changes, questions, and next steps</a:t>
          </a:r>
        </a:p>
      </dgm:t>
    </dgm:pt>
    <dgm:pt modelId="{10ED0AD0-135E-4BE0-B3A7-53D26AEA5645}" type="parTrans" cxnId="{3A323740-C2C0-48BD-AE19-3E1DB735F7C8}">
      <dgm:prSet/>
      <dgm:spPr/>
    </dgm:pt>
    <dgm:pt modelId="{F8CB00B8-6931-4BC0-929E-A81CE5F0925E}" type="sibTrans" cxnId="{3A323740-C2C0-48BD-AE19-3E1DB735F7C8}">
      <dgm:prSet/>
      <dgm:spPr/>
    </dgm:pt>
    <dgm:pt modelId="{73931997-2903-4D58-A853-3A9FC7319F27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Collaborative Approach</a:t>
          </a:r>
          <a:endParaRPr lang="en-US">
            <a:latin typeface="Aptos"/>
          </a:endParaRPr>
        </a:p>
      </dgm:t>
    </dgm:pt>
    <dgm:pt modelId="{19342BEE-B9B4-439B-A3B5-299AEBDB1B7E}" type="parTrans" cxnId="{5D38B0D9-F03E-4008-A4FF-956AF22E72F4}">
      <dgm:prSet/>
      <dgm:spPr/>
    </dgm:pt>
    <dgm:pt modelId="{5701AAB9-F182-49F1-989A-1A1C2CF1B743}" type="sibTrans" cxnId="{5D38B0D9-F03E-4008-A4FF-956AF22E72F4}">
      <dgm:prSet/>
      <dgm:spPr/>
    </dgm:pt>
    <dgm:pt modelId="{F970F6F2-675E-4ADF-9E2E-A2779A9F30DF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Sponsor feedback built into key checkpoints</a:t>
          </a:r>
        </a:p>
      </dgm:t>
    </dgm:pt>
    <dgm:pt modelId="{6835E162-576B-4C89-BA26-BC892F60CE64}" type="parTrans" cxnId="{9C731E05-5A2B-4108-AC27-FD8DC99AB244}">
      <dgm:prSet/>
      <dgm:spPr/>
    </dgm:pt>
    <dgm:pt modelId="{F655983E-0735-4077-92E5-EA2F00BD6C13}" type="sibTrans" cxnId="{9C731E05-5A2B-4108-AC27-FD8DC99AB244}">
      <dgm:prSet/>
      <dgm:spPr/>
    </dgm:pt>
    <dgm:pt modelId="{D59BF1F6-6563-40A7-83CF-35DF6AF74F96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Quick follow-ups so priorities stay aligned</a:t>
          </a:r>
        </a:p>
      </dgm:t>
    </dgm:pt>
    <dgm:pt modelId="{D9E89D8F-5516-4EDE-87EA-F565946E04C0}" type="parTrans" cxnId="{F633F765-BD00-41BF-AE72-B40D13977E85}">
      <dgm:prSet/>
      <dgm:spPr/>
    </dgm:pt>
    <dgm:pt modelId="{EFC7B23D-BD57-469F-BEE7-E2545533CFA4}" type="sibTrans" cxnId="{F633F765-BD00-41BF-AE72-B40D13977E85}">
      <dgm:prSet/>
      <dgm:spPr/>
    </dgm:pt>
    <dgm:pt modelId="{6ED7092D-CA6A-4DE0-B53A-D3C9F4AD25EC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System Development and Configuration</a:t>
          </a:r>
          <a:endParaRPr lang="en-US">
            <a:latin typeface="Aptos"/>
          </a:endParaRPr>
        </a:p>
      </dgm:t>
    </dgm:pt>
    <dgm:pt modelId="{10D4DE56-2308-4261-9917-DF34330D89BD}" type="parTrans" cxnId="{5A05C007-E98A-465B-9376-83120EDFD6C1}">
      <dgm:prSet/>
      <dgm:spPr/>
    </dgm:pt>
    <dgm:pt modelId="{83AC58E8-6503-48C4-9C48-5A6CE0098F04}" type="sibTrans" cxnId="{5A05C007-E98A-465B-9376-83120EDFD6C1}">
      <dgm:prSet/>
      <dgm:spPr/>
    </dgm:pt>
    <dgm:pt modelId="{DFAE8FB8-5C30-46FD-A812-183401976133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Build the online booking workflow (request → confirmation)</a:t>
          </a:r>
        </a:p>
      </dgm:t>
    </dgm:pt>
    <dgm:pt modelId="{9C63CED3-D1BF-437B-B855-DB152E520E47}" type="parTrans" cxnId="{9A3EB209-14C6-4E41-A711-C247F736289C}">
      <dgm:prSet/>
      <dgm:spPr/>
    </dgm:pt>
    <dgm:pt modelId="{86D387F0-3E5F-4309-AA2C-18D69FA7FF96}" type="sibTrans" cxnId="{9A3EB209-14C6-4E41-A711-C247F736289C}">
      <dgm:prSet/>
      <dgm:spPr/>
    </dgm:pt>
    <dgm:pt modelId="{642D7E5B-7CE2-4A73-9BB2-464387215B26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Configure Dialpad AI and set up </a:t>
          </a:r>
          <a:r>
            <a:rPr lang="en-US" sz="1400" err="1">
              <a:latin typeface="Aptos"/>
            </a:rPr>
            <a:t>Bitrix</a:t>
          </a:r>
          <a:r>
            <a:rPr lang="en-US" sz="1400">
              <a:latin typeface="Aptos"/>
            </a:rPr>
            <a:t> CRM for customer data</a:t>
          </a:r>
        </a:p>
      </dgm:t>
    </dgm:pt>
    <dgm:pt modelId="{983FD2C9-0917-4A20-A3FA-48B9F654C968}" type="parTrans" cxnId="{BE3783FF-5264-4D78-B59D-4A6A82FA4AAA}">
      <dgm:prSet/>
      <dgm:spPr/>
    </dgm:pt>
    <dgm:pt modelId="{A7B2D5A6-0C83-4A20-A036-5D7347677C40}" type="sibTrans" cxnId="{BE3783FF-5264-4D78-B59D-4A6A82FA4AAA}">
      <dgm:prSet/>
      <dgm:spPr/>
    </dgm:pt>
    <dgm:pt modelId="{BFC56CA7-08D2-4251-ACD1-3AFBF79DCB1E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Quality Assurance and Testing</a:t>
          </a:r>
          <a:endParaRPr lang="en-US">
            <a:latin typeface="Aptos"/>
          </a:endParaRPr>
        </a:p>
      </dgm:t>
    </dgm:pt>
    <dgm:pt modelId="{1C50D6F7-2890-4EF1-B3DB-F78876F50535}" type="parTrans" cxnId="{49DD5E71-6F96-49B9-91A7-E7CE05C0543A}">
      <dgm:prSet/>
      <dgm:spPr/>
    </dgm:pt>
    <dgm:pt modelId="{9B39091E-7B7A-46A1-9B6F-322FE3E33E7C}" type="sibTrans" cxnId="{49DD5E71-6F96-49B9-91A7-E7CE05C0543A}">
      <dgm:prSet/>
      <dgm:spPr/>
    </dgm:pt>
    <dgm:pt modelId="{F16D688F-6082-4136-999E-A0C92B120392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Test each feature to make sure it works as expected</a:t>
          </a:r>
        </a:p>
      </dgm:t>
    </dgm:pt>
    <dgm:pt modelId="{85597C03-0521-4E44-856D-131C57014CD5}" type="parTrans" cxnId="{A8B4F4FF-8B9E-4431-951D-BB53F28AB91F}">
      <dgm:prSet/>
      <dgm:spPr/>
    </dgm:pt>
    <dgm:pt modelId="{82EC9F9D-B968-4CF0-907F-3D767DF33EC2}" type="sibTrans" cxnId="{A8B4F4FF-8B9E-4431-951D-BB53F28AB91F}">
      <dgm:prSet/>
      <dgm:spPr/>
    </dgm:pt>
    <dgm:pt modelId="{65A9492D-F6C4-48ED-8823-E4CD20718724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User acceptance testing (UAT) with the sponsor before final delivery</a:t>
          </a:r>
        </a:p>
      </dgm:t>
    </dgm:pt>
    <dgm:pt modelId="{7D10B83F-0882-4584-97E6-0223F4BEE60E}" type="parTrans" cxnId="{93932A82-38D5-4964-9BF9-3F6D25399D17}">
      <dgm:prSet/>
      <dgm:spPr/>
    </dgm:pt>
    <dgm:pt modelId="{BF1D523A-0CA4-462D-83A6-62EB03758B93}" type="sibTrans" cxnId="{93932A82-38D5-4964-9BF9-3F6D25399D17}">
      <dgm:prSet/>
      <dgm:spPr/>
    </dgm:pt>
    <dgm:pt modelId="{7D22ED4B-882E-41EF-8301-58FC8233BD6D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Post-Implementation Support</a:t>
          </a:r>
          <a:endParaRPr lang="en-US">
            <a:latin typeface="Aptos"/>
          </a:endParaRPr>
        </a:p>
      </dgm:t>
    </dgm:pt>
    <dgm:pt modelId="{CBBB6541-8FF6-4B90-806E-AE48243531F9}" type="parTrans" cxnId="{E2131AE1-6203-4A33-95E8-D79F3BB13764}">
      <dgm:prSet/>
      <dgm:spPr/>
    </dgm:pt>
    <dgm:pt modelId="{635A13A3-8357-452F-B015-98F7913A2119}" type="sibTrans" cxnId="{E2131AE1-6203-4A33-95E8-D79F3BB13764}">
      <dgm:prSet/>
      <dgm:spPr/>
    </dgm:pt>
    <dgm:pt modelId="{24C159F8-BE04-417E-B2EB-1B50B880BD52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Support after deployment to ensure smooth use</a:t>
          </a:r>
        </a:p>
      </dgm:t>
    </dgm:pt>
    <dgm:pt modelId="{12FAFEFD-8A1D-4243-8E23-89EF39DBB676}" type="parTrans" cxnId="{8A0F4001-9419-48BB-9162-B6F5F39048A9}">
      <dgm:prSet/>
      <dgm:spPr/>
    </dgm:pt>
    <dgm:pt modelId="{DC544033-7CA4-4509-B5AB-260EA88897D1}" type="sibTrans" cxnId="{8A0F4001-9419-48BB-9162-B6F5F39048A9}">
      <dgm:prSet/>
      <dgm:spPr/>
    </dgm:pt>
    <dgm:pt modelId="{05BC2B26-90DC-4306-9F91-BAFFBD858A24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Provide basic training + help with small updates if needed</a:t>
          </a:r>
        </a:p>
      </dgm:t>
    </dgm:pt>
    <dgm:pt modelId="{10E1D996-8E24-4FC2-8A0C-39DFA17ECF59}" type="parTrans" cxnId="{5B20C182-E1A1-493E-84D3-3EB5B9647FA8}">
      <dgm:prSet/>
      <dgm:spPr/>
    </dgm:pt>
    <dgm:pt modelId="{9D46A46F-76C7-4EA8-BEA1-7512E091E8E3}" type="sibTrans" cxnId="{5B20C182-E1A1-493E-84D3-3EB5B9647FA8}">
      <dgm:prSet/>
      <dgm:spPr/>
    </dgm:pt>
    <dgm:pt modelId="{34BD2BB5-D6D6-4C0E-A02D-D7BCB97D0435}" type="pres">
      <dgm:prSet presAssocID="{2912F4C1-D851-43A0-8B58-45B845F725EC}" presName="Name0" presStyleCnt="0">
        <dgm:presLayoutVars>
          <dgm:dir/>
          <dgm:animLvl val="lvl"/>
          <dgm:resizeHandles val="exact"/>
        </dgm:presLayoutVars>
      </dgm:prSet>
      <dgm:spPr/>
    </dgm:pt>
    <dgm:pt modelId="{5E9E045B-7D36-435E-B95D-7A3A6714B591}" type="pres">
      <dgm:prSet presAssocID="{B08076EC-2726-4D03-B5C8-C0CDDB1259B2}" presName="composite" presStyleCnt="0"/>
      <dgm:spPr/>
    </dgm:pt>
    <dgm:pt modelId="{04AA3176-5717-44FA-8BC7-F6441DF35FA2}" type="pres">
      <dgm:prSet presAssocID="{B08076EC-2726-4D03-B5C8-C0CDDB1259B2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097DF8F2-7D09-4CAB-8E46-70EEAD8274BA}" type="pres">
      <dgm:prSet presAssocID="{B08076EC-2726-4D03-B5C8-C0CDDB1259B2}" presName="desTx" presStyleLbl="alignAccFollowNode1" presStyleIdx="0" presStyleCnt="5">
        <dgm:presLayoutVars>
          <dgm:bulletEnabled val="1"/>
        </dgm:presLayoutVars>
      </dgm:prSet>
      <dgm:spPr/>
    </dgm:pt>
    <dgm:pt modelId="{36E57BDF-9CDE-460F-9BC0-7032B6987A3F}" type="pres">
      <dgm:prSet presAssocID="{02884F09-8ED3-4066-A82F-25B1978DACA3}" presName="space" presStyleCnt="0"/>
      <dgm:spPr/>
    </dgm:pt>
    <dgm:pt modelId="{6442BFC4-6C33-4ADA-B69D-FE37D3F7738F}" type="pres">
      <dgm:prSet presAssocID="{73931997-2903-4D58-A853-3A9FC7319F27}" presName="composite" presStyleCnt="0"/>
      <dgm:spPr/>
    </dgm:pt>
    <dgm:pt modelId="{D0F7D4ED-F9DC-4755-9D98-128C8FC8C3BD}" type="pres">
      <dgm:prSet presAssocID="{73931997-2903-4D58-A853-3A9FC7319F2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A8109C47-047A-4103-A9FA-E8F89544F344}" type="pres">
      <dgm:prSet presAssocID="{73931997-2903-4D58-A853-3A9FC7319F27}" presName="desTx" presStyleLbl="alignAccFollowNode1" presStyleIdx="1" presStyleCnt="5">
        <dgm:presLayoutVars>
          <dgm:bulletEnabled val="1"/>
        </dgm:presLayoutVars>
      </dgm:prSet>
      <dgm:spPr/>
    </dgm:pt>
    <dgm:pt modelId="{C37B4BAA-5002-40A4-A3E3-12A822AFC7E2}" type="pres">
      <dgm:prSet presAssocID="{5701AAB9-F182-49F1-989A-1A1C2CF1B743}" presName="space" presStyleCnt="0"/>
      <dgm:spPr/>
    </dgm:pt>
    <dgm:pt modelId="{2775557B-5474-4311-891F-7CB40B5F1A78}" type="pres">
      <dgm:prSet presAssocID="{6ED7092D-CA6A-4DE0-B53A-D3C9F4AD25EC}" presName="composite" presStyleCnt="0"/>
      <dgm:spPr/>
    </dgm:pt>
    <dgm:pt modelId="{272DB5F3-A8EB-4CA5-8FA2-1DB17FA2E9E1}" type="pres">
      <dgm:prSet presAssocID="{6ED7092D-CA6A-4DE0-B53A-D3C9F4AD25EC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554EDA6D-C8C4-4678-965C-2CDD19D1D3A9}" type="pres">
      <dgm:prSet presAssocID="{6ED7092D-CA6A-4DE0-B53A-D3C9F4AD25EC}" presName="desTx" presStyleLbl="alignAccFollowNode1" presStyleIdx="2" presStyleCnt="5">
        <dgm:presLayoutVars>
          <dgm:bulletEnabled val="1"/>
        </dgm:presLayoutVars>
      </dgm:prSet>
      <dgm:spPr/>
    </dgm:pt>
    <dgm:pt modelId="{E1EF972F-07C4-4945-9F72-4045329F0358}" type="pres">
      <dgm:prSet presAssocID="{83AC58E8-6503-48C4-9C48-5A6CE0098F04}" presName="space" presStyleCnt="0"/>
      <dgm:spPr/>
    </dgm:pt>
    <dgm:pt modelId="{51D34926-A74D-48F3-BD41-AD604CF4A66F}" type="pres">
      <dgm:prSet presAssocID="{BFC56CA7-08D2-4251-ACD1-3AFBF79DCB1E}" presName="composite" presStyleCnt="0"/>
      <dgm:spPr/>
    </dgm:pt>
    <dgm:pt modelId="{A3B8F1E3-2771-4058-A8E5-10988C55BB94}" type="pres">
      <dgm:prSet presAssocID="{BFC56CA7-08D2-4251-ACD1-3AFBF79DCB1E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7E0907F2-02CE-47C8-979A-D3FA39C14B38}" type="pres">
      <dgm:prSet presAssocID="{BFC56CA7-08D2-4251-ACD1-3AFBF79DCB1E}" presName="desTx" presStyleLbl="alignAccFollowNode1" presStyleIdx="3" presStyleCnt="5">
        <dgm:presLayoutVars>
          <dgm:bulletEnabled val="1"/>
        </dgm:presLayoutVars>
      </dgm:prSet>
      <dgm:spPr/>
    </dgm:pt>
    <dgm:pt modelId="{41D0D247-0773-4D72-84A5-5DC5F29789CC}" type="pres">
      <dgm:prSet presAssocID="{9B39091E-7B7A-46A1-9B6F-322FE3E33E7C}" presName="space" presStyleCnt="0"/>
      <dgm:spPr/>
    </dgm:pt>
    <dgm:pt modelId="{2AA0642A-9BCD-4900-9BF7-A39A06D9E473}" type="pres">
      <dgm:prSet presAssocID="{7D22ED4B-882E-41EF-8301-58FC8233BD6D}" presName="composite" presStyleCnt="0"/>
      <dgm:spPr/>
    </dgm:pt>
    <dgm:pt modelId="{9BEC06F9-B475-42DD-83B6-BD5A121FCC75}" type="pres">
      <dgm:prSet presAssocID="{7D22ED4B-882E-41EF-8301-58FC8233BD6D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E8E6930B-0D72-4D4F-8BB6-2CD98EF49C4E}" type="pres">
      <dgm:prSet presAssocID="{7D22ED4B-882E-41EF-8301-58FC8233BD6D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8A0F4001-9419-48BB-9162-B6F5F39048A9}" srcId="{7D22ED4B-882E-41EF-8301-58FC8233BD6D}" destId="{24C159F8-BE04-417E-B2EB-1B50B880BD52}" srcOrd="0" destOrd="0" parTransId="{12FAFEFD-8A1D-4243-8E23-89EF39DBB676}" sibTransId="{DC544033-7CA4-4509-B5AB-260EA88897D1}"/>
    <dgm:cxn modelId="{9C731E05-5A2B-4108-AC27-FD8DC99AB244}" srcId="{73931997-2903-4D58-A853-3A9FC7319F27}" destId="{F970F6F2-675E-4ADF-9E2E-A2779A9F30DF}" srcOrd="0" destOrd="0" parTransId="{6835E162-576B-4C89-BA26-BC892F60CE64}" sibTransId="{F655983E-0735-4077-92E5-EA2F00BD6C13}"/>
    <dgm:cxn modelId="{63C5D505-13E1-47C3-9239-7FB3E5A800D8}" type="presOf" srcId="{65A9492D-F6C4-48ED-8823-E4CD20718724}" destId="{7E0907F2-02CE-47C8-979A-D3FA39C14B38}" srcOrd="0" destOrd="1" presId="urn:microsoft.com/office/officeart/2005/8/layout/hList1"/>
    <dgm:cxn modelId="{5A05C007-E98A-465B-9376-83120EDFD6C1}" srcId="{2912F4C1-D851-43A0-8B58-45B845F725EC}" destId="{6ED7092D-CA6A-4DE0-B53A-D3C9F4AD25EC}" srcOrd="2" destOrd="0" parTransId="{10D4DE56-2308-4261-9917-DF34330D89BD}" sibTransId="{83AC58E8-6503-48C4-9C48-5A6CE0098F04}"/>
    <dgm:cxn modelId="{9A3EB209-14C6-4E41-A711-C247F736289C}" srcId="{6ED7092D-CA6A-4DE0-B53A-D3C9F4AD25EC}" destId="{DFAE8FB8-5C30-46FD-A812-183401976133}" srcOrd="0" destOrd="0" parTransId="{9C63CED3-D1BF-437B-B855-DB152E520E47}" sibTransId="{86D387F0-3E5F-4309-AA2C-18D69FA7FF96}"/>
    <dgm:cxn modelId="{BB395B18-A86D-4E1D-8518-6B9D6EB74CBE}" type="presOf" srcId="{0E5D5C2E-AC63-4319-9568-BDEB654861CE}" destId="{097DF8F2-7D09-4CAB-8E46-70EEAD8274BA}" srcOrd="0" destOrd="1" presId="urn:microsoft.com/office/officeart/2005/8/layout/hList1"/>
    <dgm:cxn modelId="{265A5823-8A72-4A8E-8A6C-1BA8A313B612}" type="presOf" srcId="{F970F6F2-675E-4ADF-9E2E-A2779A9F30DF}" destId="{A8109C47-047A-4103-A9FA-E8F89544F344}" srcOrd="0" destOrd="0" presId="urn:microsoft.com/office/officeart/2005/8/layout/hList1"/>
    <dgm:cxn modelId="{071F882F-77E0-429E-9452-ACC16CD566A2}" type="presOf" srcId="{DFAE8FB8-5C30-46FD-A812-183401976133}" destId="{554EDA6D-C8C4-4678-965C-2CDD19D1D3A9}" srcOrd="0" destOrd="0" presId="urn:microsoft.com/office/officeart/2005/8/layout/hList1"/>
    <dgm:cxn modelId="{3A323740-C2C0-48BD-AE19-3E1DB735F7C8}" srcId="{B08076EC-2726-4D03-B5C8-C0CDDB1259B2}" destId="{0E5D5C2E-AC63-4319-9568-BDEB654861CE}" srcOrd="1" destOrd="0" parTransId="{10ED0AD0-135E-4BE0-B3A7-53D26AEA5645}" sibTransId="{F8CB00B8-6931-4BC0-929E-A81CE5F0925E}"/>
    <dgm:cxn modelId="{996AD040-C7AD-4F47-A7CA-E5FDC94382B6}" type="presOf" srcId="{2912F4C1-D851-43A0-8B58-45B845F725EC}" destId="{34BD2BB5-D6D6-4C0E-A02D-D7BCB97D0435}" srcOrd="0" destOrd="0" presId="urn:microsoft.com/office/officeart/2005/8/layout/hList1"/>
    <dgm:cxn modelId="{B47D085E-DBE7-4615-B6C6-68147153143E}" type="presOf" srcId="{5CF01F79-CB40-40F2-A5D6-FF66561A72B5}" destId="{097DF8F2-7D09-4CAB-8E46-70EEAD8274BA}" srcOrd="0" destOrd="0" presId="urn:microsoft.com/office/officeart/2005/8/layout/hList1"/>
    <dgm:cxn modelId="{F633F765-BD00-41BF-AE72-B40D13977E85}" srcId="{73931997-2903-4D58-A853-3A9FC7319F27}" destId="{D59BF1F6-6563-40A7-83CF-35DF6AF74F96}" srcOrd="1" destOrd="0" parTransId="{D9E89D8F-5516-4EDE-87EA-F565946E04C0}" sibTransId="{EFC7B23D-BD57-469F-BEE7-E2545533CFA4}"/>
    <dgm:cxn modelId="{B07D094B-7B6F-4527-9B5D-DD5B9655BC3F}" type="presOf" srcId="{24C159F8-BE04-417E-B2EB-1B50B880BD52}" destId="{E8E6930B-0D72-4D4F-8BB6-2CD98EF49C4E}" srcOrd="0" destOrd="0" presId="urn:microsoft.com/office/officeart/2005/8/layout/hList1"/>
    <dgm:cxn modelId="{DAFCAD6E-C88E-4638-88B2-22EA755B69C9}" srcId="{B08076EC-2726-4D03-B5C8-C0CDDB1259B2}" destId="{5CF01F79-CB40-40F2-A5D6-FF66561A72B5}" srcOrd="0" destOrd="0" parTransId="{3E269EF1-B9C5-4BFA-AE40-950F31E9F5F5}" sibTransId="{CCC9DD6F-AF42-4B17-B5E1-F387ECC61D1B}"/>
    <dgm:cxn modelId="{5099AB4F-EE32-4229-83BE-1A6D625FFE57}" type="presOf" srcId="{73931997-2903-4D58-A853-3A9FC7319F27}" destId="{D0F7D4ED-F9DC-4755-9D98-128C8FC8C3BD}" srcOrd="0" destOrd="0" presId="urn:microsoft.com/office/officeart/2005/8/layout/hList1"/>
    <dgm:cxn modelId="{49DD5E71-6F96-49B9-91A7-E7CE05C0543A}" srcId="{2912F4C1-D851-43A0-8B58-45B845F725EC}" destId="{BFC56CA7-08D2-4251-ACD1-3AFBF79DCB1E}" srcOrd="3" destOrd="0" parTransId="{1C50D6F7-2890-4EF1-B3DB-F78876F50535}" sibTransId="{9B39091E-7B7A-46A1-9B6F-322FE3E33E7C}"/>
    <dgm:cxn modelId="{64E15876-9B26-4550-96DB-0C4513DDCF47}" srcId="{2912F4C1-D851-43A0-8B58-45B845F725EC}" destId="{B08076EC-2726-4D03-B5C8-C0CDDB1259B2}" srcOrd="0" destOrd="0" parTransId="{7BCAF352-0552-442A-8735-5F077EC81E6A}" sibTransId="{02884F09-8ED3-4066-A82F-25B1978DACA3}"/>
    <dgm:cxn modelId="{6C57F57C-640C-48C1-8194-FAD797925A71}" type="presOf" srcId="{7D22ED4B-882E-41EF-8301-58FC8233BD6D}" destId="{9BEC06F9-B475-42DD-83B6-BD5A121FCC75}" srcOrd="0" destOrd="0" presId="urn:microsoft.com/office/officeart/2005/8/layout/hList1"/>
    <dgm:cxn modelId="{93932A82-38D5-4964-9BF9-3F6D25399D17}" srcId="{BFC56CA7-08D2-4251-ACD1-3AFBF79DCB1E}" destId="{65A9492D-F6C4-48ED-8823-E4CD20718724}" srcOrd="1" destOrd="0" parTransId="{7D10B83F-0882-4584-97E6-0223F4BEE60E}" sibTransId="{BF1D523A-0CA4-462D-83A6-62EB03758B93}"/>
    <dgm:cxn modelId="{5B20C182-E1A1-493E-84D3-3EB5B9647FA8}" srcId="{7D22ED4B-882E-41EF-8301-58FC8233BD6D}" destId="{05BC2B26-90DC-4306-9F91-BAFFBD858A24}" srcOrd="1" destOrd="0" parTransId="{10E1D996-8E24-4FC2-8A0C-39DFA17ECF59}" sibTransId="{9D46A46F-76C7-4EA8-BEA1-7512E091E8E3}"/>
    <dgm:cxn modelId="{83AAD7AE-AE7C-40A7-A9D0-006C7E640B75}" type="presOf" srcId="{B08076EC-2726-4D03-B5C8-C0CDDB1259B2}" destId="{04AA3176-5717-44FA-8BC7-F6441DF35FA2}" srcOrd="0" destOrd="0" presId="urn:microsoft.com/office/officeart/2005/8/layout/hList1"/>
    <dgm:cxn modelId="{663D6AAF-FD12-404A-BB59-B3C8AC7239AC}" type="presOf" srcId="{BFC56CA7-08D2-4251-ACD1-3AFBF79DCB1E}" destId="{A3B8F1E3-2771-4058-A8E5-10988C55BB94}" srcOrd="0" destOrd="0" presId="urn:microsoft.com/office/officeart/2005/8/layout/hList1"/>
    <dgm:cxn modelId="{7A8F30B6-0B06-4862-B6F4-7ADC05FCB283}" type="presOf" srcId="{642D7E5B-7CE2-4A73-9BB2-464387215B26}" destId="{554EDA6D-C8C4-4678-965C-2CDD19D1D3A9}" srcOrd="0" destOrd="1" presId="urn:microsoft.com/office/officeart/2005/8/layout/hList1"/>
    <dgm:cxn modelId="{35FF74BE-7668-4F58-B45A-4BEB06DD0520}" type="presOf" srcId="{05BC2B26-90DC-4306-9F91-BAFFBD858A24}" destId="{E8E6930B-0D72-4D4F-8BB6-2CD98EF49C4E}" srcOrd="0" destOrd="1" presId="urn:microsoft.com/office/officeart/2005/8/layout/hList1"/>
    <dgm:cxn modelId="{5D38B0D9-F03E-4008-A4FF-956AF22E72F4}" srcId="{2912F4C1-D851-43A0-8B58-45B845F725EC}" destId="{73931997-2903-4D58-A853-3A9FC7319F27}" srcOrd="1" destOrd="0" parTransId="{19342BEE-B9B4-439B-A3B5-299AEBDB1B7E}" sibTransId="{5701AAB9-F182-49F1-989A-1A1C2CF1B743}"/>
    <dgm:cxn modelId="{093DD8DF-F0CF-4684-9C07-29802A254C47}" type="presOf" srcId="{D59BF1F6-6563-40A7-83CF-35DF6AF74F96}" destId="{A8109C47-047A-4103-A9FA-E8F89544F344}" srcOrd="0" destOrd="1" presId="urn:microsoft.com/office/officeart/2005/8/layout/hList1"/>
    <dgm:cxn modelId="{C515CDE0-5DFB-4CDF-8FEB-FB231BEBDFCA}" type="presOf" srcId="{6ED7092D-CA6A-4DE0-B53A-D3C9F4AD25EC}" destId="{272DB5F3-A8EB-4CA5-8FA2-1DB17FA2E9E1}" srcOrd="0" destOrd="0" presId="urn:microsoft.com/office/officeart/2005/8/layout/hList1"/>
    <dgm:cxn modelId="{E2131AE1-6203-4A33-95E8-D79F3BB13764}" srcId="{2912F4C1-D851-43A0-8B58-45B845F725EC}" destId="{7D22ED4B-882E-41EF-8301-58FC8233BD6D}" srcOrd="4" destOrd="0" parTransId="{CBBB6541-8FF6-4B90-806E-AE48243531F9}" sibTransId="{635A13A3-8357-452F-B015-98F7913A2119}"/>
    <dgm:cxn modelId="{885C3DEF-4419-4962-B282-B2D74E9EFEAC}" type="presOf" srcId="{F16D688F-6082-4136-999E-A0C92B120392}" destId="{7E0907F2-02CE-47C8-979A-D3FA39C14B38}" srcOrd="0" destOrd="0" presId="urn:microsoft.com/office/officeart/2005/8/layout/hList1"/>
    <dgm:cxn modelId="{BE3783FF-5264-4D78-B59D-4A6A82FA4AAA}" srcId="{6ED7092D-CA6A-4DE0-B53A-D3C9F4AD25EC}" destId="{642D7E5B-7CE2-4A73-9BB2-464387215B26}" srcOrd="1" destOrd="0" parTransId="{983FD2C9-0917-4A20-A3FA-48B9F654C968}" sibTransId="{A7B2D5A6-0C83-4A20-A036-5D7347677C40}"/>
    <dgm:cxn modelId="{A8B4F4FF-8B9E-4431-951D-BB53F28AB91F}" srcId="{BFC56CA7-08D2-4251-ACD1-3AFBF79DCB1E}" destId="{F16D688F-6082-4136-999E-A0C92B120392}" srcOrd="0" destOrd="0" parTransId="{85597C03-0521-4E44-856D-131C57014CD5}" sibTransId="{82EC9F9D-B968-4CF0-907F-3D767DF33EC2}"/>
    <dgm:cxn modelId="{94DB434E-775B-4F40-B80C-DB30B93DDC14}" type="presParOf" srcId="{34BD2BB5-D6D6-4C0E-A02D-D7BCB97D0435}" destId="{5E9E045B-7D36-435E-B95D-7A3A6714B591}" srcOrd="0" destOrd="0" presId="urn:microsoft.com/office/officeart/2005/8/layout/hList1"/>
    <dgm:cxn modelId="{24CA7656-2D8C-4A38-AD10-54B8CB62F28F}" type="presParOf" srcId="{5E9E045B-7D36-435E-B95D-7A3A6714B591}" destId="{04AA3176-5717-44FA-8BC7-F6441DF35FA2}" srcOrd="0" destOrd="0" presId="urn:microsoft.com/office/officeart/2005/8/layout/hList1"/>
    <dgm:cxn modelId="{C9C8A668-7103-4D05-9ED6-7F67CFADE943}" type="presParOf" srcId="{5E9E045B-7D36-435E-B95D-7A3A6714B591}" destId="{097DF8F2-7D09-4CAB-8E46-70EEAD8274BA}" srcOrd="1" destOrd="0" presId="urn:microsoft.com/office/officeart/2005/8/layout/hList1"/>
    <dgm:cxn modelId="{C44D580C-563C-474D-A760-585B91CB85F8}" type="presParOf" srcId="{34BD2BB5-D6D6-4C0E-A02D-D7BCB97D0435}" destId="{36E57BDF-9CDE-460F-9BC0-7032B6987A3F}" srcOrd="1" destOrd="0" presId="urn:microsoft.com/office/officeart/2005/8/layout/hList1"/>
    <dgm:cxn modelId="{102B5C0E-7D7E-4F7D-ADDC-BF068C739660}" type="presParOf" srcId="{34BD2BB5-D6D6-4C0E-A02D-D7BCB97D0435}" destId="{6442BFC4-6C33-4ADA-B69D-FE37D3F7738F}" srcOrd="2" destOrd="0" presId="urn:microsoft.com/office/officeart/2005/8/layout/hList1"/>
    <dgm:cxn modelId="{58AEB69E-A2AF-4EC4-A335-BF26D7C6E45C}" type="presParOf" srcId="{6442BFC4-6C33-4ADA-B69D-FE37D3F7738F}" destId="{D0F7D4ED-F9DC-4755-9D98-128C8FC8C3BD}" srcOrd="0" destOrd="0" presId="urn:microsoft.com/office/officeart/2005/8/layout/hList1"/>
    <dgm:cxn modelId="{E1D70CAF-CC65-45CC-9E75-9E723B6F9E4A}" type="presParOf" srcId="{6442BFC4-6C33-4ADA-B69D-FE37D3F7738F}" destId="{A8109C47-047A-4103-A9FA-E8F89544F344}" srcOrd="1" destOrd="0" presId="urn:microsoft.com/office/officeart/2005/8/layout/hList1"/>
    <dgm:cxn modelId="{5C6363E6-FFEF-4771-A4C6-6CFC1A26672A}" type="presParOf" srcId="{34BD2BB5-D6D6-4C0E-A02D-D7BCB97D0435}" destId="{C37B4BAA-5002-40A4-A3E3-12A822AFC7E2}" srcOrd="3" destOrd="0" presId="urn:microsoft.com/office/officeart/2005/8/layout/hList1"/>
    <dgm:cxn modelId="{D1AE5B07-2F45-4D73-89B8-E2B782A08F94}" type="presParOf" srcId="{34BD2BB5-D6D6-4C0E-A02D-D7BCB97D0435}" destId="{2775557B-5474-4311-891F-7CB40B5F1A78}" srcOrd="4" destOrd="0" presId="urn:microsoft.com/office/officeart/2005/8/layout/hList1"/>
    <dgm:cxn modelId="{B0E8F356-88EC-4BED-8B35-9A85C17C83FB}" type="presParOf" srcId="{2775557B-5474-4311-891F-7CB40B5F1A78}" destId="{272DB5F3-A8EB-4CA5-8FA2-1DB17FA2E9E1}" srcOrd="0" destOrd="0" presId="urn:microsoft.com/office/officeart/2005/8/layout/hList1"/>
    <dgm:cxn modelId="{690A1FBB-9563-4906-8FC2-37983CD6761C}" type="presParOf" srcId="{2775557B-5474-4311-891F-7CB40B5F1A78}" destId="{554EDA6D-C8C4-4678-965C-2CDD19D1D3A9}" srcOrd="1" destOrd="0" presId="urn:microsoft.com/office/officeart/2005/8/layout/hList1"/>
    <dgm:cxn modelId="{333775B2-4A86-4728-BCD7-1F9092D565C6}" type="presParOf" srcId="{34BD2BB5-D6D6-4C0E-A02D-D7BCB97D0435}" destId="{E1EF972F-07C4-4945-9F72-4045329F0358}" srcOrd="5" destOrd="0" presId="urn:microsoft.com/office/officeart/2005/8/layout/hList1"/>
    <dgm:cxn modelId="{80E00E74-4C03-4811-8F45-806318C8C740}" type="presParOf" srcId="{34BD2BB5-D6D6-4C0E-A02D-D7BCB97D0435}" destId="{51D34926-A74D-48F3-BD41-AD604CF4A66F}" srcOrd="6" destOrd="0" presId="urn:microsoft.com/office/officeart/2005/8/layout/hList1"/>
    <dgm:cxn modelId="{1A541CF4-2974-4F85-A6BB-B0D0BA9ED621}" type="presParOf" srcId="{51D34926-A74D-48F3-BD41-AD604CF4A66F}" destId="{A3B8F1E3-2771-4058-A8E5-10988C55BB94}" srcOrd="0" destOrd="0" presId="urn:microsoft.com/office/officeart/2005/8/layout/hList1"/>
    <dgm:cxn modelId="{39ACF569-3C6E-4AC9-B944-48941B6F1883}" type="presParOf" srcId="{51D34926-A74D-48F3-BD41-AD604CF4A66F}" destId="{7E0907F2-02CE-47C8-979A-D3FA39C14B38}" srcOrd="1" destOrd="0" presId="urn:microsoft.com/office/officeart/2005/8/layout/hList1"/>
    <dgm:cxn modelId="{51DEACB8-EA45-4925-8062-00C9DEFE8395}" type="presParOf" srcId="{34BD2BB5-D6D6-4C0E-A02D-D7BCB97D0435}" destId="{41D0D247-0773-4D72-84A5-5DC5F29789CC}" srcOrd="7" destOrd="0" presId="urn:microsoft.com/office/officeart/2005/8/layout/hList1"/>
    <dgm:cxn modelId="{DB4BBBD6-8B81-4915-8F53-4C8C413D3E30}" type="presParOf" srcId="{34BD2BB5-D6D6-4C0E-A02D-D7BCB97D0435}" destId="{2AA0642A-9BCD-4900-9BF7-A39A06D9E473}" srcOrd="8" destOrd="0" presId="urn:microsoft.com/office/officeart/2005/8/layout/hList1"/>
    <dgm:cxn modelId="{215C2412-40A7-401D-B921-0D4D745E47CE}" type="presParOf" srcId="{2AA0642A-9BCD-4900-9BF7-A39A06D9E473}" destId="{9BEC06F9-B475-42DD-83B6-BD5A121FCC75}" srcOrd="0" destOrd="0" presId="urn:microsoft.com/office/officeart/2005/8/layout/hList1"/>
    <dgm:cxn modelId="{B2020133-CB20-4068-9BCF-13FBC660BB92}" type="presParOf" srcId="{2AA0642A-9BCD-4900-9BF7-A39A06D9E473}" destId="{E8E6930B-0D72-4D4F-8BB6-2CD98EF49C4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51AE52F-4DC8-4F51-ACEF-4C3FEB6B072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9EE454-5AF0-4231-9588-B4BFF3588117}">
      <dgm:prSet phldrT="[Text]" phldr="0"/>
      <dgm:spPr/>
      <dgm:t>
        <a:bodyPr/>
        <a:lstStyle/>
        <a:p>
          <a:pPr algn="l"/>
          <a:r>
            <a:rPr lang="en-US" sz="1400">
              <a:latin typeface="Aptos"/>
            </a:rPr>
            <a:t>Helps us repeat what works and avoid repeating mistakes</a:t>
          </a:r>
        </a:p>
      </dgm:t>
    </dgm:pt>
    <dgm:pt modelId="{AA3CC511-0FAF-4FCB-B875-0742E6923AA9}" type="parTrans" cxnId="{8B3B37A8-7C39-418D-BCAA-F6B2ABD9E4D1}">
      <dgm:prSet/>
      <dgm:spPr/>
      <dgm:t>
        <a:bodyPr/>
        <a:lstStyle/>
        <a:p>
          <a:endParaRPr lang="en-US"/>
        </a:p>
      </dgm:t>
    </dgm:pt>
    <dgm:pt modelId="{AA6271BB-430F-4257-B882-952C142601E7}" type="sibTrans" cxnId="{8B3B37A8-7C39-418D-BCAA-F6B2ABD9E4D1}">
      <dgm:prSet/>
      <dgm:spPr/>
      <dgm:t>
        <a:bodyPr/>
        <a:lstStyle/>
        <a:p>
          <a:endParaRPr lang="en-US"/>
        </a:p>
      </dgm:t>
    </dgm:pt>
    <dgm:pt modelId="{465961EE-43A7-43BB-9FBF-895172454BA0}">
      <dgm:prSet phldr="0"/>
      <dgm:spPr/>
      <dgm:t>
        <a:bodyPr/>
        <a:lstStyle/>
        <a:p>
          <a:pPr algn="l" rtl="0"/>
          <a:r>
            <a:rPr lang="en-US" b="0">
              <a:latin typeface="Aptos"/>
            </a:rPr>
            <a:t>Who maintains it</a:t>
          </a:r>
          <a:endParaRPr lang="en-US"/>
        </a:p>
      </dgm:t>
    </dgm:pt>
    <dgm:pt modelId="{380CDA99-28F6-48F4-B6E9-09192954ECC6}" type="parTrans" cxnId="{6066A869-4845-405A-8BDE-D3EFA221CE38}">
      <dgm:prSet/>
      <dgm:spPr/>
    </dgm:pt>
    <dgm:pt modelId="{37600679-E0C3-4DF5-A422-B1D81F392FC6}" type="sibTrans" cxnId="{6066A869-4845-405A-8BDE-D3EFA221CE38}">
      <dgm:prSet/>
      <dgm:spPr/>
    </dgm:pt>
    <dgm:pt modelId="{47D5DE73-C6C0-48E0-B51A-FB50E12F20FE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The register is maintained by the </a:t>
          </a:r>
          <a:r>
            <a:rPr lang="en-US" sz="1400" b="1">
              <a:latin typeface="Aptos"/>
            </a:rPr>
            <a:t>Data Manager: Maaz Ahmed</a:t>
          </a:r>
        </a:p>
      </dgm:t>
    </dgm:pt>
    <dgm:pt modelId="{408B8616-AC44-4072-AB6E-D9211FB7FBD6}" type="parTrans" cxnId="{63789E9B-8B21-4D46-8314-CA68C914D043}">
      <dgm:prSet/>
      <dgm:spPr/>
    </dgm:pt>
    <dgm:pt modelId="{11B62497-2384-40E3-9921-544A7835C2F1}" type="sibTrans" cxnId="{63789E9B-8B21-4D46-8314-CA68C914D043}">
      <dgm:prSet/>
      <dgm:spPr/>
    </dgm:pt>
    <dgm:pt modelId="{39704E75-B21C-4281-8D84-58A2C277D213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It is stored in </a:t>
          </a:r>
          <a:r>
            <a:rPr lang="en-US" sz="1400" b="1">
              <a:latin typeface="Aptos"/>
            </a:rPr>
            <a:t>OneDrive</a:t>
          </a:r>
          <a:r>
            <a:rPr lang="en-US" sz="1400">
              <a:latin typeface="Aptos"/>
            </a:rPr>
            <a:t> and accessible to all team members</a:t>
          </a:r>
          <a:endParaRPr lang="en-US"/>
        </a:p>
      </dgm:t>
    </dgm:pt>
    <dgm:pt modelId="{820C67D1-C0B8-4FEC-822C-08B769023FA6}" type="parTrans" cxnId="{3F890CD1-EE28-4DDF-A935-37D832F8F938}">
      <dgm:prSet/>
      <dgm:spPr/>
    </dgm:pt>
    <dgm:pt modelId="{CD9DA04E-D634-4F9F-ACAB-A1B8F285A0E3}" type="sibTrans" cxnId="{3F890CD1-EE28-4DDF-A935-37D832F8F938}">
      <dgm:prSet/>
      <dgm:spPr/>
    </dgm:pt>
    <dgm:pt modelId="{B8CFA38E-23BD-4DF5-996D-5C699FD71663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How we keep it updated</a:t>
          </a:r>
        </a:p>
      </dgm:t>
    </dgm:pt>
    <dgm:pt modelId="{5C98CBF8-4C54-40A6-A25E-7C0325B69725}" type="parTrans" cxnId="{8D2314AA-D5E1-4336-A008-FAA8DDECF902}">
      <dgm:prSet/>
      <dgm:spPr/>
    </dgm:pt>
    <dgm:pt modelId="{A93AB1E7-1C5D-469A-8544-9811EA833320}" type="sibTrans" cxnId="{8D2314AA-D5E1-4336-A008-FAA8DDECF902}">
      <dgm:prSet/>
      <dgm:spPr/>
    </dgm:pt>
    <dgm:pt modelId="{162BA4D8-9E02-4B92-9624-F75E2BD125D9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Updated </a:t>
          </a:r>
          <a:r>
            <a:rPr lang="en-US" sz="1400" b="1">
              <a:latin typeface="Aptos"/>
            </a:rPr>
            <a:t>after every sponsor meeting</a:t>
          </a:r>
          <a:r>
            <a:rPr lang="en-US" sz="1400">
              <a:latin typeface="Aptos"/>
            </a:rPr>
            <a:t> and </a:t>
          </a:r>
          <a:r>
            <a:rPr lang="en-US" sz="1400" b="1">
              <a:latin typeface="Aptos"/>
            </a:rPr>
            <a:t>weekly team meeting</a:t>
          </a:r>
        </a:p>
      </dgm:t>
    </dgm:pt>
    <dgm:pt modelId="{AAD11E1B-E7F7-4824-8800-8017B5E7FE3F}" type="parTrans" cxnId="{EB6816EE-B163-4ADC-964F-C65E602D3920}">
      <dgm:prSet/>
      <dgm:spPr/>
    </dgm:pt>
    <dgm:pt modelId="{C49DD620-C4AC-4E37-86FF-984C4D20A7F4}" type="sibTrans" cxnId="{EB6816EE-B163-4ADC-964F-C65E602D3920}">
      <dgm:prSet/>
      <dgm:spPr/>
    </dgm:pt>
    <dgm:pt modelId="{3D5594DC-A1A0-4B99-887A-8F161E1BBB47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Team members share lessons during meetings, and the </a:t>
          </a:r>
          <a:r>
            <a:rPr lang="en-US" sz="1400" b="1" err="1">
              <a:latin typeface="Aptos"/>
            </a:rPr>
            <a:t>DataManager</a:t>
          </a:r>
          <a:r>
            <a:rPr lang="en-US" sz="1400" b="1">
              <a:latin typeface="Aptos"/>
            </a:rPr>
            <a:t> records them</a:t>
          </a:r>
        </a:p>
      </dgm:t>
    </dgm:pt>
    <dgm:pt modelId="{98CFC5CF-72E6-4B0F-AB88-D50F85BAE944}" type="parTrans" cxnId="{44A42819-7316-4D37-9BBD-D9F36CF9F58A}">
      <dgm:prSet/>
      <dgm:spPr/>
    </dgm:pt>
    <dgm:pt modelId="{F843AABC-6E4E-4B70-A750-EC4579C9E6B8}" type="sibTrans" cxnId="{44A42819-7316-4D37-9BBD-D9F36CF9F58A}">
      <dgm:prSet/>
      <dgm:spPr/>
    </dgm:pt>
    <dgm:pt modelId="{4E6D11D2-DB5F-49D3-BD24-002E92598818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The </a:t>
          </a:r>
          <a:r>
            <a:rPr lang="en-US" sz="1400" b="1">
              <a:latin typeface="Aptos"/>
            </a:rPr>
            <a:t>Team Lead reviews</a:t>
          </a:r>
          <a:r>
            <a:rPr lang="en-US" sz="1400">
              <a:latin typeface="Aptos"/>
            </a:rPr>
            <a:t> entries to confirm accuracy and clarity</a:t>
          </a:r>
          <a:endParaRPr lang="en-US"/>
        </a:p>
      </dgm:t>
    </dgm:pt>
    <dgm:pt modelId="{5970A81D-FF2C-40BF-94C8-5317B426D865}" type="parTrans" cxnId="{6779C24F-00E4-4528-8FB4-CB8D4333C8A1}">
      <dgm:prSet/>
      <dgm:spPr/>
    </dgm:pt>
    <dgm:pt modelId="{7B4BA3BF-D911-4D0C-9EF5-C3B921E20415}" type="sibTrans" cxnId="{6779C24F-00E4-4528-8FB4-CB8D4333C8A1}">
      <dgm:prSet/>
      <dgm:spPr/>
    </dgm:pt>
    <dgm:pt modelId="{3BF99B72-5E16-46AE-8E02-5F05FDC40C94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How we classify lessons (Priority)</a:t>
          </a:r>
        </a:p>
      </dgm:t>
    </dgm:pt>
    <dgm:pt modelId="{0B12F033-A522-43A4-9630-D8CFD55A016A}" type="parTrans" cxnId="{DF868713-DEC3-4ABF-A996-578546B3D000}">
      <dgm:prSet/>
      <dgm:spPr/>
    </dgm:pt>
    <dgm:pt modelId="{55CB8ACF-3E3B-4C85-9EDF-DE7649EBF879}" type="sibTrans" cxnId="{DF868713-DEC3-4ABF-A996-578546B3D000}">
      <dgm:prSet/>
      <dgm:spPr/>
    </dgm:pt>
    <dgm:pt modelId="{429DA6C4-1E62-4F30-A6F5-1DDEB4698576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High:</a:t>
          </a:r>
          <a:r>
            <a:rPr lang="en-US" sz="1400">
              <a:latin typeface="Aptos"/>
            </a:rPr>
            <a:t> Could impact schedule, scope, sponsor approval, or </a:t>
          </a:r>
          <a:r>
            <a:rPr lang="en-US" sz="1400" err="1">
              <a:latin typeface="Aptos"/>
            </a:rPr>
            <a:t>systemsuccess</a:t>
          </a:r>
        </a:p>
      </dgm:t>
    </dgm:pt>
    <dgm:pt modelId="{41490765-57C3-454B-A1C2-08B4B803D069}" type="parTrans" cxnId="{85BD126D-8C04-4C2E-858D-C82F27885E96}">
      <dgm:prSet/>
      <dgm:spPr/>
    </dgm:pt>
    <dgm:pt modelId="{F9581B86-1815-432A-89D3-C571E585FA10}" type="sibTrans" cxnId="{85BD126D-8C04-4C2E-858D-C82F27885E96}">
      <dgm:prSet/>
      <dgm:spPr/>
    </dgm:pt>
    <dgm:pt modelId="{C005C794-A922-4192-97EB-90CE01B9A171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Medium:</a:t>
          </a:r>
          <a:r>
            <a:rPr lang="en-US" sz="1400">
              <a:latin typeface="Aptos"/>
            </a:rPr>
            <a:t> Improves teamwork and quality, but does not </a:t>
          </a:r>
          <a:r>
            <a:rPr lang="en-US" sz="1400" err="1">
              <a:latin typeface="Aptos"/>
            </a:rPr>
            <a:t>blockprogress</a:t>
          </a:r>
        </a:p>
      </dgm:t>
    </dgm:pt>
    <dgm:pt modelId="{CF172817-BEC1-464B-9AD1-2FB94802BFE3}" type="parTrans" cxnId="{C42E2566-416A-4DCB-B287-C2F6C53122C8}">
      <dgm:prSet/>
      <dgm:spPr/>
    </dgm:pt>
    <dgm:pt modelId="{3A8E5E63-16BA-4109-B56E-CD4572CAD9C1}" type="sibTrans" cxnId="{C42E2566-416A-4DCB-B287-C2F6C53122C8}">
      <dgm:prSet/>
      <dgm:spPr/>
    </dgm:pt>
    <dgm:pt modelId="{CAB12AC0-BD1E-4D21-AEAF-0B9704B57E5C}">
      <dgm:prSet phldr="0"/>
      <dgm:spPr/>
      <dgm:t>
        <a:bodyPr/>
        <a:lstStyle/>
        <a:p>
          <a:pPr algn="l"/>
          <a:r>
            <a:rPr lang="en-US" sz="1400" b="1">
              <a:latin typeface="Aptos"/>
            </a:rPr>
            <a:t>Low:</a:t>
          </a:r>
          <a:r>
            <a:rPr lang="en-US" sz="1400">
              <a:latin typeface="Aptos"/>
            </a:rPr>
            <a:t> Helpful improvements with minimal impact if missed</a:t>
          </a:r>
          <a:endParaRPr lang="en-US"/>
        </a:p>
      </dgm:t>
    </dgm:pt>
    <dgm:pt modelId="{122C4CD5-AE60-4FE6-AFB2-0B5F6D1D7CC5}" type="parTrans" cxnId="{E8CE4489-7217-40BF-B2C6-9CEF425F6C97}">
      <dgm:prSet/>
      <dgm:spPr/>
    </dgm:pt>
    <dgm:pt modelId="{AA0D2C8D-2254-4F15-AE35-D71A4FDD97B3}" type="sibTrans" cxnId="{E8CE4489-7217-40BF-B2C6-9CEF425F6C97}">
      <dgm:prSet/>
      <dgm:spPr/>
    </dgm:pt>
    <dgm:pt modelId="{729CD68B-1948-46BB-9BF6-106F96116268}">
      <dgm:prSet phldr="0"/>
      <dgm:spPr/>
      <dgm:t>
        <a:bodyPr/>
        <a:lstStyle/>
        <a:p>
          <a:pPr algn="l"/>
          <a:r>
            <a:rPr lang="en-US" b="1">
              <a:latin typeface="Aptos"/>
            </a:rPr>
            <a:t>How we use it</a:t>
          </a:r>
        </a:p>
      </dgm:t>
    </dgm:pt>
    <dgm:pt modelId="{080CDCCB-34AB-4D36-ACA1-A5F35A6CC3B3}" type="parTrans" cxnId="{8A838CFE-2CE9-43CF-AB50-F391C0726FBB}">
      <dgm:prSet/>
      <dgm:spPr/>
    </dgm:pt>
    <dgm:pt modelId="{9A7E1F3C-FFA9-401D-A585-4E19F935D237}" type="sibTrans" cxnId="{8A838CFE-2CE9-43CF-AB50-F391C0726FBB}">
      <dgm:prSet/>
      <dgm:spPr/>
    </dgm:pt>
    <dgm:pt modelId="{FB1BC77E-3580-4AE6-BB5D-DC6E72790B51}">
      <dgm:prSet phldr="0"/>
      <dgm:spPr/>
      <dgm:t>
        <a:bodyPr/>
        <a:lstStyle/>
        <a:p>
          <a:pPr algn="l"/>
          <a:r>
            <a:rPr lang="en-US" sz="1400">
              <a:latin typeface="Aptos"/>
            </a:rPr>
            <a:t>Reviewed before major decisions (scope, tools, timeline updates)</a:t>
          </a:r>
          <a:endParaRPr lang="en-US"/>
        </a:p>
      </dgm:t>
    </dgm:pt>
    <dgm:pt modelId="{E27E9A7D-52EA-40B7-A082-82D9AB4333BF}" type="parTrans" cxnId="{413FF382-7516-48CB-9B1A-E2855B43744D}">
      <dgm:prSet/>
      <dgm:spPr/>
    </dgm:pt>
    <dgm:pt modelId="{E6274AEC-736A-4B4B-99EF-6766F57928BA}" type="sibTrans" cxnId="{413FF382-7516-48CB-9B1A-E2855B43744D}">
      <dgm:prSet/>
      <dgm:spPr/>
    </dgm:pt>
    <dgm:pt modelId="{AC0522A5-A0AD-4CE0-9C5C-48AA05CA84B5}" type="pres">
      <dgm:prSet presAssocID="{751AE52F-4DC8-4F51-ACEF-4C3FEB6B0721}" presName="linearFlow" presStyleCnt="0">
        <dgm:presLayoutVars>
          <dgm:dir/>
          <dgm:animLvl val="lvl"/>
          <dgm:resizeHandles val="exact"/>
        </dgm:presLayoutVars>
      </dgm:prSet>
      <dgm:spPr/>
    </dgm:pt>
    <dgm:pt modelId="{A652A52D-B33D-4604-AA7A-0E9ECE58E094}" type="pres">
      <dgm:prSet presAssocID="{465961EE-43A7-43BB-9FBF-895172454BA0}" presName="composite" presStyleCnt="0"/>
      <dgm:spPr/>
    </dgm:pt>
    <dgm:pt modelId="{87B592CA-76FC-448D-A5BA-ED8FE3EF3EBF}" type="pres">
      <dgm:prSet presAssocID="{465961EE-43A7-43BB-9FBF-895172454BA0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70EDA35C-13AA-45A4-ABB0-BD98F064C8C1}" type="pres">
      <dgm:prSet presAssocID="{465961EE-43A7-43BB-9FBF-895172454BA0}" presName="descendantText" presStyleLbl="alignAcc1" presStyleIdx="0" presStyleCnt="4">
        <dgm:presLayoutVars>
          <dgm:bulletEnabled val="1"/>
        </dgm:presLayoutVars>
      </dgm:prSet>
      <dgm:spPr/>
    </dgm:pt>
    <dgm:pt modelId="{63B8FF35-AF80-4131-A1D0-0EE6A2643A60}" type="pres">
      <dgm:prSet presAssocID="{37600679-E0C3-4DF5-A422-B1D81F392FC6}" presName="sp" presStyleCnt="0"/>
      <dgm:spPr/>
    </dgm:pt>
    <dgm:pt modelId="{4CCD1BF7-F701-4EC4-9B33-7870D1756B42}" type="pres">
      <dgm:prSet presAssocID="{B8CFA38E-23BD-4DF5-996D-5C699FD71663}" presName="composite" presStyleCnt="0"/>
      <dgm:spPr/>
    </dgm:pt>
    <dgm:pt modelId="{8E53B0BC-8479-4EDD-9314-1D4A165DC3A5}" type="pres">
      <dgm:prSet presAssocID="{B8CFA38E-23BD-4DF5-996D-5C699FD71663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5427CE3-B310-414F-9AAE-98009DD7E0D8}" type="pres">
      <dgm:prSet presAssocID="{B8CFA38E-23BD-4DF5-996D-5C699FD71663}" presName="descendantText" presStyleLbl="alignAcc1" presStyleIdx="1" presStyleCnt="4">
        <dgm:presLayoutVars>
          <dgm:bulletEnabled val="1"/>
        </dgm:presLayoutVars>
      </dgm:prSet>
      <dgm:spPr/>
    </dgm:pt>
    <dgm:pt modelId="{93E6E899-1F5A-464B-8905-8BD5237299EC}" type="pres">
      <dgm:prSet presAssocID="{A93AB1E7-1C5D-469A-8544-9811EA833320}" presName="sp" presStyleCnt="0"/>
      <dgm:spPr/>
    </dgm:pt>
    <dgm:pt modelId="{2AE1B74A-BCB6-4E09-9579-3489FF122585}" type="pres">
      <dgm:prSet presAssocID="{3BF99B72-5E16-46AE-8E02-5F05FDC40C94}" presName="composite" presStyleCnt="0"/>
      <dgm:spPr/>
    </dgm:pt>
    <dgm:pt modelId="{E41ECA5E-DCFC-4C9D-A068-FBC1B03C7F8A}" type="pres">
      <dgm:prSet presAssocID="{3BF99B72-5E16-46AE-8E02-5F05FDC40C94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F9282B89-583C-4AA4-B4ED-61410670AD1B}" type="pres">
      <dgm:prSet presAssocID="{3BF99B72-5E16-46AE-8E02-5F05FDC40C94}" presName="descendantText" presStyleLbl="alignAcc1" presStyleIdx="2" presStyleCnt="4">
        <dgm:presLayoutVars>
          <dgm:bulletEnabled val="1"/>
        </dgm:presLayoutVars>
      </dgm:prSet>
      <dgm:spPr/>
    </dgm:pt>
    <dgm:pt modelId="{71F787A1-5E7B-4FD3-90A0-B3011005B260}" type="pres">
      <dgm:prSet presAssocID="{55CB8ACF-3E3B-4C85-9EDF-DE7649EBF879}" presName="sp" presStyleCnt="0"/>
      <dgm:spPr/>
    </dgm:pt>
    <dgm:pt modelId="{0AB6B2FF-92A1-42D2-8B6A-6D8A7E0791C4}" type="pres">
      <dgm:prSet presAssocID="{729CD68B-1948-46BB-9BF6-106F96116268}" presName="composite" presStyleCnt="0"/>
      <dgm:spPr/>
    </dgm:pt>
    <dgm:pt modelId="{235E2FB0-42A9-4694-B886-C9F3CC2C56D8}" type="pres">
      <dgm:prSet presAssocID="{729CD68B-1948-46BB-9BF6-106F9611626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F4C207F5-ABC8-49AB-8071-3985D650B49D}" type="pres">
      <dgm:prSet presAssocID="{729CD68B-1948-46BB-9BF6-106F9611626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896AA00-F846-4624-B62A-B76F77868579}" type="presOf" srcId="{CAB12AC0-BD1E-4D21-AEAF-0B9704B57E5C}" destId="{F9282B89-583C-4AA4-B4ED-61410670AD1B}" srcOrd="0" destOrd="2" presId="urn:microsoft.com/office/officeart/2005/8/layout/chevron2"/>
    <dgm:cxn modelId="{7AC5A801-6101-4F11-93E5-7D2E7BFE0C9F}" type="presOf" srcId="{3D5594DC-A1A0-4B99-887A-8F161E1BBB47}" destId="{55427CE3-B310-414F-9AAE-98009DD7E0D8}" srcOrd="0" destOrd="1" presId="urn:microsoft.com/office/officeart/2005/8/layout/chevron2"/>
    <dgm:cxn modelId="{47F3D40A-78AB-47B7-A295-213182B7D388}" type="presOf" srcId="{729CD68B-1948-46BB-9BF6-106F96116268}" destId="{235E2FB0-42A9-4694-B886-C9F3CC2C56D8}" srcOrd="0" destOrd="0" presId="urn:microsoft.com/office/officeart/2005/8/layout/chevron2"/>
    <dgm:cxn modelId="{DF868713-DEC3-4ABF-A996-578546B3D000}" srcId="{751AE52F-4DC8-4F51-ACEF-4C3FEB6B0721}" destId="{3BF99B72-5E16-46AE-8E02-5F05FDC40C94}" srcOrd="2" destOrd="0" parTransId="{0B12F033-A522-43A4-9630-D8CFD55A016A}" sibTransId="{55CB8ACF-3E3B-4C85-9EDF-DE7649EBF879}"/>
    <dgm:cxn modelId="{44A42819-7316-4D37-9BBD-D9F36CF9F58A}" srcId="{B8CFA38E-23BD-4DF5-996D-5C699FD71663}" destId="{3D5594DC-A1A0-4B99-887A-8F161E1BBB47}" srcOrd="1" destOrd="0" parTransId="{98CFC5CF-72E6-4B0F-AB88-D50F85BAE944}" sibTransId="{F843AABC-6E4E-4B70-A750-EC4579C9E6B8}"/>
    <dgm:cxn modelId="{1C03822B-6EA6-451E-9138-9353AC556967}" type="presOf" srcId="{465961EE-43A7-43BB-9FBF-895172454BA0}" destId="{87B592CA-76FC-448D-A5BA-ED8FE3EF3EBF}" srcOrd="0" destOrd="0" presId="urn:microsoft.com/office/officeart/2005/8/layout/chevron2"/>
    <dgm:cxn modelId="{4E4EED5E-630F-413E-893E-00224DF29615}" type="presOf" srcId="{429DA6C4-1E62-4F30-A6F5-1DDEB4698576}" destId="{F9282B89-583C-4AA4-B4ED-61410670AD1B}" srcOrd="0" destOrd="0" presId="urn:microsoft.com/office/officeart/2005/8/layout/chevron2"/>
    <dgm:cxn modelId="{5133DB5F-F765-4D8C-944C-D0FDC15DD1E5}" type="presOf" srcId="{47D5DE73-C6C0-48E0-B51A-FB50E12F20FE}" destId="{70EDA35C-13AA-45A4-ABB0-BD98F064C8C1}" srcOrd="0" destOrd="0" presId="urn:microsoft.com/office/officeart/2005/8/layout/chevron2"/>
    <dgm:cxn modelId="{C42E2566-416A-4DCB-B287-C2F6C53122C8}" srcId="{3BF99B72-5E16-46AE-8E02-5F05FDC40C94}" destId="{C005C794-A922-4192-97EB-90CE01B9A171}" srcOrd="1" destOrd="0" parTransId="{CF172817-BEC1-464B-9AD1-2FB94802BFE3}" sibTransId="{3A8E5E63-16BA-4109-B56E-CD4572CAD9C1}"/>
    <dgm:cxn modelId="{91A15646-8D61-4FAF-B7E0-DAEB7B5204DD}" type="presOf" srcId="{EE9EE454-5AF0-4231-9588-B4BFF3588117}" destId="{F4C207F5-ABC8-49AB-8071-3985D650B49D}" srcOrd="0" destOrd="1" presId="urn:microsoft.com/office/officeart/2005/8/layout/chevron2"/>
    <dgm:cxn modelId="{6066A869-4845-405A-8BDE-D3EFA221CE38}" srcId="{751AE52F-4DC8-4F51-ACEF-4C3FEB6B0721}" destId="{465961EE-43A7-43BB-9FBF-895172454BA0}" srcOrd="0" destOrd="0" parTransId="{380CDA99-28F6-48F4-B6E9-09192954ECC6}" sibTransId="{37600679-E0C3-4DF5-A422-B1D81F392FC6}"/>
    <dgm:cxn modelId="{85BD126D-8C04-4C2E-858D-C82F27885E96}" srcId="{3BF99B72-5E16-46AE-8E02-5F05FDC40C94}" destId="{429DA6C4-1E62-4F30-A6F5-1DDEB4698576}" srcOrd="0" destOrd="0" parTransId="{41490765-57C3-454B-A1C2-08B4B803D069}" sibTransId="{F9581B86-1815-432A-89D3-C571E585FA10}"/>
    <dgm:cxn modelId="{6779C24F-00E4-4528-8FB4-CB8D4333C8A1}" srcId="{B8CFA38E-23BD-4DF5-996D-5C699FD71663}" destId="{4E6D11D2-DB5F-49D3-BD24-002E92598818}" srcOrd="2" destOrd="0" parTransId="{5970A81D-FF2C-40BF-94C8-5317B426D865}" sibTransId="{7B4BA3BF-D911-4D0C-9EF5-C3B921E20415}"/>
    <dgm:cxn modelId="{0AEA5158-581B-4226-A7E6-602B9B28676A}" type="presOf" srcId="{162BA4D8-9E02-4B92-9624-F75E2BD125D9}" destId="{55427CE3-B310-414F-9AAE-98009DD7E0D8}" srcOrd="0" destOrd="0" presId="urn:microsoft.com/office/officeart/2005/8/layout/chevron2"/>
    <dgm:cxn modelId="{C59E3B5A-B89D-45AF-94CC-595DEBFCEAAF}" type="presOf" srcId="{B8CFA38E-23BD-4DF5-996D-5C699FD71663}" destId="{8E53B0BC-8479-4EDD-9314-1D4A165DC3A5}" srcOrd="0" destOrd="0" presId="urn:microsoft.com/office/officeart/2005/8/layout/chevron2"/>
    <dgm:cxn modelId="{413FF382-7516-48CB-9B1A-E2855B43744D}" srcId="{729CD68B-1948-46BB-9BF6-106F96116268}" destId="{FB1BC77E-3580-4AE6-BB5D-DC6E72790B51}" srcOrd="0" destOrd="0" parTransId="{E27E9A7D-52EA-40B7-A082-82D9AB4333BF}" sibTransId="{E6274AEC-736A-4B4B-99EF-6766F57928BA}"/>
    <dgm:cxn modelId="{E8CE4489-7217-40BF-B2C6-9CEF425F6C97}" srcId="{3BF99B72-5E16-46AE-8E02-5F05FDC40C94}" destId="{CAB12AC0-BD1E-4D21-AEAF-0B9704B57E5C}" srcOrd="2" destOrd="0" parTransId="{122C4CD5-AE60-4FE6-AFB2-0B5F6D1D7CC5}" sibTransId="{AA0D2C8D-2254-4F15-AE35-D71A4FDD97B3}"/>
    <dgm:cxn modelId="{537B189B-B88A-4575-BDB9-E801F794EE57}" type="presOf" srcId="{751AE52F-4DC8-4F51-ACEF-4C3FEB6B0721}" destId="{AC0522A5-A0AD-4CE0-9C5C-48AA05CA84B5}" srcOrd="0" destOrd="0" presId="urn:microsoft.com/office/officeart/2005/8/layout/chevron2"/>
    <dgm:cxn modelId="{63789E9B-8B21-4D46-8314-CA68C914D043}" srcId="{465961EE-43A7-43BB-9FBF-895172454BA0}" destId="{47D5DE73-C6C0-48E0-B51A-FB50E12F20FE}" srcOrd="0" destOrd="0" parTransId="{408B8616-AC44-4072-AB6E-D9211FB7FBD6}" sibTransId="{11B62497-2384-40E3-9921-544A7835C2F1}"/>
    <dgm:cxn modelId="{C4CB0AA1-A337-4873-B2F7-F936CF4EDB63}" type="presOf" srcId="{C005C794-A922-4192-97EB-90CE01B9A171}" destId="{F9282B89-583C-4AA4-B4ED-61410670AD1B}" srcOrd="0" destOrd="1" presId="urn:microsoft.com/office/officeart/2005/8/layout/chevron2"/>
    <dgm:cxn modelId="{8B3B37A8-7C39-418D-BCAA-F6B2ABD9E4D1}" srcId="{729CD68B-1948-46BB-9BF6-106F96116268}" destId="{EE9EE454-5AF0-4231-9588-B4BFF3588117}" srcOrd="1" destOrd="0" parTransId="{AA3CC511-0FAF-4FCB-B875-0742E6923AA9}" sibTransId="{AA6271BB-430F-4257-B882-952C142601E7}"/>
    <dgm:cxn modelId="{8D2314AA-D5E1-4336-A008-FAA8DDECF902}" srcId="{751AE52F-4DC8-4F51-ACEF-4C3FEB6B0721}" destId="{B8CFA38E-23BD-4DF5-996D-5C699FD71663}" srcOrd="1" destOrd="0" parTransId="{5C98CBF8-4C54-40A6-A25E-7C0325B69725}" sibTransId="{A93AB1E7-1C5D-469A-8544-9811EA833320}"/>
    <dgm:cxn modelId="{B9D1BBAA-2B25-43F8-84D3-2A96A542D431}" type="presOf" srcId="{39704E75-B21C-4281-8D84-58A2C277D213}" destId="{70EDA35C-13AA-45A4-ABB0-BD98F064C8C1}" srcOrd="0" destOrd="1" presId="urn:microsoft.com/office/officeart/2005/8/layout/chevron2"/>
    <dgm:cxn modelId="{31D736B6-BEC7-4325-8ADC-37ED208F529C}" type="presOf" srcId="{FB1BC77E-3580-4AE6-BB5D-DC6E72790B51}" destId="{F4C207F5-ABC8-49AB-8071-3985D650B49D}" srcOrd="0" destOrd="0" presId="urn:microsoft.com/office/officeart/2005/8/layout/chevron2"/>
    <dgm:cxn modelId="{90DFA0BD-8E64-40E6-9E76-DC01FFF7AC90}" type="presOf" srcId="{3BF99B72-5E16-46AE-8E02-5F05FDC40C94}" destId="{E41ECA5E-DCFC-4C9D-A068-FBC1B03C7F8A}" srcOrd="0" destOrd="0" presId="urn:microsoft.com/office/officeart/2005/8/layout/chevron2"/>
    <dgm:cxn modelId="{3F890CD1-EE28-4DDF-A935-37D832F8F938}" srcId="{465961EE-43A7-43BB-9FBF-895172454BA0}" destId="{39704E75-B21C-4281-8D84-58A2C277D213}" srcOrd="1" destOrd="0" parTransId="{820C67D1-C0B8-4FEC-822C-08B769023FA6}" sibTransId="{CD9DA04E-D634-4F9F-ACAB-A1B8F285A0E3}"/>
    <dgm:cxn modelId="{25D3FCE4-CFF8-48C4-9A1D-DF18A7F7992F}" type="presOf" srcId="{4E6D11D2-DB5F-49D3-BD24-002E92598818}" destId="{55427CE3-B310-414F-9AAE-98009DD7E0D8}" srcOrd="0" destOrd="2" presId="urn:microsoft.com/office/officeart/2005/8/layout/chevron2"/>
    <dgm:cxn modelId="{EB6816EE-B163-4ADC-964F-C65E602D3920}" srcId="{B8CFA38E-23BD-4DF5-996D-5C699FD71663}" destId="{162BA4D8-9E02-4B92-9624-F75E2BD125D9}" srcOrd="0" destOrd="0" parTransId="{AAD11E1B-E7F7-4824-8800-8017B5E7FE3F}" sibTransId="{C49DD620-C4AC-4E37-86FF-984C4D20A7F4}"/>
    <dgm:cxn modelId="{8A838CFE-2CE9-43CF-AB50-F391C0726FBB}" srcId="{751AE52F-4DC8-4F51-ACEF-4C3FEB6B0721}" destId="{729CD68B-1948-46BB-9BF6-106F96116268}" srcOrd="3" destOrd="0" parTransId="{080CDCCB-34AB-4D36-ACA1-A5F35A6CC3B3}" sibTransId="{9A7E1F3C-FFA9-401D-A585-4E19F935D237}"/>
    <dgm:cxn modelId="{A1E768AB-7F7A-4256-B694-231053ADD4F1}" type="presParOf" srcId="{AC0522A5-A0AD-4CE0-9C5C-48AA05CA84B5}" destId="{A652A52D-B33D-4604-AA7A-0E9ECE58E094}" srcOrd="0" destOrd="0" presId="urn:microsoft.com/office/officeart/2005/8/layout/chevron2"/>
    <dgm:cxn modelId="{B1D3DC1A-21BC-4599-83F6-4F15E565DC3D}" type="presParOf" srcId="{A652A52D-B33D-4604-AA7A-0E9ECE58E094}" destId="{87B592CA-76FC-448D-A5BA-ED8FE3EF3EBF}" srcOrd="0" destOrd="0" presId="urn:microsoft.com/office/officeart/2005/8/layout/chevron2"/>
    <dgm:cxn modelId="{436672F7-D01E-41C6-98B1-123C8C964E9F}" type="presParOf" srcId="{A652A52D-B33D-4604-AA7A-0E9ECE58E094}" destId="{70EDA35C-13AA-45A4-ABB0-BD98F064C8C1}" srcOrd="1" destOrd="0" presId="urn:microsoft.com/office/officeart/2005/8/layout/chevron2"/>
    <dgm:cxn modelId="{CFB1191D-E464-434B-850A-846C3049A99B}" type="presParOf" srcId="{AC0522A5-A0AD-4CE0-9C5C-48AA05CA84B5}" destId="{63B8FF35-AF80-4131-A1D0-0EE6A2643A60}" srcOrd="1" destOrd="0" presId="urn:microsoft.com/office/officeart/2005/8/layout/chevron2"/>
    <dgm:cxn modelId="{0E22C7C0-1A9E-475D-918E-82897CD3C110}" type="presParOf" srcId="{AC0522A5-A0AD-4CE0-9C5C-48AA05CA84B5}" destId="{4CCD1BF7-F701-4EC4-9B33-7870D1756B42}" srcOrd="2" destOrd="0" presId="urn:microsoft.com/office/officeart/2005/8/layout/chevron2"/>
    <dgm:cxn modelId="{9C54D7EC-E3FD-4790-A12C-5C2FCD3A85C1}" type="presParOf" srcId="{4CCD1BF7-F701-4EC4-9B33-7870D1756B42}" destId="{8E53B0BC-8479-4EDD-9314-1D4A165DC3A5}" srcOrd="0" destOrd="0" presId="urn:microsoft.com/office/officeart/2005/8/layout/chevron2"/>
    <dgm:cxn modelId="{B11AA41B-3528-4BDC-A532-E85D8DE0AE46}" type="presParOf" srcId="{4CCD1BF7-F701-4EC4-9B33-7870D1756B42}" destId="{55427CE3-B310-414F-9AAE-98009DD7E0D8}" srcOrd="1" destOrd="0" presId="urn:microsoft.com/office/officeart/2005/8/layout/chevron2"/>
    <dgm:cxn modelId="{C5FBD5E6-9008-4758-8F2A-EE0CB32ED2D5}" type="presParOf" srcId="{AC0522A5-A0AD-4CE0-9C5C-48AA05CA84B5}" destId="{93E6E899-1F5A-464B-8905-8BD5237299EC}" srcOrd="3" destOrd="0" presId="urn:microsoft.com/office/officeart/2005/8/layout/chevron2"/>
    <dgm:cxn modelId="{8C340929-ECA1-4521-A03D-9645DCED9495}" type="presParOf" srcId="{AC0522A5-A0AD-4CE0-9C5C-48AA05CA84B5}" destId="{2AE1B74A-BCB6-4E09-9579-3489FF122585}" srcOrd="4" destOrd="0" presId="urn:microsoft.com/office/officeart/2005/8/layout/chevron2"/>
    <dgm:cxn modelId="{1B9C2CCA-8F9D-4B82-BE75-7B94C95F9549}" type="presParOf" srcId="{2AE1B74A-BCB6-4E09-9579-3489FF122585}" destId="{E41ECA5E-DCFC-4C9D-A068-FBC1B03C7F8A}" srcOrd="0" destOrd="0" presId="urn:microsoft.com/office/officeart/2005/8/layout/chevron2"/>
    <dgm:cxn modelId="{B1067D90-A236-47BC-828F-5F87F97122D0}" type="presParOf" srcId="{2AE1B74A-BCB6-4E09-9579-3489FF122585}" destId="{F9282B89-583C-4AA4-B4ED-61410670AD1B}" srcOrd="1" destOrd="0" presId="urn:microsoft.com/office/officeart/2005/8/layout/chevron2"/>
    <dgm:cxn modelId="{791D0513-CF55-4A4F-A9B1-900DC1302C58}" type="presParOf" srcId="{AC0522A5-A0AD-4CE0-9C5C-48AA05CA84B5}" destId="{71F787A1-5E7B-4FD3-90A0-B3011005B260}" srcOrd="5" destOrd="0" presId="urn:microsoft.com/office/officeart/2005/8/layout/chevron2"/>
    <dgm:cxn modelId="{D149F145-AA58-40F6-BB6B-75126E62FB95}" type="presParOf" srcId="{AC0522A5-A0AD-4CE0-9C5C-48AA05CA84B5}" destId="{0AB6B2FF-92A1-42D2-8B6A-6D8A7E0791C4}" srcOrd="6" destOrd="0" presId="urn:microsoft.com/office/officeart/2005/8/layout/chevron2"/>
    <dgm:cxn modelId="{A47237FC-4688-404D-8170-948CF76AF71F}" type="presParOf" srcId="{0AB6B2FF-92A1-42D2-8B6A-6D8A7E0791C4}" destId="{235E2FB0-42A9-4694-B886-C9F3CC2C56D8}" srcOrd="0" destOrd="0" presId="urn:microsoft.com/office/officeart/2005/8/layout/chevron2"/>
    <dgm:cxn modelId="{E3EB08F2-C09D-4575-94C0-7116F7D62635}" type="presParOf" srcId="{0AB6B2FF-92A1-42D2-8B6A-6D8A7E0791C4}" destId="{F4C207F5-ABC8-49AB-8071-3985D650B49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177DE-C515-4B29-9FC7-96C87C96CEF9}">
      <dsp:nvSpPr>
        <dsp:cNvPr id="0" name=""/>
        <dsp:cNvSpPr/>
      </dsp:nvSpPr>
      <dsp:spPr>
        <a:xfrm>
          <a:off x="0" y="337617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005F6-73A3-4F63-9FAD-2736D9602EDF}">
      <dsp:nvSpPr>
        <dsp:cNvPr id="0" name=""/>
        <dsp:cNvSpPr/>
      </dsp:nvSpPr>
      <dsp:spPr>
        <a:xfrm>
          <a:off x="295746" y="86697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Individual Assignments</a:t>
          </a:r>
        </a:p>
      </dsp:txBody>
      <dsp:txXfrm>
        <a:off x="320244" y="111195"/>
        <a:ext cx="4091455" cy="452844"/>
      </dsp:txXfrm>
    </dsp:sp>
    <dsp:sp modelId="{CA0748C3-B792-4D54-8D77-47F15FF1A8C7}">
      <dsp:nvSpPr>
        <dsp:cNvPr id="0" name=""/>
        <dsp:cNvSpPr/>
      </dsp:nvSpPr>
      <dsp:spPr>
        <a:xfrm>
          <a:off x="0" y="1108738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E210B-564E-45A7-95F7-452307CF435C}">
      <dsp:nvSpPr>
        <dsp:cNvPr id="0" name=""/>
        <dsp:cNvSpPr/>
      </dsp:nvSpPr>
      <dsp:spPr>
        <a:xfrm>
          <a:off x="295746" y="857818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Project Integration Plan</a:t>
          </a:r>
        </a:p>
      </dsp:txBody>
      <dsp:txXfrm>
        <a:off x="320244" y="882316"/>
        <a:ext cx="4091455" cy="452844"/>
      </dsp:txXfrm>
    </dsp:sp>
    <dsp:sp modelId="{9269BBE7-E647-426C-8580-EA31DAD24D2B}">
      <dsp:nvSpPr>
        <dsp:cNvPr id="0" name=""/>
        <dsp:cNvSpPr/>
      </dsp:nvSpPr>
      <dsp:spPr>
        <a:xfrm>
          <a:off x="0" y="1879858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E04806-1B5B-44B9-9625-03BEFF8F923D}">
      <dsp:nvSpPr>
        <dsp:cNvPr id="0" name=""/>
        <dsp:cNvSpPr/>
      </dsp:nvSpPr>
      <dsp:spPr>
        <a:xfrm>
          <a:off x="295746" y="1628937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Lessons Learned Register</a:t>
          </a:r>
        </a:p>
      </dsp:txBody>
      <dsp:txXfrm>
        <a:off x="320244" y="1653435"/>
        <a:ext cx="4091455" cy="452844"/>
      </dsp:txXfrm>
    </dsp:sp>
    <dsp:sp modelId="{CE0D9A5F-E6CF-464B-B9BA-D23F21F8B8F0}">
      <dsp:nvSpPr>
        <dsp:cNvPr id="0" name=""/>
        <dsp:cNvSpPr/>
      </dsp:nvSpPr>
      <dsp:spPr>
        <a:xfrm>
          <a:off x="0" y="2650978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0BCFE-ED66-4F24-97D7-B699F97F413D}">
      <dsp:nvSpPr>
        <dsp:cNvPr id="0" name=""/>
        <dsp:cNvSpPr/>
      </dsp:nvSpPr>
      <dsp:spPr>
        <a:xfrm>
          <a:off x="295746" y="2400058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Software Tools</a:t>
          </a:r>
        </a:p>
      </dsp:txBody>
      <dsp:txXfrm>
        <a:off x="320244" y="2424556"/>
        <a:ext cx="4091455" cy="452844"/>
      </dsp:txXfrm>
    </dsp:sp>
    <dsp:sp modelId="{4E173D23-8FCA-45BC-9299-F31208CC5E42}">
      <dsp:nvSpPr>
        <dsp:cNvPr id="0" name=""/>
        <dsp:cNvSpPr/>
      </dsp:nvSpPr>
      <dsp:spPr>
        <a:xfrm>
          <a:off x="0" y="3422098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7E01B-1DBD-4261-8AF0-3B822CAF2E24}">
      <dsp:nvSpPr>
        <dsp:cNvPr id="0" name=""/>
        <dsp:cNvSpPr/>
      </dsp:nvSpPr>
      <dsp:spPr>
        <a:xfrm>
          <a:off x="295746" y="3171178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Risk Management Plan</a:t>
          </a:r>
        </a:p>
      </dsp:txBody>
      <dsp:txXfrm>
        <a:off x="320244" y="3195676"/>
        <a:ext cx="4091455" cy="452844"/>
      </dsp:txXfrm>
    </dsp:sp>
    <dsp:sp modelId="{E10957DA-4B38-42E8-8673-01BAACFCF804}">
      <dsp:nvSpPr>
        <dsp:cNvPr id="0" name=""/>
        <dsp:cNvSpPr/>
      </dsp:nvSpPr>
      <dsp:spPr>
        <a:xfrm>
          <a:off x="0" y="4193218"/>
          <a:ext cx="591493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40B3F-2694-49B9-B6A3-3D0F7648929F}">
      <dsp:nvSpPr>
        <dsp:cNvPr id="0" name=""/>
        <dsp:cNvSpPr/>
      </dsp:nvSpPr>
      <dsp:spPr>
        <a:xfrm>
          <a:off x="295746" y="3942298"/>
          <a:ext cx="4140451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99" tIns="0" rIns="15649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Quality Management Plan</a:t>
          </a:r>
        </a:p>
      </dsp:txBody>
      <dsp:txXfrm>
        <a:off x="320244" y="3966796"/>
        <a:ext cx="4091455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2D68C-B039-46C6-A57D-89337E4FE828}">
      <dsp:nvSpPr>
        <dsp:cNvPr id="0" name=""/>
        <dsp:cNvSpPr/>
      </dsp:nvSpPr>
      <dsp:spPr>
        <a:xfrm>
          <a:off x="1250036" y="0"/>
          <a:ext cx="1510523" cy="1304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CB5AD-0D3A-428A-B18B-F9E196150D92}">
      <dsp:nvSpPr>
        <dsp:cNvPr id="0" name=""/>
        <dsp:cNvSpPr/>
      </dsp:nvSpPr>
      <dsp:spPr>
        <a:xfrm>
          <a:off x="1250036" y="1459642"/>
          <a:ext cx="4315781" cy="55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>
              <a:latin typeface="Aptos"/>
            </a:rPr>
            <a:t>In Scope</a:t>
          </a:r>
          <a:endParaRPr lang="en-US" sz="3600" kern="1200">
            <a:latin typeface="Aptos"/>
          </a:endParaRPr>
        </a:p>
      </dsp:txBody>
      <dsp:txXfrm>
        <a:off x="1250036" y="1459642"/>
        <a:ext cx="4315781" cy="558857"/>
      </dsp:txXfrm>
    </dsp:sp>
    <dsp:sp modelId="{050A727D-E286-41DE-A244-907806D54C34}">
      <dsp:nvSpPr>
        <dsp:cNvPr id="0" name=""/>
        <dsp:cNvSpPr/>
      </dsp:nvSpPr>
      <dsp:spPr>
        <a:xfrm>
          <a:off x="1250036" y="2090891"/>
          <a:ext cx="4315781" cy="2101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Online booking workflow (tour selection → availability → payment → confirmation)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Dialpad AI support + post-trip feedback automation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err="1">
              <a:latin typeface="Aptos"/>
            </a:rPr>
            <a:t>Bitrix</a:t>
          </a:r>
          <a:r>
            <a:rPr lang="en-US" sz="1700" kern="1200">
              <a:latin typeface="Aptos"/>
            </a:rPr>
            <a:t> CRM setup for storing customer/booking data and follow-ups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Data integration between booking app, Dialpad AI, and </a:t>
          </a:r>
          <a:r>
            <a:rPr lang="en-US" sz="1700" kern="1200" err="1">
              <a:latin typeface="Aptos"/>
            </a:rPr>
            <a:t>Bitrix</a:t>
          </a:r>
          <a:r>
            <a:rPr lang="en-US" sz="1700" kern="1200">
              <a:latin typeface="Aptos"/>
            </a:rPr>
            <a:t> CRM </a:t>
          </a:r>
        </a:p>
      </dsp:txBody>
      <dsp:txXfrm>
        <a:off x="1250036" y="2090891"/>
        <a:ext cx="4315781" cy="2101913"/>
      </dsp:txXfrm>
    </dsp:sp>
    <dsp:sp modelId="{6C4F83F4-EBD9-4B5C-A51D-4CE271FFF2C9}">
      <dsp:nvSpPr>
        <dsp:cNvPr id="0" name=""/>
        <dsp:cNvSpPr/>
      </dsp:nvSpPr>
      <dsp:spPr>
        <a:xfrm>
          <a:off x="6321079" y="0"/>
          <a:ext cx="1510523" cy="1304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A3126-DBBA-476B-B5DB-4027F0B20939}">
      <dsp:nvSpPr>
        <dsp:cNvPr id="0" name=""/>
        <dsp:cNvSpPr/>
      </dsp:nvSpPr>
      <dsp:spPr>
        <a:xfrm>
          <a:off x="6321079" y="1459642"/>
          <a:ext cx="4315781" cy="55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>
              <a:latin typeface="Aptos"/>
            </a:rPr>
            <a:t>Out of Scope</a:t>
          </a:r>
          <a:endParaRPr lang="en-US" sz="3600" kern="1200">
            <a:latin typeface="Aptos"/>
          </a:endParaRPr>
        </a:p>
      </dsp:txBody>
      <dsp:txXfrm>
        <a:off x="6321079" y="1459642"/>
        <a:ext cx="4315781" cy="558857"/>
      </dsp:txXfrm>
    </dsp:sp>
    <dsp:sp modelId="{435081B2-A601-4D3B-9AF3-3B99C919E9D5}">
      <dsp:nvSpPr>
        <dsp:cNvPr id="0" name=""/>
        <dsp:cNvSpPr/>
      </dsp:nvSpPr>
      <dsp:spPr>
        <a:xfrm>
          <a:off x="6321079" y="2090891"/>
          <a:ext cx="4315781" cy="2101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Major changes to sponsor requirements after design approval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Non-web-based solution (must remain cloud/web)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"/>
            </a:rPr>
            <a:t>Any solution that does not work with existing Tour Catchers workflows</a:t>
          </a:r>
          <a:endParaRPr lang="en-US" sz="1700" kern="1200"/>
        </a:p>
      </dsp:txBody>
      <dsp:txXfrm>
        <a:off x="6321079" y="2090891"/>
        <a:ext cx="4315781" cy="21019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7B3E4-0ADB-4646-BF46-C2904C1D6BA9}">
      <dsp:nvSpPr>
        <dsp:cNvPr id="0" name=""/>
        <dsp:cNvSpPr/>
      </dsp:nvSpPr>
      <dsp:spPr>
        <a:xfrm>
          <a:off x="0" y="12862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Web / Mobile Booking Workflow</a:t>
          </a:r>
          <a:endParaRPr lang="en-US" sz="1700" kern="1200">
            <a:latin typeface="Aptos"/>
          </a:endParaRPr>
        </a:p>
      </dsp:txBody>
      <dsp:txXfrm>
        <a:off x="20390" y="149013"/>
        <a:ext cx="10857811" cy="376910"/>
      </dsp:txXfrm>
    </dsp:sp>
    <dsp:sp modelId="{034BECC5-A668-4B68-858B-8238F042073C}">
      <dsp:nvSpPr>
        <dsp:cNvPr id="0" name=""/>
        <dsp:cNvSpPr/>
      </dsp:nvSpPr>
      <dsp:spPr>
        <a:xfrm>
          <a:off x="0" y="54631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Customers can select a tour, system checks availability, customer pays, and a confirmation is sent automatically. </a:t>
          </a:r>
          <a:endParaRPr lang="en-US" sz="1300" kern="1200"/>
        </a:p>
      </dsp:txBody>
      <dsp:txXfrm>
        <a:off x="0" y="546313"/>
        <a:ext cx="10898591" cy="281520"/>
      </dsp:txXfrm>
    </dsp:sp>
    <dsp:sp modelId="{666FF413-7E89-45AC-93D8-B98D9B69C495}">
      <dsp:nvSpPr>
        <dsp:cNvPr id="0" name=""/>
        <dsp:cNvSpPr/>
      </dsp:nvSpPr>
      <dsp:spPr>
        <a:xfrm>
          <a:off x="0" y="82783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Automated Confirmation &amp; Follow-Ups</a:t>
          </a:r>
          <a:endParaRPr lang="en-US" sz="1700" kern="1200">
            <a:latin typeface="Aptos"/>
          </a:endParaRPr>
        </a:p>
      </dsp:txBody>
      <dsp:txXfrm>
        <a:off x="20390" y="848223"/>
        <a:ext cx="10857811" cy="376910"/>
      </dsp:txXfrm>
    </dsp:sp>
    <dsp:sp modelId="{41391410-48DA-492A-8381-F2A4F7ED5A80}">
      <dsp:nvSpPr>
        <dsp:cNvPr id="0" name=""/>
        <dsp:cNvSpPr/>
      </dsp:nvSpPr>
      <dsp:spPr>
        <a:xfrm>
          <a:off x="0" y="124552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Booking confirmations and follow-up messages are automated so customers and staff do not rely on manual emails or calls. </a:t>
          </a:r>
        </a:p>
      </dsp:txBody>
      <dsp:txXfrm>
        <a:off x="0" y="1245523"/>
        <a:ext cx="10898591" cy="281520"/>
      </dsp:txXfrm>
    </dsp:sp>
    <dsp:sp modelId="{664F4839-DB43-4976-9036-70705C0A9B36}">
      <dsp:nvSpPr>
        <dsp:cNvPr id="0" name=""/>
        <dsp:cNvSpPr/>
      </dsp:nvSpPr>
      <dsp:spPr>
        <a:xfrm>
          <a:off x="0" y="152704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Dialpad AI (Support + Feedback)</a:t>
          </a:r>
          <a:endParaRPr lang="en-US" sz="1700" kern="1200">
            <a:latin typeface="Aptos"/>
          </a:endParaRPr>
        </a:p>
      </dsp:txBody>
      <dsp:txXfrm>
        <a:off x="20390" y="1547433"/>
        <a:ext cx="10857811" cy="376910"/>
      </dsp:txXfrm>
    </dsp:sp>
    <dsp:sp modelId="{75B1554E-2999-4BA2-B618-D9E9A321CA8D}">
      <dsp:nvSpPr>
        <dsp:cNvPr id="0" name=""/>
        <dsp:cNvSpPr/>
      </dsp:nvSpPr>
      <dsp:spPr>
        <a:xfrm>
          <a:off x="0" y="194473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Provides 24/7 responses to common questions and collects post-trip feedback automatically to reduce manual support work. </a:t>
          </a:r>
        </a:p>
      </dsp:txBody>
      <dsp:txXfrm>
        <a:off x="0" y="1944733"/>
        <a:ext cx="10898591" cy="281520"/>
      </dsp:txXfrm>
    </dsp:sp>
    <dsp:sp modelId="{90E70B89-3A24-45B6-B878-3A2ADD1A39AB}">
      <dsp:nvSpPr>
        <dsp:cNvPr id="0" name=""/>
        <dsp:cNvSpPr/>
      </dsp:nvSpPr>
      <dsp:spPr>
        <a:xfrm>
          <a:off x="0" y="222625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err="1">
              <a:latin typeface="Aptos"/>
            </a:rPr>
            <a:t>Bitrix</a:t>
          </a:r>
          <a:r>
            <a:rPr lang="en-US" sz="1700" b="1" kern="1200">
              <a:latin typeface="Aptos"/>
            </a:rPr>
            <a:t> CRM Data Management</a:t>
          </a:r>
          <a:endParaRPr lang="en-US" sz="1700" kern="1200">
            <a:latin typeface="Aptos"/>
          </a:endParaRPr>
        </a:p>
      </dsp:txBody>
      <dsp:txXfrm>
        <a:off x="20390" y="2246643"/>
        <a:ext cx="10857811" cy="376910"/>
      </dsp:txXfrm>
    </dsp:sp>
    <dsp:sp modelId="{C9ABE05B-0B91-4D5F-B480-DE3F789F204F}">
      <dsp:nvSpPr>
        <dsp:cNvPr id="0" name=""/>
        <dsp:cNvSpPr/>
      </dsp:nvSpPr>
      <dsp:spPr>
        <a:xfrm>
          <a:off x="0" y="264394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Booking and customer data is stored in </a:t>
          </a:r>
          <a:r>
            <a:rPr lang="en-US" sz="1300" kern="1200" err="1">
              <a:latin typeface="Aptos"/>
            </a:rPr>
            <a:t>Bitrix</a:t>
          </a:r>
          <a:r>
            <a:rPr lang="en-US" sz="1300" kern="1200">
              <a:latin typeface="Aptos"/>
            </a:rPr>
            <a:t> CRM and access is limited to the right staff for organized customer management. </a:t>
          </a:r>
        </a:p>
      </dsp:txBody>
      <dsp:txXfrm>
        <a:off x="0" y="2643943"/>
        <a:ext cx="10898591" cy="281520"/>
      </dsp:txXfrm>
    </dsp:sp>
    <dsp:sp modelId="{760D45C9-CE51-4E9E-AE52-40341F2C28B5}">
      <dsp:nvSpPr>
        <dsp:cNvPr id="0" name=""/>
        <dsp:cNvSpPr/>
      </dsp:nvSpPr>
      <dsp:spPr>
        <a:xfrm>
          <a:off x="0" y="292546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Security &amp; Role-Based Access Control</a:t>
          </a:r>
          <a:endParaRPr lang="en-US" sz="1700" kern="1200">
            <a:latin typeface="Aptos"/>
          </a:endParaRPr>
        </a:p>
      </dsp:txBody>
      <dsp:txXfrm>
        <a:off x="20390" y="2945853"/>
        <a:ext cx="10857811" cy="376910"/>
      </dsp:txXfrm>
    </dsp:sp>
    <dsp:sp modelId="{FBCF3A83-5A34-43DF-B807-CB77783826D8}">
      <dsp:nvSpPr>
        <dsp:cNvPr id="0" name=""/>
        <dsp:cNvSpPr/>
      </dsp:nvSpPr>
      <dsp:spPr>
        <a:xfrm>
          <a:off x="0" y="334315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Customer data must be protected and only accessible based on user role (approved staff only). </a:t>
          </a:r>
        </a:p>
      </dsp:txBody>
      <dsp:txXfrm>
        <a:off x="0" y="3343153"/>
        <a:ext cx="10898591" cy="281520"/>
      </dsp:txXfrm>
    </dsp:sp>
    <dsp:sp modelId="{40ADF75C-C822-47A0-AD05-E419EE37DD85}">
      <dsp:nvSpPr>
        <dsp:cNvPr id="0" name=""/>
        <dsp:cNvSpPr/>
      </dsp:nvSpPr>
      <dsp:spPr>
        <a:xfrm>
          <a:off x="0" y="362467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System Integration &amp; Compatibility</a:t>
          </a:r>
          <a:endParaRPr lang="en-US" sz="1700" kern="1200">
            <a:latin typeface="Aptos"/>
          </a:endParaRPr>
        </a:p>
      </dsp:txBody>
      <dsp:txXfrm>
        <a:off x="20390" y="3645063"/>
        <a:ext cx="10857811" cy="376910"/>
      </dsp:txXfrm>
    </dsp:sp>
    <dsp:sp modelId="{BEABDA2A-4ECC-4713-B126-63E902C0CD76}">
      <dsp:nvSpPr>
        <dsp:cNvPr id="0" name=""/>
        <dsp:cNvSpPr/>
      </dsp:nvSpPr>
      <dsp:spPr>
        <a:xfrm>
          <a:off x="0" y="404236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The booking app must integrate with Dialpad AI and </a:t>
          </a:r>
          <a:r>
            <a:rPr lang="en-US" sz="1300" kern="1200" err="1">
              <a:latin typeface="Aptos"/>
            </a:rPr>
            <a:t>Bitrix</a:t>
          </a:r>
          <a:r>
            <a:rPr lang="en-US" sz="1300" kern="1200">
              <a:latin typeface="Aptos"/>
            </a:rPr>
            <a:t> CRM using reliable data flow, and work across devices/browsers. </a:t>
          </a:r>
        </a:p>
      </dsp:txBody>
      <dsp:txXfrm>
        <a:off x="0" y="4042363"/>
        <a:ext cx="10898591" cy="281520"/>
      </dsp:txXfrm>
    </dsp:sp>
    <dsp:sp modelId="{790372E9-2D8C-477C-858B-734BFD5433B8}">
      <dsp:nvSpPr>
        <dsp:cNvPr id="0" name=""/>
        <dsp:cNvSpPr/>
      </dsp:nvSpPr>
      <dsp:spPr>
        <a:xfrm>
          <a:off x="0" y="4323883"/>
          <a:ext cx="10898591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ptos"/>
            </a:rPr>
            <a:t>User Training &amp; Documentation</a:t>
          </a:r>
          <a:endParaRPr lang="en-US" sz="1700" kern="1200">
            <a:latin typeface="Aptos"/>
          </a:endParaRPr>
        </a:p>
      </dsp:txBody>
      <dsp:txXfrm>
        <a:off x="20390" y="4344273"/>
        <a:ext cx="10857811" cy="376910"/>
      </dsp:txXfrm>
    </dsp:sp>
    <dsp:sp modelId="{2D395A40-4F9D-4493-AB04-6641262833E6}">
      <dsp:nvSpPr>
        <dsp:cNvPr id="0" name=""/>
        <dsp:cNvSpPr/>
      </dsp:nvSpPr>
      <dsp:spPr>
        <a:xfrm>
          <a:off x="0" y="4741573"/>
          <a:ext cx="10898591" cy="28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6030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Aptos"/>
            </a:rPr>
            <a:t> Provide simple guides and a walkthrough so Tour Catchers can adopt the system quickly with minimal training time.</a:t>
          </a:r>
        </a:p>
      </dsp:txBody>
      <dsp:txXfrm>
        <a:off x="0" y="4741573"/>
        <a:ext cx="10898591" cy="281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FE722-D7D4-4779-B705-1365EEC9A5F2}">
      <dsp:nvSpPr>
        <dsp:cNvPr id="0" name=""/>
        <dsp:cNvSpPr/>
      </dsp:nvSpPr>
      <dsp:spPr>
        <a:xfrm>
          <a:off x="3205" y="1270268"/>
          <a:ext cx="3125825" cy="9585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Online Booking System (OBS):</a:t>
          </a:r>
          <a:r>
            <a:rPr lang="en-US" sz="1900" kern="1200">
              <a:latin typeface="Aptos"/>
            </a:rPr>
            <a:t> </a:t>
          </a:r>
        </a:p>
      </dsp:txBody>
      <dsp:txXfrm>
        <a:off x="3205" y="1270268"/>
        <a:ext cx="3125825" cy="958503"/>
      </dsp:txXfrm>
    </dsp:sp>
    <dsp:sp modelId="{572B9B12-9D26-4523-AC3E-37C9978D1C08}">
      <dsp:nvSpPr>
        <dsp:cNvPr id="0" name=""/>
        <dsp:cNvSpPr/>
      </dsp:nvSpPr>
      <dsp:spPr>
        <a:xfrm>
          <a:off x="3205" y="2228771"/>
          <a:ext cx="3125825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Customers can choose a tour and submit a booking online 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Availability is checked to reduce double bookings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Automatic booking confirmation is sent after submission/payment </a:t>
          </a:r>
        </a:p>
      </dsp:txBody>
      <dsp:txXfrm>
        <a:off x="3205" y="2228771"/>
        <a:ext cx="3125825" cy="2503439"/>
      </dsp:txXfrm>
    </dsp:sp>
    <dsp:sp modelId="{FFD3B1E5-DAC2-45D2-A822-220229A12EB0}">
      <dsp:nvSpPr>
        <dsp:cNvPr id="0" name=""/>
        <dsp:cNvSpPr/>
      </dsp:nvSpPr>
      <dsp:spPr>
        <a:xfrm>
          <a:off x="3566647" y="1270268"/>
          <a:ext cx="3125825" cy="9585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AI Support &amp; Feedback System (Dialpad AI):</a:t>
          </a:r>
          <a:r>
            <a:rPr lang="en-US" sz="1900" kern="1200">
              <a:latin typeface="Aptos"/>
            </a:rPr>
            <a:t> </a:t>
          </a:r>
        </a:p>
      </dsp:txBody>
      <dsp:txXfrm>
        <a:off x="3566647" y="1270268"/>
        <a:ext cx="3125825" cy="958503"/>
      </dsp:txXfrm>
    </dsp:sp>
    <dsp:sp modelId="{6B8A0F31-C297-4E7D-B23C-612845DB4DDE}">
      <dsp:nvSpPr>
        <dsp:cNvPr id="0" name=""/>
        <dsp:cNvSpPr/>
      </dsp:nvSpPr>
      <dsp:spPr>
        <a:xfrm>
          <a:off x="3566647" y="2228771"/>
          <a:ext cx="3125825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24/7 answers for common questions (tours, pricing, policies)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Routes customers to staff when needed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Sends post-trip feedback questions and stores responses </a:t>
          </a:r>
        </a:p>
      </dsp:txBody>
      <dsp:txXfrm>
        <a:off x="3566647" y="2228771"/>
        <a:ext cx="3125825" cy="2503439"/>
      </dsp:txXfrm>
    </dsp:sp>
    <dsp:sp modelId="{61FD81F7-6306-4B35-B508-FE412B7D0B24}">
      <dsp:nvSpPr>
        <dsp:cNvPr id="0" name=""/>
        <dsp:cNvSpPr/>
      </dsp:nvSpPr>
      <dsp:spPr>
        <a:xfrm>
          <a:off x="7130089" y="1270268"/>
          <a:ext cx="3125825" cy="9585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>
              <a:latin typeface="Aptos"/>
            </a:rPr>
            <a:t>Customer Relationship Management (</a:t>
          </a:r>
          <a:r>
            <a:rPr lang="en-US" sz="1900" b="1" kern="1200" err="1">
              <a:latin typeface="Aptos"/>
            </a:rPr>
            <a:t>Bitrix</a:t>
          </a:r>
          <a:r>
            <a:rPr lang="en-US" sz="1900" b="1" kern="1200">
              <a:latin typeface="Aptos"/>
            </a:rPr>
            <a:t> CRM):</a:t>
          </a:r>
          <a:r>
            <a:rPr lang="en-US" sz="1900" kern="1200">
              <a:latin typeface="Aptos"/>
            </a:rPr>
            <a:t> </a:t>
          </a:r>
        </a:p>
      </dsp:txBody>
      <dsp:txXfrm>
        <a:off x="7130089" y="1270268"/>
        <a:ext cx="3125825" cy="958503"/>
      </dsp:txXfrm>
    </dsp:sp>
    <dsp:sp modelId="{31036562-39BC-4599-8C3B-D0FBACBC9536}">
      <dsp:nvSpPr>
        <dsp:cNvPr id="0" name=""/>
        <dsp:cNvSpPr/>
      </dsp:nvSpPr>
      <dsp:spPr>
        <a:xfrm>
          <a:off x="7130089" y="2228771"/>
          <a:ext cx="3125825" cy="25034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Central place to store customer + booking information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Tracks booking status and follow-up history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/>
            </a:rPr>
            <a:t>Helps support customer retention with reminders and follow-ups </a:t>
          </a:r>
          <a:endParaRPr lang="en-US" sz="1900" kern="1200"/>
        </a:p>
      </dsp:txBody>
      <dsp:txXfrm>
        <a:off x="7130089" y="2228771"/>
        <a:ext cx="3125825" cy="2503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A3176-5717-44FA-8BC7-F6441DF35FA2}">
      <dsp:nvSpPr>
        <dsp:cNvPr id="0" name=""/>
        <dsp:cNvSpPr/>
      </dsp:nvSpPr>
      <dsp:spPr>
        <a:xfrm>
          <a:off x="5639" y="1783917"/>
          <a:ext cx="2161839" cy="801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/>
            </a:rPr>
            <a:t>Clear Communication and Regular Updates</a:t>
          </a:r>
          <a:endParaRPr lang="en-US" sz="1600" kern="1200">
            <a:latin typeface="Aptos"/>
          </a:endParaRPr>
        </a:p>
      </dsp:txBody>
      <dsp:txXfrm>
        <a:off x="5639" y="1783917"/>
        <a:ext cx="2161839" cy="801620"/>
      </dsp:txXfrm>
    </dsp:sp>
    <dsp:sp modelId="{097DF8F2-7D09-4CAB-8E46-70EEAD8274BA}">
      <dsp:nvSpPr>
        <dsp:cNvPr id="0" name=""/>
        <dsp:cNvSpPr/>
      </dsp:nvSpPr>
      <dsp:spPr>
        <a:xfrm>
          <a:off x="5639" y="2585538"/>
          <a:ext cx="2161839" cy="207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Weekly progress updates on tasks and milestones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Regular meetings to review changes, questions, and next steps</a:t>
          </a:r>
        </a:p>
      </dsp:txBody>
      <dsp:txXfrm>
        <a:off x="5639" y="2585538"/>
        <a:ext cx="2161839" cy="2075220"/>
      </dsp:txXfrm>
    </dsp:sp>
    <dsp:sp modelId="{D0F7D4ED-F9DC-4755-9D98-128C8FC8C3BD}">
      <dsp:nvSpPr>
        <dsp:cNvPr id="0" name=""/>
        <dsp:cNvSpPr/>
      </dsp:nvSpPr>
      <dsp:spPr>
        <a:xfrm>
          <a:off x="2470136" y="1783917"/>
          <a:ext cx="2161839" cy="801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/>
            </a:rPr>
            <a:t>Collaborative Approach</a:t>
          </a:r>
          <a:endParaRPr lang="en-US" sz="1600" kern="1200">
            <a:latin typeface="Aptos"/>
          </a:endParaRPr>
        </a:p>
      </dsp:txBody>
      <dsp:txXfrm>
        <a:off x="2470136" y="1783917"/>
        <a:ext cx="2161839" cy="801620"/>
      </dsp:txXfrm>
    </dsp:sp>
    <dsp:sp modelId="{A8109C47-047A-4103-A9FA-E8F89544F344}">
      <dsp:nvSpPr>
        <dsp:cNvPr id="0" name=""/>
        <dsp:cNvSpPr/>
      </dsp:nvSpPr>
      <dsp:spPr>
        <a:xfrm>
          <a:off x="2470136" y="2585538"/>
          <a:ext cx="2161839" cy="207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Sponsor feedback built into key checkpoints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Quick follow-ups so priorities stay aligned</a:t>
          </a:r>
        </a:p>
      </dsp:txBody>
      <dsp:txXfrm>
        <a:off x="2470136" y="2585538"/>
        <a:ext cx="2161839" cy="2075220"/>
      </dsp:txXfrm>
    </dsp:sp>
    <dsp:sp modelId="{272DB5F3-A8EB-4CA5-8FA2-1DB17FA2E9E1}">
      <dsp:nvSpPr>
        <dsp:cNvPr id="0" name=""/>
        <dsp:cNvSpPr/>
      </dsp:nvSpPr>
      <dsp:spPr>
        <a:xfrm>
          <a:off x="4934634" y="1783917"/>
          <a:ext cx="2161839" cy="801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/>
            </a:rPr>
            <a:t>System Development and Configuration</a:t>
          </a:r>
          <a:endParaRPr lang="en-US" sz="1600" kern="1200">
            <a:latin typeface="Aptos"/>
          </a:endParaRPr>
        </a:p>
      </dsp:txBody>
      <dsp:txXfrm>
        <a:off x="4934634" y="1783917"/>
        <a:ext cx="2161839" cy="801620"/>
      </dsp:txXfrm>
    </dsp:sp>
    <dsp:sp modelId="{554EDA6D-C8C4-4678-965C-2CDD19D1D3A9}">
      <dsp:nvSpPr>
        <dsp:cNvPr id="0" name=""/>
        <dsp:cNvSpPr/>
      </dsp:nvSpPr>
      <dsp:spPr>
        <a:xfrm>
          <a:off x="4934634" y="2585538"/>
          <a:ext cx="2161839" cy="207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Build the online booking workflow (request → confirmation)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Configure Dialpad AI and set up </a:t>
          </a:r>
          <a:r>
            <a:rPr lang="en-US" sz="1600" kern="1200" err="1">
              <a:latin typeface="Aptos"/>
            </a:rPr>
            <a:t>Bitrix</a:t>
          </a:r>
          <a:r>
            <a:rPr lang="en-US" sz="1600" kern="1200">
              <a:latin typeface="Aptos"/>
            </a:rPr>
            <a:t> CRM for customer data</a:t>
          </a:r>
        </a:p>
      </dsp:txBody>
      <dsp:txXfrm>
        <a:off x="4934634" y="2585538"/>
        <a:ext cx="2161839" cy="2075220"/>
      </dsp:txXfrm>
    </dsp:sp>
    <dsp:sp modelId="{A3B8F1E3-2771-4058-A8E5-10988C55BB94}">
      <dsp:nvSpPr>
        <dsp:cNvPr id="0" name=""/>
        <dsp:cNvSpPr/>
      </dsp:nvSpPr>
      <dsp:spPr>
        <a:xfrm>
          <a:off x="7399131" y="1783917"/>
          <a:ext cx="2161839" cy="801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/>
            </a:rPr>
            <a:t>Quality Assurance and Testing</a:t>
          </a:r>
          <a:endParaRPr lang="en-US" sz="1600" kern="1200">
            <a:latin typeface="Aptos"/>
          </a:endParaRPr>
        </a:p>
      </dsp:txBody>
      <dsp:txXfrm>
        <a:off x="7399131" y="1783917"/>
        <a:ext cx="2161839" cy="801620"/>
      </dsp:txXfrm>
    </dsp:sp>
    <dsp:sp modelId="{7E0907F2-02CE-47C8-979A-D3FA39C14B38}">
      <dsp:nvSpPr>
        <dsp:cNvPr id="0" name=""/>
        <dsp:cNvSpPr/>
      </dsp:nvSpPr>
      <dsp:spPr>
        <a:xfrm>
          <a:off x="7399131" y="2585538"/>
          <a:ext cx="2161839" cy="207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Test each feature to make sure it works as expected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User acceptance testing (UAT) with the sponsor before final delivery</a:t>
          </a:r>
        </a:p>
      </dsp:txBody>
      <dsp:txXfrm>
        <a:off x="7399131" y="2585538"/>
        <a:ext cx="2161839" cy="2075220"/>
      </dsp:txXfrm>
    </dsp:sp>
    <dsp:sp modelId="{9BEC06F9-B475-42DD-83B6-BD5A121FCC75}">
      <dsp:nvSpPr>
        <dsp:cNvPr id="0" name=""/>
        <dsp:cNvSpPr/>
      </dsp:nvSpPr>
      <dsp:spPr>
        <a:xfrm>
          <a:off x="9863628" y="1783917"/>
          <a:ext cx="2161839" cy="801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ptos"/>
            </a:rPr>
            <a:t>Post-Implementation Support</a:t>
          </a:r>
          <a:endParaRPr lang="en-US" sz="1600" kern="1200">
            <a:latin typeface="Aptos"/>
          </a:endParaRPr>
        </a:p>
      </dsp:txBody>
      <dsp:txXfrm>
        <a:off x="9863628" y="1783917"/>
        <a:ext cx="2161839" cy="801620"/>
      </dsp:txXfrm>
    </dsp:sp>
    <dsp:sp modelId="{E8E6930B-0D72-4D4F-8BB6-2CD98EF49C4E}">
      <dsp:nvSpPr>
        <dsp:cNvPr id="0" name=""/>
        <dsp:cNvSpPr/>
      </dsp:nvSpPr>
      <dsp:spPr>
        <a:xfrm>
          <a:off x="9863628" y="2585538"/>
          <a:ext cx="2161839" cy="20752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Support after deployment to ensure smooth use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"/>
            </a:rPr>
            <a:t>Provide basic training + help with small updates if needed</a:t>
          </a:r>
        </a:p>
      </dsp:txBody>
      <dsp:txXfrm>
        <a:off x="9863628" y="2585538"/>
        <a:ext cx="2161839" cy="20752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B592CA-76FC-448D-A5BA-ED8FE3EF3EBF}">
      <dsp:nvSpPr>
        <dsp:cNvPr id="0" name=""/>
        <dsp:cNvSpPr/>
      </dsp:nvSpPr>
      <dsp:spPr>
        <a:xfrm rot="5400000">
          <a:off x="-215139" y="219430"/>
          <a:ext cx="1434261" cy="10039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kern="1200">
              <a:latin typeface="Aptos"/>
            </a:rPr>
            <a:t>Who maintains it</a:t>
          </a:r>
          <a:endParaRPr lang="en-US" sz="1000" kern="1200"/>
        </a:p>
      </dsp:txBody>
      <dsp:txXfrm rot="-5400000">
        <a:off x="1" y="506283"/>
        <a:ext cx="1003983" cy="430278"/>
      </dsp:txXfrm>
    </dsp:sp>
    <dsp:sp modelId="{70EDA35C-13AA-45A4-ABB0-BD98F064C8C1}">
      <dsp:nvSpPr>
        <dsp:cNvPr id="0" name=""/>
        <dsp:cNvSpPr/>
      </dsp:nvSpPr>
      <dsp:spPr>
        <a:xfrm rot="5400000">
          <a:off x="5950648" y="-4942374"/>
          <a:ext cx="932270" cy="10825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The register is maintained by the </a:t>
          </a:r>
          <a:r>
            <a:rPr lang="en-US" sz="1700" b="1" kern="1200">
              <a:latin typeface="Aptos"/>
            </a:rPr>
            <a:t>Data Manager: Maaz Ahmed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It is stored in </a:t>
          </a:r>
          <a:r>
            <a:rPr lang="en-US" sz="1700" b="1" kern="1200">
              <a:latin typeface="Aptos"/>
            </a:rPr>
            <a:t>OneDrive</a:t>
          </a:r>
          <a:r>
            <a:rPr lang="en-US" sz="1700" kern="1200">
              <a:latin typeface="Aptos"/>
            </a:rPr>
            <a:t> and accessible to all team members</a:t>
          </a:r>
          <a:endParaRPr lang="en-US" sz="1700" kern="1200"/>
        </a:p>
      </dsp:txBody>
      <dsp:txXfrm rot="-5400000">
        <a:off x="1003983" y="49801"/>
        <a:ext cx="10780090" cy="841250"/>
      </dsp:txXfrm>
    </dsp:sp>
    <dsp:sp modelId="{8E53B0BC-8479-4EDD-9314-1D4A165DC3A5}">
      <dsp:nvSpPr>
        <dsp:cNvPr id="0" name=""/>
        <dsp:cNvSpPr/>
      </dsp:nvSpPr>
      <dsp:spPr>
        <a:xfrm rot="5400000">
          <a:off x="-215139" y="1509047"/>
          <a:ext cx="1434261" cy="10039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Aptos"/>
            </a:rPr>
            <a:t>How we keep it updated</a:t>
          </a:r>
        </a:p>
      </dsp:txBody>
      <dsp:txXfrm rot="-5400000">
        <a:off x="1" y="1795900"/>
        <a:ext cx="1003983" cy="430278"/>
      </dsp:txXfrm>
    </dsp:sp>
    <dsp:sp modelId="{55427CE3-B310-414F-9AAE-98009DD7E0D8}">
      <dsp:nvSpPr>
        <dsp:cNvPr id="0" name=""/>
        <dsp:cNvSpPr/>
      </dsp:nvSpPr>
      <dsp:spPr>
        <a:xfrm rot="5400000">
          <a:off x="5950648" y="-3652757"/>
          <a:ext cx="932270" cy="10825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Updated </a:t>
          </a:r>
          <a:r>
            <a:rPr lang="en-US" sz="1700" b="1" kern="1200">
              <a:latin typeface="Aptos"/>
            </a:rPr>
            <a:t>after every sponsor meeting</a:t>
          </a:r>
          <a:r>
            <a:rPr lang="en-US" sz="1700" kern="1200">
              <a:latin typeface="Aptos"/>
            </a:rPr>
            <a:t> and </a:t>
          </a:r>
          <a:r>
            <a:rPr lang="en-US" sz="1700" b="1" kern="1200">
              <a:latin typeface="Aptos"/>
            </a:rPr>
            <a:t>weekly team meeting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Team members share lessons during meetings, and the </a:t>
          </a:r>
          <a:r>
            <a:rPr lang="en-US" sz="1700" b="1" kern="1200" err="1">
              <a:latin typeface="Aptos"/>
            </a:rPr>
            <a:t>DataManager</a:t>
          </a:r>
          <a:r>
            <a:rPr lang="en-US" sz="1700" b="1" kern="1200">
              <a:latin typeface="Aptos"/>
            </a:rPr>
            <a:t> records them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The </a:t>
          </a:r>
          <a:r>
            <a:rPr lang="en-US" sz="1700" b="1" kern="1200">
              <a:latin typeface="Aptos"/>
            </a:rPr>
            <a:t>Team Lead reviews</a:t>
          </a:r>
          <a:r>
            <a:rPr lang="en-US" sz="1700" kern="1200">
              <a:latin typeface="Aptos"/>
            </a:rPr>
            <a:t> entries to confirm accuracy and clarity</a:t>
          </a:r>
          <a:endParaRPr lang="en-US" sz="1700" kern="1200"/>
        </a:p>
      </dsp:txBody>
      <dsp:txXfrm rot="-5400000">
        <a:off x="1003983" y="1339418"/>
        <a:ext cx="10780090" cy="841250"/>
      </dsp:txXfrm>
    </dsp:sp>
    <dsp:sp modelId="{E41ECA5E-DCFC-4C9D-A068-FBC1B03C7F8A}">
      <dsp:nvSpPr>
        <dsp:cNvPr id="0" name=""/>
        <dsp:cNvSpPr/>
      </dsp:nvSpPr>
      <dsp:spPr>
        <a:xfrm rot="5400000">
          <a:off x="-215139" y="2798665"/>
          <a:ext cx="1434261" cy="10039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Aptos"/>
            </a:rPr>
            <a:t>How we classify lessons (Priority)</a:t>
          </a:r>
        </a:p>
      </dsp:txBody>
      <dsp:txXfrm rot="-5400000">
        <a:off x="1" y="3085518"/>
        <a:ext cx="1003983" cy="430278"/>
      </dsp:txXfrm>
    </dsp:sp>
    <dsp:sp modelId="{F9282B89-583C-4AA4-B4ED-61410670AD1B}">
      <dsp:nvSpPr>
        <dsp:cNvPr id="0" name=""/>
        <dsp:cNvSpPr/>
      </dsp:nvSpPr>
      <dsp:spPr>
        <a:xfrm rot="5400000">
          <a:off x="5950648" y="-2363139"/>
          <a:ext cx="932270" cy="10825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>
              <a:latin typeface="Aptos"/>
            </a:rPr>
            <a:t>High:</a:t>
          </a:r>
          <a:r>
            <a:rPr lang="en-US" sz="1700" kern="1200">
              <a:latin typeface="Aptos"/>
            </a:rPr>
            <a:t> Could impact schedule, scope, sponsor approval, or </a:t>
          </a:r>
          <a:r>
            <a:rPr lang="en-US" sz="1700" kern="1200" err="1">
              <a:latin typeface="Aptos"/>
            </a:rPr>
            <a:t>systemsuccess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>
              <a:latin typeface="Aptos"/>
            </a:rPr>
            <a:t>Medium:</a:t>
          </a:r>
          <a:r>
            <a:rPr lang="en-US" sz="1700" kern="1200">
              <a:latin typeface="Aptos"/>
            </a:rPr>
            <a:t> Improves teamwork and quality, but does not </a:t>
          </a:r>
          <a:r>
            <a:rPr lang="en-US" sz="1700" kern="1200" err="1">
              <a:latin typeface="Aptos"/>
            </a:rPr>
            <a:t>blockprogress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1" kern="1200">
              <a:latin typeface="Aptos"/>
            </a:rPr>
            <a:t>Low:</a:t>
          </a:r>
          <a:r>
            <a:rPr lang="en-US" sz="1700" kern="1200">
              <a:latin typeface="Aptos"/>
            </a:rPr>
            <a:t> Helpful improvements with minimal impact if missed</a:t>
          </a:r>
          <a:endParaRPr lang="en-US" sz="1700" kern="1200"/>
        </a:p>
      </dsp:txBody>
      <dsp:txXfrm rot="-5400000">
        <a:off x="1003983" y="2629036"/>
        <a:ext cx="10780090" cy="841250"/>
      </dsp:txXfrm>
    </dsp:sp>
    <dsp:sp modelId="{235E2FB0-42A9-4694-B886-C9F3CC2C56D8}">
      <dsp:nvSpPr>
        <dsp:cNvPr id="0" name=""/>
        <dsp:cNvSpPr/>
      </dsp:nvSpPr>
      <dsp:spPr>
        <a:xfrm rot="5400000">
          <a:off x="-215139" y="4088282"/>
          <a:ext cx="1434261" cy="10039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Aptos"/>
            </a:rPr>
            <a:t>How we use it</a:t>
          </a:r>
        </a:p>
      </dsp:txBody>
      <dsp:txXfrm rot="-5400000">
        <a:off x="1" y="4375135"/>
        <a:ext cx="1003983" cy="430278"/>
      </dsp:txXfrm>
    </dsp:sp>
    <dsp:sp modelId="{F4C207F5-ABC8-49AB-8071-3985D650B49D}">
      <dsp:nvSpPr>
        <dsp:cNvPr id="0" name=""/>
        <dsp:cNvSpPr/>
      </dsp:nvSpPr>
      <dsp:spPr>
        <a:xfrm rot="5400000">
          <a:off x="5950648" y="-1073521"/>
          <a:ext cx="932270" cy="1082560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Reviewed before major decisions (scope, tools, timeline updates)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"/>
            </a:rPr>
            <a:t>Helps us repeat what works and avoid repeating mistakes</a:t>
          </a:r>
        </a:p>
      </dsp:txBody>
      <dsp:txXfrm rot="-5400000">
        <a:off x="1003983" y="3918654"/>
        <a:ext cx="10780090" cy="84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6B547-026C-46EC-B55A-7B6157B08012}" type="datetimeFigureOut"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23769-5A61-40F6-8992-1143FA79BD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5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endParaRPr lang="en-US"/>
          </a:p>
        </p:txBody>
      </p:sp>
      <p:sp>
        <p:nvSpPr>
          <p:cNvPr id="306" name="Google Shape;3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6"/>
          <p:cNvSpPr txBox="1"/>
          <p:nvPr/>
        </p:nvSpPr>
        <p:spPr>
          <a:xfrm>
            <a:off x="807516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6"/>
          <p:cNvSpPr txBox="1"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20" y="0"/>
            <a:ext cx="5860800" cy="6858000"/>
          </a:xfrm>
          <a:prstGeom prst="rect">
            <a:avLst/>
          </a:prstGeom>
          <a:noFill/>
          <a:ln>
            <a:noFill/>
          </a:ln>
          <a:effectLst>
            <a:outerShdw dist="139498" dir="2700000">
              <a:srgbClr val="333333">
                <a:alpha val="64705"/>
              </a:srgbClr>
            </a:outerShdw>
          </a:effectLst>
        </p:spPr>
      </p:pic>
      <p:sp>
        <p:nvSpPr>
          <p:cNvPr id="292" name="Google Shape;292;p66"/>
          <p:cNvSpPr txBox="1"/>
          <p:nvPr/>
        </p:nvSpPr>
        <p:spPr>
          <a:xfrm>
            <a:off x="9241916" y="4821941"/>
            <a:ext cx="3066401" cy="100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 Catchers LLC</a:t>
            </a:r>
            <a:br>
              <a:rPr lang="en-US" sz="2800" i="0" u="none" strike="noStrike" cap="none"/>
            </a:br>
            <a:endParaRPr sz="280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6"/>
          <p:cNvSpPr txBox="1"/>
          <p:nvPr/>
        </p:nvSpPr>
        <p:spPr>
          <a:xfrm>
            <a:off x="10769215" y="5325968"/>
            <a:ext cx="2101320" cy="1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Team #4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66" descr="A close-up of a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0480" y="136440"/>
            <a:ext cx="3413520" cy="100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040" y="6049800"/>
            <a:ext cx="739080" cy="8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2;p66">
            <a:extLst>
              <a:ext uri="{FF2B5EF4-FFF2-40B4-BE49-F238E27FC236}">
                <a16:creationId xmlns:a16="http://schemas.microsoft.com/office/drawing/2014/main" id="{078ADC92-41B1-9FF6-0A93-CB5D02EA5ADC}"/>
              </a:ext>
            </a:extLst>
          </p:cNvPr>
          <p:cNvSpPr txBox="1"/>
          <p:nvPr/>
        </p:nvSpPr>
        <p:spPr>
          <a:xfrm>
            <a:off x="5746715" y="3851123"/>
            <a:ext cx="6210816" cy="1402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3200" b="1">
                <a:latin typeface="Calibri"/>
                <a:ea typeface="Calibri"/>
                <a:cs typeface="Calibri"/>
              </a:rPr>
              <a:t>IT 493 </a:t>
            </a:r>
            <a:r>
              <a:rPr lang="en-US" sz="32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Assignment 2 - Project Integration Management</a:t>
            </a:r>
            <a:endParaRPr lang="en-US">
              <a:solidFill>
                <a:srgbClr val="000000"/>
              </a:solidFill>
              <a:latin typeface="Aptos" panose="020B0004020202020204"/>
              <a:ea typeface="Calibri"/>
              <a:cs typeface="Calibri"/>
            </a:endParaRPr>
          </a:p>
          <a:p>
            <a:pPr algn="r"/>
            <a:endParaRPr lang="en-US" sz="3200" b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395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8"/>
          <p:cNvSpPr/>
          <p:nvPr/>
        </p:nvSpPr>
        <p:spPr>
          <a:xfrm rot="-2700000" flipH="1">
            <a:off x="-376560" y="-253440"/>
            <a:ext cx="1827720" cy="1377000"/>
          </a:xfrm>
          <a:custGeom>
            <a:avLst/>
            <a:gdLst/>
            <a:ahLst/>
            <a:cxnLst/>
            <a:rect l="l" t="t" r="r" b="b"/>
            <a:pathLst>
              <a:path w="1827638" h="1376989" extrusionOk="0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Google Shape;310;p68"/>
          <p:cNvSpPr/>
          <p:nvPr/>
        </p:nvSpPr>
        <p:spPr>
          <a:xfrm rot="-2700000" flipH="1">
            <a:off x="891360" y="421920"/>
            <a:ext cx="645480" cy="645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Google Shape;311;p68"/>
          <p:cNvSpPr/>
          <p:nvPr/>
        </p:nvSpPr>
        <p:spPr>
          <a:xfrm rot="10800000" flipH="1">
            <a:off x="9356760" y="1480680"/>
            <a:ext cx="2835360" cy="1480680"/>
          </a:xfrm>
          <a:custGeom>
            <a:avLst/>
            <a:gdLst/>
            <a:ahLst/>
            <a:cxnLst/>
            <a:rect l="l" t="t" r="r" b="b"/>
            <a:pathLst>
              <a:path w="2835357" h="1480837" extrusionOk="0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rgbClr val="1D6FA9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Google Shape;312;p68"/>
          <p:cNvSpPr txBox="1"/>
          <p:nvPr/>
        </p:nvSpPr>
        <p:spPr>
          <a:xfrm>
            <a:off x="82342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8"/>
          <p:cNvSpPr txBox="1"/>
          <p:nvPr/>
        </p:nvSpPr>
        <p:spPr>
          <a:xfrm>
            <a:off x="880524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8"/>
          <p:cNvSpPr/>
          <p:nvPr/>
        </p:nvSpPr>
        <p:spPr>
          <a:xfrm flipH="1">
            <a:off x="7975800" y="6115320"/>
            <a:ext cx="1494360" cy="742680"/>
          </a:xfrm>
          <a:custGeom>
            <a:avLst/>
            <a:gdLst/>
            <a:ahLst/>
            <a:cxnLst/>
            <a:rect l="l" t="t" r="r" b="b"/>
            <a:pathLst>
              <a:path w="43451" h="21600" extrusionOk="0">
                <a:moveTo>
                  <a:pt x="0" y="21600"/>
                </a:moveTo>
                <a:lnTo>
                  <a:pt x="21726" y="0"/>
                </a:lnTo>
                <a:lnTo>
                  <a:pt x="43451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5" name="Google Shape;315;p68"/>
          <p:cNvSpPr/>
          <p:nvPr/>
        </p:nvSpPr>
        <p:spPr>
          <a:xfrm flipH="1">
            <a:off x="7603920" y="6453000"/>
            <a:ext cx="815040" cy="405000"/>
          </a:xfrm>
          <a:custGeom>
            <a:avLst/>
            <a:gdLst/>
            <a:ahLst/>
            <a:cxnLst/>
            <a:rect l="l" t="t" r="r" b="b"/>
            <a:pathLst>
              <a:path w="43449" h="21600" extrusionOk="0">
                <a:moveTo>
                  <a:pt x="0" y="21600"/>
                </a:moveTo>
                <a:lnTo>
                  <a:pt x="21725" y="0"/>
                </a:lnTo>
                <a:lnTo>
                  <a:pt x="43449" y="21600"/>
                </a:lnTo>
                <a:close/>
              </a:path>
            </a:pathLst>
          </a:custGeom>
          <a:solidFill>
            <a:srgbClr val="1D9A78">
              <a:alpha val="29803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6" name="Google Shape;316;p68"/>
          <p:cNvSpPr/>
          <p:nvPr/>
        </p:nvSpPr>
        <p:spPr>
          <a:xfrm>
            <a:off x="-3311" y="-251"/>
            <a:ext cx="12205351" cy="1325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lang="en-US" sz="4400" b="0" i="0" u="none" strike="noStrike" cap="none">
              <a:latin typeface="Arial"/>
              <a:ea typeface="Arial"/>
              <a:cs typeface="Arial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F4E98E8-3AAD-AEFA-345B-D7BE0C551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2374116"/>
              </p:ext>
            </p:extLst>
          </p:nvPr>
        </p:nvGraphicFramePr>
        <p:xfrm>
          <a:off x="3138535" y="1397417"/>
          <a:ext cx="5914930" cy="4708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726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and holding a pen shading number on a sheet">
            <a:extLst>
              <a:ext uri="{FF2B5EF4-FFF2-40B4-BE49-F238E27FC236}">
                <a16:creationId xmlns:a16="http://schemas.microsoft.com/office/drawing/2014/main" id="{CA8C07BD-96AC-EE40-FB1E-DC0BBDAA63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6" r="4" b="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40816-FF7E-EFC7-16B4-44570A163392}"/>
              </a:ext>
            </a:extLst>
          </p:cNvPr>
          <p:cNvSpPr txBox="1"/>
          <p:nvPr/>
        </p:nvSpPr>
        <p:spPr>
          <a:xfrm>
            <a:off x="7942956" y="2488148"/>
            <a:ext cx="5076454" cy="22592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/>
              <a:t>Section 1 – Individual Assignments</a:t>
            </a:r>
          </a:p>
        </p:txBody>
      </p:sp>
    </p:spTree>
    <p:extLst>
      <p:ext uri="{BB962C8B-B14F-4D97-AF65-F5344CB8AC3E}">
        <p14:creationId xmlns:p14="http://schemas.microsoft.com/office/powerpoint/2010/main" val="36748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7"/>
          <p:cNvSpPr/>
          <p:nvPr/>
        </p:nvSpPr>
        <p:spPr>
          <a:xfrm>
            <a:off x="1440" y="0"/>
            <a:ext cx="12188880" cy="6858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1" name="Google Shape;301;p67" descr="A group of people in suit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458"/>
          <a:stretch/>
        </p:blipFill>
        <p:spPr>
          <a:xfrm>
            <a:off x="-720" y="-3240"/>
            <a:ext cx="12192120" cy="685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67"/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7"/>
          <p:cNvSpPr txBox="1"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0861E-9043-012E-8827-849D17E2F4DE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Individual Assignments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4E8F5B-BB8A-5899-775E-6E8A69749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002948"/>
              </p:ext>
            </p:extLst>
          </p:nvPr>
        </p:nvGraphicFramePr>
        <p:xfrm>
          <a:off x="269488" y="1839951"/>
          <a:ext cx="11640422" cy="464266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3354089">
                  <a:extLst>
                    <a:ext uri="{9D8B030D-6E8A-4147-A177-3AD203B41FA5}">
                      <a16:colId xmlns:a16="http://schemas.microsoft.com/office/drawing/2014/main" val="3274787628"/>
                    </a:ext>
                  </a:extLst>
                </a:gridCol>
                <a:gridCol w="4125543">
                  <a:extLst>
                    <a:ext uri="{9D8B030D-6E8A-4147-A177-3AD203B41FA5}">
                      <a16:colId xmlns:a16="http://schemas.microsoft.com/office/drawing/2014/main" val="3014809745"/>
                    </a:ext>
                  </a:extLst>
                </a:gridCol>
                <a:gridCol w="4160790">
                  <a:extLst>
                    <a:ext uri="{9D8B030D-6E8A-4147-A177-3AD203B41FA5}">
                      <a16:colId xmlns:a16="http://schemas.microsoft.com/office/drawing/2014/main" val="1426249338"/>
                    </a:ext>
                  </a:extLst>
                </a:gridCol>
              </a:tblGrid>
              <a:tr h="376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Team Member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General Tasks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</a:rPr>
                        <a:t>Individual Assignment Tasks</a:t>
                      </a:r>
                      <a:endParaRPr lang="en-US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041863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Jibraan Ahmad - Team Lead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Schedule and lead team meetings (agenda)• Maintain overall project plan• Manage Microsoft Teams and shared documents• Coordinate sponsor communication and approvals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2: Project Integration Management• Assignment 19: IT 493 Project Poster•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124008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Kainat Khan - Project Communication Manager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Primary point of contact for sponsor communication• Prepare meeting agendas and take sponsor meeting notes• Keep communication records and follow-ups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4: Project Communications Management• Assignments 4.1, 4.2, 4.3: Communication Reports 1–3•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55267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Deepak Pathak - Project Scope Manager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Define and control project scope• Document and track scope changes• Ensure deliverables align with sponsor requirements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9: Final Business Processes and Quantification• Assignment 13: Transition Documentation•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49084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Maaz Ahmed - Data Manager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Document and analyze business sponsor data• Maintain data accuracy and consistency across documents• Support reporting and quantification efforts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9: Final Business Processes and Quantification (Data Support)• Assignment 13: Transition Documentation (Data Inputs)•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29955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Anis Mirza - Project Risk Manager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Identify and document project risks• Maintain and update the risk register• Lead risk discussions during meetings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10: Project Risk Management Updates• Risk Register Maintenance (IT 492 → IT 493)•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89991"/>
                  </a:ext>
                </a:extLst>
              </a:tr>
              <a:tr h="711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Jasleen Kaur - Business Analyst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Gather and analyze business requirements• Translate sponsor needs into system requirements• Support testing and validation activities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• Assignment 7: Test Plans and Test Scripts• Assignment 10: Test Results• Assignment 8: Training Plan (Business Perspective)• Project Status Report: Assigned Week</a:t>
                      </a:r>
                    </a:p>
                  </a:txBody>
                  <a:tcPr marL="0" marR="47039" marT="18816" marB="14111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6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DF053-E919-7EB4-960B-1B63B096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rson writing on a notepad">
            <a:extLst>
              <a:ext uri="{FF2B5EF4-FFF2-40B4-BE49-F238E27FC236}">
                <a16:creationId xmlns:a16="http://schemas.microsoft.com/office/drawing/2014/main" id="{D0DBF185-522B-099E-7654-C0530021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97" r="10" b="8627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3389C-C0FA-9EA7-4EF3-2FAEF0DD4E86}"/>
              </a:ext>
            </a:extLst>
          </p:cNvPr>
          <p:cNvSpPr txBox="1"/>
          <p:nvPr/>
        </p:nvSpPr>
        <p:spPr>
          <a:xfrm>
            <a:off x="8495911" y="2386997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/>
              <a:t>Section 2 – Project Integration Plan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66933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FF687-7F76-602C-BFF1-DEE0CCD5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2DB3EEF-77FB-AC92-5335-50682F4BA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0876C4-B20B-AC90-2331-DEF94003D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B6687C-5B53-4AEC-5971-5F66CDC8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80935-913F-1606-8B46-CDFF759C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46E88E-954F-1DDC-9E0B-168763B9CA01}"/>
              </a:ext>
            </a:extLst>
          </p:cNvPr>
          <p:cNvSpPr txBox="1"/>
          <p:nvPr/>
        </p:nvSpPr>
        <p:spPr>
          <a:xfrm>
            <a:off x="383629" y="1895882"/>
            <a:ext cx="10417097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Project Title:</a:t>
            </a:r>
            <a:r>
              <a:rPr lang="en-US"/>
              <a:t> Tour Catchers LLC – Booking + AI Support + CRM Integration</a:t>
            </a:r>
          </a:p>
          <a:p>
            <a:br>
              <a:rPr lang="en-US"/>
            </a:br>
            <a:r>
              <a:rPr lang="en-US" b="1"/>
              <a:t>Project Overview:</a:t>
            </a:r>
            <a:br>
              <a:rPr lang="en-US"/>
            </a:br>
            <a:r>
              <a:rPr lang="en-US"/>
              <a:t>Tour Catchers will modernize how bookings, customer support, and customer data are handled by integrating:</a:t>
            </a:r>
          </a:p>
          <a:p>
            <a:endParaRPr lang="en-US"/>
          </a:p>
          <a:p>
            <a:pPr marL="228600" indent="-228600">
              <a:buFont typeface=""/>
              <a:buChar char="•"/>
            </a:pPr>
            <a:r>
              <a:rPr lang="en-US"/>
              <a:t>A </a:t>
            </a:r>
            <a:r>
              <a:rPr lang="en-US" b="1"/>
              <a:t>web/mobile booking application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Dialpad AI</a:t>
            </a:r>
            <a:r>
              <a:rPr lang="en-US"/>
              <a:t> for customer support + feedback</a:t>
            </a:r>
          </a:p>
          <a:p>
            <a:pPr marL="228600" indent="-228600">
              <a:buFont typeface=""/>
              <a:buChar char="•"/>
            </a:pPr>
            <a:r>
              <a:rPr lang="en-US" b="1" err="1"/>
              <a:t>Bitrix</a:t>
            </a:r>
            <a:r>
              <a:rPr lang="en-US" b="1"/>
              <a:t> CRM</a:t>
            </a:r>
            <a:r>
              <a:rPr lang="en-US"/>
              <a:t> for centralized customer data and retention</a:t>
            </a:r>
          </a:p>
          <a:p>
            <a:pPr marL="228600" indent="-228600">
              <a:buFont typeface=""/>
              <a:buChar char="•"/>
            </a:pPr>
            <a:endParaRPr lang="en-US"/>
          </a:p>
          <a:p>
            <a:r>
              <a:rPr lang="en-US" b="1">
                <a:ea typeface="+mn-lt"/>
                <a:cs typeface="+mn-lt"/>
              </a:rPr>
              <a:t>Objectives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Reduce manual phone/email booking work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Improve customer response time with 24/7 AI support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Store booking + customer data in one system (</a:t>
            </a:r>
            <a:r>
              <a:rPr lang="en-US" err="1">
                <a:ea typeface="+mn-lt"/>
                <a:cs typeface="+mn-lt"/>
              </a:rPr>
              <a:t>Bitrix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Support business growth with cloud-based tools</a:t>
            </a: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208324-5AF3-6628-C07F-BD2328E49598}"/>
              </a:ext>
            </a:extLst>
          </p:cNvPr>
          <p:cNvSpPr txBox="1"/>
          <p:nvPr/>
        </p:nvSpPr>
        <p:spPr>
          <a:xfrm>
            <a:off x="503207" y="294736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FFFFFF"/>
                </a:solidFill>
                <a:latin typeface="Aptos Display"/>
              </a:rPr>
              <a:t>Project Background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28" name="Picture 27" descr="A logo for a tour company&#10;&#10;AI-generated content may be incorrect.">
            <a:extLst>
              <a:ext uri="{FF2B5EF4-FFF2-40B4-BE49-F238E27FC236}">
                <a16:creationId xmlns:a16="http://schemas.microsoft.com/office/drawing/2014/main" id="{BC819855-6BDB-6672-BE6F-89AB16133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71" y="3741588"/>
            <a:ext cx="2983183" cy="280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1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AAC95AA-8723-EC10-B1F1-FE9CEE1EF1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092198"/>
              </p:ext>
            </p:extLst>
          </p:nvPr>
        </p:nvGraphicFramePr>
        <p:xfrm>
          <a:off x="-315012" y="1902372"/>
          <a:ext cx="11886897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3C38437E-2D86-7AD0-CC32-F2E624B4837C}"/>
              </a:ext>
            </a:extLst>
          </p:cNvPr>
          <p:cNvSpPr txBox="1"/>
          <p:nvPr/>
        </p:nvSpPr>
        <p:spPr>
          <a:xfrm>
            <a:off x="646981" y="582283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0">
                <a:solidFill>
                  <a:srgbClr val="FFFFFF"/>
                </a:solidFill>
                <a:latin typeface="Aptos Display"/>
              </a:rPr>
              <a:t>Project 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Scope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4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587BE-DB52-D38B-7827-49260E36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AFAFC47-DE1A-1123-7E52-46C9D0CD7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C9D01-AA0B-6BE2-A486-48A900AFC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E076A-D9AA-C43F-2845-10820D87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EB367E-84D8-D434-8EB6-9310CF878F63}"/>
              </a:ext>
            </a:extLst>
          </p:cNvPr>
          <p:cNvSpPr txBox="1"/>
          <p:nvPr/>
        </p:nvSpPr>
        <p:spPr>
          <a:xfrm>
            <a:off x="646981" y="582283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aseline="0">
                <a:solidFill>
                  <a:srgbClr val="FFFFFF"/>
                </a:solidFill>
                <a:latin typeface="Aptos Display"/>
              </a:rPr>
              <a:t>Project 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Requirements</a:t>
            </a:r>
            <a:endParaRPr lang="en-US"/>
          </a:p>
          <a:p>
            <a:pPr algn="ctr"/>
            <a:endParaRPr lang="en-US"/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36D15338-FBD2-D32C-6F00-D404BA4852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786674"/>
              </p:ext>
            </p:extLst>
          </p:nvPr>
        </p:nvGraphicFramePr>
        <p:xfrm>
          <a:off x="650938" y="1704290"/>
          <a:ext cx="10898591" cy="5151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405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544B6-D186-23D0-063B-04F20409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F3D822-F8DB-C63C-C736-733050133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2A3B59-1D58-4804-A776-19519BD55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AE29A-A598-B146-EF61-073126BC6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1E9F2FE8-B8A6-A8E9-B239-D0BBD746A6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794129"/>
              </p:ext>
            </p:extLst>
          </p:nvPr>
        </p:nvGraphicFramePr>
        <p:xfrm>
          <a:off x="966439" y="1580067"/>
          <a:ext cx="10259121" cy="6002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3DDE7A1B-AC03-331D-3907-6D54FF011044}"/>
              </a:ext>
            </a:extLst>
          </p:cNvPr>
          <p:cNvSpPr txBox="1"/>
          <p:nvPr/>
        </p:nvSpPr>
        <p:spPr>
          <a:xfrm>
            <a:off x="2625" y="271044"/>
            <a:ext cx="12192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Aptos Display"/>
              </a:rPr>
              <a:t>DELIVERABLES </a:t>
            </a:r>
            <a:r>
              <a:rPr lang="en-US">
                <a:solidFill>
                  <a:schemeClr val="bg1"/>
                </a:solidFill>
                <a:latin typeface="Aptos Display"/>
              </a:rPr>
              <a:t> </a:t>
            </a:r>
          </a:p>
          <a:p>
            <a:pPr algn="ctr"/>
            <a:r>
              <a:rPr lang="en-US">
                <a:solidFill>
                  <a:schemeClr val="bg1"/>
                </a:solidFill>
                <a:latin typeface="Aptos Display"/>
              </a:rPr>
              <a:t>Goal: Improve customer experience and business operations with a streamlined digital system.</a:t>
            </a:r>
          </a:p>
          <a:p>
            <a:endParaRPr lang="en-US">
              <a:solidFill>
                <a:schemeClr val="bg1"/>
              </a:solidFill>
              <a:latin typeface="Aptos Display"/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49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5B957-4398-5A1E-4443-B70EA818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BB074D-E436-22C1-162E-8192E04EF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4ECBD8-CDD6-6E03-7097-DB2BC9DDD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5AE769-5221-FCE7-84AD-929D7002C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340CAC-BF4F-496E-415D-04618235CB72}"/>
              </a:ext>
            </a:extLst>
          </p:cNvPr>
          <p:cNvSpPr txBox="1"/>
          <p:nvPr/>
        </p:nvSpPr>
        <p:spPr>
          <a:xfrm>
            <a:off x="-666" y="276277"/>
            <a:ext cx="1219200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Aptos Display"/>
              </a:rPr>
              <a:t>EXECUTION</a:t>
            </a:r>
          </a:p>
          <a:p>
            <a:pPr algn="ctr"/>
            <a:r>
              <a:rPr lang="en-US" sz="2400">
                <a:solidFill>
                  <a:schemeClr val="bg1"/>
                </a:solidFill>
                <a:latin typeface="Aptos Display"/>
              </a:rPr>
              <a:t>What can Tour Catchers expect from our team during the project’s implementation?</a:t>
            </a:r>
          </a:p>
          <a:p>
            <a:endParaRPr lang="en-US" sz="2400">
              <a:latin typeface="Aptos Display"/>
            </a:endParaRPr>
          </a:p>
        </p:txBody>
      </p:sp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A28F7A27-D545-EE30-CF3E-0510910A74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5316990"/>
              </p:ext>
            </p:extLst>
          </p:nvPr>
        </p:nvGraphicFramePr>
        <p:xfrm>
          <a:off x="75799" y="791685"/>
          <a:ext cx="12031108" cy="6444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558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DFF81-7373-6F18-608A-D5D92C05ECE0}"/>
              </a:ext>
            </a:extLst>
          </p:cNvPr>
          <p:cNvSpPr txBox="1"/>
          <p:nvPr/>
        </p:nvSpPr>
        <p:spPr>
          <a:xfrm>
            <a:off x="643468" y="643467"/>
            <a:ext cx="4620584" cy="456713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Section 3 – Lessons Learned Registers</a:t>
            </a:r>
          </a:p>
        </p:txBody>
      </p:sp>
      <p:pic>
        <p:nvPicPr>
          <p:cNvPr id="7" name="Graphic 6" descr="Classroom">
            <a:extLst>
              <a:ext uri="{FF2B5EF4-FFF2-40B4-BE49-F238E27FC236}">
                <a16:creationId xmlns:a16="http://schemas.microsoft.com/office/drawing/2014/main" id="{F2DCA778-4D8E-B46A-093B-771DB5B6B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253" y="957860"/>
            <a:ext cx="4942280" cy="49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884F4-3875-0863-BB78-D3EEF170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1296E4-233C-9E01-3DF4-1E258FE3D5B4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Lessons</a:t>
            </a:r>
            <a:r>
              <a:rPr lang="en-US" sz="3100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Learned Registers – IT 492 &amp; 493</a:t>
            </a:r>
            <a:endParaRPr lang="en-US" sz="3100" kern="1200" baseline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" name="Picture 29" descr="A table with text on it&#10;&#10;AI-generated content may be incorrect.">
            <a:extLst>
              <a:ext uri="{FF2B5EF4-FFF2-40B4-BE49-F238E27FC236}">
                <a16:creationId xmlns:a16="http://schemas.microsoft.com/office/drawing/2014/main" id="{2474332C-DDC0-61B4-E020-97F73E5FF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096776"/>
            <a:ext cx="11327549" cy="41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54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1AABB-BE61-0916-F801-237DCCA4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13639CA8-4172-8642-809A-25A9E746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DBC143-6169-0843-74C6-1D337527B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A236FC7-2DC6-FF10-C80A-CA7798B8A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FED620-541F-1B5C-0C78-2CAE30BF3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16E40-0B56-DC4F-7948-8B338107D9F6}"/>
              </a:ext>
            </a:extLst>
          </p:cNvPr>
          <p:cNvSpPr txBox="1"/>
          <p:nvPr/>
        </p:nvSpPr>
        <p:spPr>
          <a:xfrm>
            <a:off x="175274" y="643802"/>
            <a:ext cx="7197505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MAINTAINING LESSONS LEARNED REGISTER</a:t>
            </a:r>
          </a:p>
          <a:p>
            <a:endParaRPr lang="en-US" b="1"/>
          </a:p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B0ABC9-9275-13B7-1B9A-7CF37E2F2B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451954"/>
              </p:ext>
            </p:extLst>
          </p:nvPr>
        </p:nvGraphicFramePr>
        <p:xfrm>
          <a:off x="176562" y="1581616"/>
          <a:ext cx="11829584" cy="5311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7024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51D77-43C8-C2B6-F6D3-2233F1C5CFA0}"/>
              </a:ext>
            </a:extLst>
          </p:cNvPr>
          <p:cNvSpPr txBox="1"/>
          <p:nvPr/>
        </p:nvSpPr>
        <p:spPr>
          <a:xfrm>
            <a:off x="7380407" y="743447"/>
            <a:ext cx="4507497" cy="3692028"/>
          </a:xfrm>
          <a:prstGeom prst="rect">
            <a:avLst/>
          </a:prstGeom>
          <a:noFill/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latin typeface="+mj-lt"/>
                <a:ea typeface="+mj-ea"/>
                <a:cs typeface="+mj-cs"/>
              </a:rPr>
              <a:t>Section 4 – Software tools</a:t>
            </a:r>
          </a:p>
        </p:txBody>
      </p:sp>
      <p:pic>
        <p:nvPicPr>
          <p:cNvPr id="5" name="Picture 4" descr="High angle view of rulers against a white background">
            <a:extLst>
              <a:ext uri="{FF2B5EF4-FFF2-40B4-BE49-F238E27FC236}">
                <a16:creationId xmlns:a16="http://schemas.microsoft.com/office/drawing/2014/main" id="{4CE6D0BC-B308-0904-88C7-8B7B4FEE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992" r="-10" b="-10"/>
          <a:stretch>
            <a:fillRect/>
          </a:stretch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4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3DCE1-E18C-986B-E876-7937C330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2365951-7B4B-8976-77E3-DE84D9FA6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A74538-86D5-531C-0D81-D08E81468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A9EC84-C407-144C-5949-A817E2B4E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AEB7086-194C-BDF8-9631-7BE3698B0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 descr="A list of tasks with text&#10;&#10;AI-generated content may be incorrect.">
            <a:extLst>
              <a:ext uri="{FF2B5EF4-FFF2-40B4-BE49-F238E27FC236}">
                <a16:creationId xmlns:a16="http://schemas.microsoft.com/office/drawing/2014/main" id="{EDA682D5-277B-F376-FE1E-611083CF6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59" y="1578916"/>
            <a:ext cx="11085009" cy="242957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D9AA0DB-10BE-97FA-CBE9-73E0422F3070}"/>
              </a:ext>
            </a:extLst>
          </p:cNvPr>
          <p:cNvSpPr txBox="1"/>
          <p:nvPr/>
        </p:nvSpPr>
        <p:spPr>
          <a:xfrm>
            <a:off x="664380" y="4130920"/>
            <a:ext cx="1108616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we updated from IT 492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We expanded the repository to include all tools we actively use in IT 493 (documentation, planning, communication, and tracking).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We added a “Would We Use Again?” column to confirm which tools are effective and worth continuing.</a:t>
            </a:r>
          </a:p>
          <a:p>
            <a:endParaRPr lang="en-US"/>
          </a:p>
          <a:p>
            <a:r>
              <a:rPr lang="en-US" b="1"/>
              <a:t>Who maintains it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Responsible Owner:</a:t>
            </a:r>
            <a:r>
              <a:rPr lang="en-US"/>
              <a:t> </a:t>
            </a:r>
            <a:r>
              <a:rPr lang="en-US" b="1"/>
              <a:t>Data Manager – Maaz Ahmed</a:t>
            </a:r>
          </a:p>
          <a:p>
            <a:pPr marL="228600" indent="-228600">
              <a:buFont typeface=""/>
              <a:buChar char="•"/>
            </a:pPr>
            <a:r>
              <a:rPr lang="en-US"/>
              <a:t>The register is stored in </a:t>
            </a:r>
            <a:r>
              <a:rPr lang="en-US" b="1"/>
              <a:t>OneDrive</a:t>
            </a:r>
            <a:r>
              <a:rPr lang="en-US"/>
              <a:t> and accessible to all team members.</a:t>
            </a:r>
          </a:p>
          <a:p>
            <a:pPr marL="228600" indent="-228600">
              <a:buFont typeface=""/>
              <a:buChar char="•"/>
            </a:pPr>
            <a:r>
              <a:rPr lang="en-US"/>
              <a:t>Updates are reviewed during weekly team check-ins.</a:t>
            </a:r>
          </a:p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675951-F127-36A4-1CAE-75DF1CA77BCB}"/>
              </a:ext>
            </a:extLst>
          </p:cNvPr>
          <p:cNvSpPr txBox="1"/>
          <p:nvPr/>
        </p:nvSpPr>
        <p:spPr>
          <a:xfrm>
            <a:off x="659780" y="520390"/>
            <a:ext cx="1108617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Aptos Display"/>
              </a:rPr>
              <a:t>Software Tools Repository – IT 492 &amp; 493​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2" name="Rectangle 30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B9997F1-F414-ADF8-1F0B-366A6F36CDA4}"/>
              </a:ext>
            </a:extLst>
          </p:cNvPr>
          <p:cNvSpPr txBox="1"/>
          <p:nvPr/>
        </p:nvSpPr>
        <p:spPr>
          <a:xfrm>
            <a:off x="5775875" y="467133"/>
            <a:ext cx="5810300" cy="597351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We review the repository </a:t>
            </a:r>
            <a:r>
              <a:rPr lang="en-US" sz="2000" b="1"/>
              <a:t>weekly</a:t>
            </a:r>
            <a:r>
              <a:rPr lang="en-US" sz="2000"/>
              <a:t> during team check-ins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Any new tool must be added with </a:t>
            </a:r>
            <a:r>
              <a:rPr lang="en-US" sz="2000" b="1"/>
              <a:t>purpose, owner, and what deliverable it supports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Tools are kept consistent, so the sponsor and team always use the same versions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Central storage in </a:t>
            </a:r>
            <a:r>
              <a:rPr lang="en-US" sz="2000" b="1"/>
              <a:t>OneDrive</a:t>
            </a:r>
            <a:r>
              <a:rPr lang="en-US" sz="2000"/>
              <a:t> prevents confusion and duplicate files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Helps the team stay organized and meet deadlines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Keeps sponsor communication clear and professional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Supports planning (schedule + Kanban) and tracking (logs + registers)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ea typeface="+mn-lt"/>
                <a:cs typeface="+mn-lt"/>
              </a:rPr>
              <a:t>Makes it easier to document and deliver a clean handoff</a:t>
            </a:r>
            <a:endParaRPr lang="en-US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905F52B3-4787-FBA2-F0D5-7C579EFFA37F}"/>
              </a:ext>
            </a:extLst>
          </p:cNvPr>
          <p:cNvSpPr txBox="1"/>
          <p:nvPr/>
        </p:nvSpPr>
        <p:spPr>
          <a:xfrm>
            <a:off x="83635" y="148683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baseline="0">
                <a:solidFill>
                  <a:schemeClr val="bg1"/>
                </a:solidFill>
                <a:latin typeface="Aptos"/>
              </a:rPr>
              <a:t>How We Manage the Tools Repository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6ED3300E-E520-9879-C5CF-9CB80E323478}"/>
              </a:ext>
            </a:extLst>
          </p:cNvPr>
          <p:cNvSpPr txBox="1"/>
          <p:nvPr/>
        </p:nvSpPr>
        <p:spPr>
          <a:xfrm>
            <a:off x="83634" y="4218878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rtl="0"/>
            <a:r>
              <a:rPr lang="en-US" sz="2400" b="1" baseline="0">
                <a:solidFill>
                  <a:schemeClr val="bg1"/>
                </a:solidFill>
                <a:latin typeface="Aptos"/>
                <a:ea typeface="Arial"/>
                <a:cs typeface="Arial"/>
              </a:rPr>
              <a:t>Why These Tools Work for Tour Catchers</a:t>
            </a:r>
            <a:r>
              <a:rPr lang="en-US" sz="2400">
                <a:solidFill>
                  <a:schemeClr val="bg1"/>
                </a:solidFill>
                <a:latin typeface="Aptos"/>
                <a:ea typeface="Arial"/>
                <a:cs typeface="Arial"/>
              </a:rPr>
              <a:t>​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300" name="Arrow: Right 299">
            <a:extLst>
              <a:ext uri="{FF2B5EF4-FFF2-40B4-BE49-F238E27FC236}">
                <a16:creationId xmlns:a16="http://schemas.microsoft.com/office/drawing/2014/main" id="{0AEF99E2-83D6-951E-8EE8-D8ABCE588C31}"/>
              </a:ext>
            </a:extLst>
          </p:cNvPr>
          <p:cNvSpPr/>
          <p:nvPr/>
        </p:nvSpPr>
        <p:spPr>
          <a:xfrm>
            <a:off x="2512990" y="1829891"/>
            <a:ext cx="2854676" cy="387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Arrow: Right 300">
            <a:extLst>
              <a:ext uri="{FF2B5EF4-FFF2-40B4-BE49-F238E27FC236}">
                <a16:creationId xmlns:a16="http://schemas.microsoft.com/office/drawing/2014/main" id="{7768A016-C0B6-14CE-A66D-8E06E55E80AC}"/>
              </a:ext>
            </a:extLst>
          </p:cNvPr>
          <p:cNvSpPr/>
          <p:nvPr/>
        </p:nvSpPr>
        <p:spPr>
          <a:xfrm>
            <a:off x="2512990" y="4682744"/>
            <a:ext cx="2854676" cy="387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53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F9D918D1-E84C-67B8-2089-EE90475F1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84" r="5587" b="8"/>
          <a:stretch>
            <a:fillRect/>
          </a:stretch>
        </p:blipFill>
        <p:spPr>
          <a:xfrm>
            <a:off x="20" y="10"/>
            <a:ext cx="9947062" cy="685799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4BDBA-77DA-7113-8B07-F2151F59C84B}"/>
              </a:ext>
            </a:extLst>
          </p:cNvPr>
          <p:cNvSpPr txBox="1"/>
          <p:nvPr/>
        </p:nvSpPr>
        <p:spPr>
          <a:xfrm>
            <a:off x="8046719" y="2722729"/>
            <a:ext cx="3633747" cy="27000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/>
              <a:t>Section 5 - Risk management plan </a:t>
            </a:r>
            <a:r>
              <a:rPr lang="en-US" sz="2000"/>
              <a:t>​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25385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4A083-C60B-9C45-16C9-D0363E067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9535170-97CB-D856-8DA2-D5036A334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BCD0FC-76DD-EAC3-77FF-ABCB8E331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00EA7B-1B22-A5B2-BE82-CFDDAE5F9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numbers and a red and yellow box&#10;&#10;AI-generated content may be incorrect.">
            <a:extLst>
              <a:ext uri="{FF2B5EF4-FFF2-40B4-BE49-F238E27FC236}">
                <a16:creationId xmlns:a16="http://schemas.microsoft.com/office/drawing/2014/main" id="{2684199E-2D46-C6B0-409F-B52C4386A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22" y="1898279"/>
            <a:ext cx="11268075" cy="3657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620DEE-6D71-B8C9-4DC1-B290BD77ADCF}"/>
              </a:ext>
            </a:extLst>
          </p:cNvPr>
          <p:cNvSpPr txBox="1"/>
          <p:nvPr/>
        </p:nvSpPr>
        <p:spPr>
          <a:xfrm>
            <a:off x="659780" y="520390"/>
            <a:ext cx="1108617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Aptos Display"/>
              </a:rPr>
              <a:t>Risk Register – IT 492 &amp; 493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06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F15C0-C643-D81F-BBE4-6C7D0B1C6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A41F6-E620-1AB3-0953-41BB29930304}"/>
              </a:ext>
            </a:extLst>
          </p:cNvPr>
          <p:cNvSpPr txBox="1"/>
          <p:nvPr/>
        </p:nvSpPr>
        <p:spPr>
          <a:xfrm>
            <a:off x="645065" y="1463040"/>
            <a:ext cx="3796306" cy="26909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latin typeface="+mj-lt"/>
                <a:ea typeface="+mj-ea"/>
                <a:cs typeface="+mj-cs"/>
              </a:rPr>
              <a:t>What was updated from IT 492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8D2B1-11ED-DDF2-4B8F-9B55D0DEC594}"/>
              </a:ext>
            </a:extLst>
          </p:cNvPr>
          <p:cNvSpPr txBox="1"/>
          <p:nvPr/>
        </p:nvSpPr>
        <p:spPr>
          <a:xfrm>
            <a:off x="5656218" y="1463039"/>
            <a:ext cx="5542387" cy="43004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 reviewed all IT 492 risks and updated them for the IT 493 implementation phase.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 updated </a:t>
            </a:r>
            <a:r>
              <a:rPr lang="en-US" sz="2200" b="1"/>
              <a:t>risk status</a:t>
            </a:r>
            <a:r>
              <a:rPr lang="en-US" sz="2200"/>
              <a:t>, </a:t>
            </a:r>
            <a:r>
              <a:rPr lang="en-US" sz="2200" b="1"/>
              <a:t>remarks</a:t>
            </a:r>
            <a:r>
              <a:rPr lang="en-US" sz="2200"/>
              <a:t>, and </a:t>
            </a:r>
            <a:r>
              <a:rPr lang="en-US" sz="2200" b="1"/>
              <a:t>dates</a:t>
            </a:r>
            <a:r>
              <a:rPr lang="en-US" sz="2200"/>
              <a:t> based on current project progress.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We added new risks related to implementation, integration, and sponsor availability.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Risk Register Owner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Responsible Owner:</a:t>
            </a:r>
            <a:r>
              <a:rPr lang="en-US" sz="2200"/>
              <a:t> </a:t>
            </a:r>
            <a:r>
              <a:rPr lang="en-US" sz="2200" b="1"/>
              <a:t>Project Risk Manager – Anis Mirza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Stored in </a:t>
            </a:r>
            <a:r>
              <a:rPr lang="en-US" sz="2200" b="1"/>
              <a:t>OneDrive</a:t>
            </a:r>
            <a:r>
              <a:rPr lang="en-US" sz="2200"/>
              <a:t> so all team members can access the latest version.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07FD4CB7-AEF6-6868-AF13-282FE013C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1880"/>
            <a:ext cx="12192000" cy="158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73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reaching for a paper on a table full of paper and sticky notes">
            <a:extLst>
              <a:ext uri="{FF2B5EF4-FFF2-40B4-BE49-F238E27FC236}">
                <a16:creationId xmlns:a16="http://schemas.microsoft.com/office/drawing/2014/main" id="{DD8CCF99-4A36-2C1D-83BA-348C3C8E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51" r="15424" b="4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5D816-0B57-96D9-4ECC-1CD863895528}"/>
              </a:ext>
            </a:extLst>
          </p:cNvPr>
          <p:cNvSpPr txBox="1"/>
          <p:nvPr/>
        </p:nvSpPr>
        <p:spPr>
          <a:xfrm>
            <a:off x="7527023" y="2533476"/>
            <a:ext cx="3922189" cy="34882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baseline="0"/>
              <a:t>Section </a:t>
            </a:r>
            <a:r>
              <a:rPr lang="en-US" sz="3200" b="1"/>
              <a:t>6 – Quality Management Plan </a:t>
            </a:r>
            <a:r>
              <a:rPr lang="en-US" sz="3200" b="1" baseline="0"/>
              <a:t>​</a:t>
            </a:r>
            <a:r>
              <a:rPr lang="en-US" sz="3200" b="1"/>
              <a:t>​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4025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01EAE-0244-4665-3325-52C59BD8E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Branching diagram with solid fill">
            <a:extLst>
              <a:ext uri="{FF2B5EF4-FFF2-40B4-BE49-F238E27FC236}">
                <a16:creationId xmlns:a16="http://schemas.microsoft.com/office/drawing/2014/main" id="{E2ED2AB2-6015-8908-746B-2C73A1F6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898" y="1531004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52" name="Arc 51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D3682-BE0C-AE42-7377-B4CEA3BBFB76}"/>
              </a:ext>
            </a:extLst>
          </p:cNvPr>
          <p:cNvSpPr txBox="1"/>
          <p:nvPr/>
        </p:nvSpPr>
        <p:spPr>
          <a:xfrm>
            <a:off x="268482" y="1528667"/>
            <a:ext cx="5827519" cy="533908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/>
              <a:t>Goal:</a:t>
            </a:r>
            <a:r>
              <a:rPr lang="en-US" sz="2400"/>
              <a:t> Ensure the full Tour Catchers system works correctly, is easy to use, and meets sponsor expectations.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/>
              <a:t>How we verify quality as a team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We verify each feature works during development (team testing)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We validate the full system with sponsor feedback and UAT before launch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We log issues, fix them, and re-test until they are resolved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2" name="Picture 1" descr="A blue and white gradient&#10;&#10;AI-generated content may be incorrect.">
            <a:extLst>
              <a:ext uri="{FF2B5EF4-FFF2-40B4-BE49-F238E27FC236}">
                <a16:creationId xmlns:a16="http://schemas.microsoft.com/office/drawing/2014/main" id="{76780451-C221-B853-61F0-E315C9A58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74434"/>
            <a:ext cx="12192000" cy="15289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E9225F-3709-1469-6B4A-99ADBC1ABE51}"/>
              </a:ext>
            </a:extLst>
          </p:cNvPr>
          <p:cNvSpPr txBox="1"/>
          <p:nvPr/>
        </p:nvSpPr>
        <p:spPr>
          <a:xfrm>
            <a:off x="840828" y="0"/>
            <a:ext cx="11475981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i="0" u="none" strike="noStrike" baseline="0">
                <a:solidFill>
                  <a:schemeClr val="bg1"/>
                </a:solidFill>
                <a:latin typeface="Aptos Display"/>
                <a:ea typeface="Segoe UI"/>
                <a:cs typeface="Segoe UI"/>
              </a:rPr>
              <a:t>Quality Management Plan(Updated from IT 492)</a:t>
            </a:r>
            <a:endParaRPr lang="en-US" sz="400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3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A3CD1-C14B-452E-D4A9-C0E275A9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E9BAC-1F0C-B1CD-2DFE-DFA04C6CE128}"/>
              </a:ext>
            </a:extLst>
          </p:cNvPr>
          <p:cNvSpPr txBox="1"/>
          <p:nvPr/>
        </p:nvSpPr>
        <p:spPr>
          <a:xfrm>
            <a:off x="2296356" y="679237"/>
            <a:ext cx="9895951" cy="103366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Milestones for Quality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6391F-0345-1373-D30D-13C079AEE17C}"/>
              </a:ext>
            </a:extLst>
          </p:cNvPr>
          <p:cNvSpPr txBox="1"/>
          <p:nvPr/>
        </p:nvSpPr>
        <p:spPr>
          <a:xfrm>
            <a:off x="324409" y="2560928"/>
            <a:ext cx="9724031" cy="36833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Development</a:t>
            </a: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1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Develop core features and requirements for the project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Build booking workflow, CRM setup, and Dialpad AI setup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Confirm each feature matches sponsor requirements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Alpha Testing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Identify bugs / test key features / fix bugs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Team tests basic workflows end-to-end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Fix issues found and re-test until stable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Beta Testing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Evaluate usability and security, fix issues from alpha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Test for ease of use (customer + staff perspective)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Check role access and data handling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Fix UI or workflow problems found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6AE0B-7043-BC14-4321-8EE20962330F}"/>
              </a:ext>
            </a:extLst>
          </p:cNvPr>
          <p:cNvSpPr txBox="1"/>
          <p:nvPr/>
        </p:nvSpPr>
        <p:spPr>
          <a:xfrm>
            <a:off x="6328317" y="2016513"/>
            <a:ext cx="6096000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b="1" baseline="0">
                <a:latin typeface="Aptos"/>
                <a:ea typeface="Segoe UI"/>
                <a:cs typeface="Segoe UI"/>
              </a:rPr>
              <a:t>User Acceptance Testing (UAT)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rtl="0">
              <a:spcAft>
                <a:spcPts val="600"/>
              </a:spcAft>
            </a:pPr>
            <a:r>
              <a:rPr lang="en-US" b="1" baseline="0">
                <a:latin typeface="Aptos"/>
                <a:ea typeface="Segoe UI"/>
                <a:cs typeface="Segoe UI"/>
              </a:rPr>
              <a:t>System meets requirements / validated by sponsor / ready for launch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marL="228600" lvl="0" indent="-228600" rtl="0">
              <a:spcAft>
                <a:spcPts val="600"/>
              </a:spcAft>
              <a:buFont typeface="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Sponsor tests real scenarios (booking, confirmations, follow-ups)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spcAft>
                <a:spcPts val="600"/>
              </a:spcAft>
              <a:buFont typeface="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Collect sponsor feedback and apply final improvements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spcAft>
                <a:spcPts val="600"/>
              </a:spcAft>
              <a:buFont typeface="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Sponsor confirms acceptance criteria are met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rtl="0">
              <a:spcAft>
                <a:spcPts val="600"/>
              </a:spcAft>
            </a:pPr>
            <a:r>
              <a:rPr lang="en-US" b="1" baseline="0">
                <a:latin typeface="Aptos"/>
                <a:ea typeface="Segoe UI"/>
                <a:cs typeface="Segoe UI"/>
              </a:rPr>
              <a:t>Launch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rtl="0">
              <a:spcAft>
                <a:spcPts val="600"/>
              </a:spcAft>
            </a:pPr>
            <a:r>
              <a:rPr lang="en-US" b="1" baseline="0">
                <a:latin typeface="Aptos"/>
                <a:ea typeface="Segoe UI"/>
                <a:cs typeface="Segoe UI"/>
              </a:rPr>
              <a:t>Receive feedback, make necessary updates, monitor</a:t>
            </a: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marL="228600" lvl="0" indent="-228600" rtl="0">
              <a:spcAft>
                <a:spcPts val="600"/>
              </a:spcAft>
              <a:buFont typeface="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Deliver final walkthrough + documentation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rtl="0">
              <a:spcAft>
                <a:spcPts val="600"/>
              </a:spcAft>
              <a:buFont typeface=""/>
              <a:buChar char="•"/>
            </a:pPr>
            <a:r>
              <a:rPr lang="en-US" baseline="0">
                <a:latin typeface="Aptos"/>
                <a:ea typeface="Arial"/>
                <a:cs typeface="Arial"/>
              </a:rPr>
              <a:t>Support initial use and handle minor fixes if needed</a:t>
            </a:r>
            <a:r>
              <a:rPr lang="en-US">
                <a:latin typeface="Aptos"/>
                <a:ea typeface="Arial"/>
                <a:cs typeface="Arial"/>
              </a:rPr>
              <a:t>​</a:t>
            </a:r>
          </a:p>
          <a:p>
            <a:pPr algn="ctr" rtl="0">
              <a:spcAft>
                <a:spcPts val="600"/>
              </a:spcAft>
            </a:pPr>
            <a:r>
              <a:rPr lang="en-US">
                <a:latin typeface="Aptos"/>
                <a:ea typeface="Segoe UI"/>
                <a:cs typeface="Segoe UI"/>
              </a:rPr>
              <a:t>​</a:t>
            </a:r>
          </a:p>
          <a:p>
            <a:pPr algn="ctr"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51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37035-DCB0-2E46-6D20-D77BF59A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F95EB3B-0AF7-3DD1-C927-2BC7D566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99DC7F-4686-22C0-966C-6CB34EAB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D25E8E-925F-6E62-AE13-ECA7753ED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52EF7-0278-4471-992A-91848FE955E6}"/>
              </a:ext>
            </a:extLst>
          </p:cNvPr>
          <p:cNvSpPr txBox="1"/>
          <p:nvPr/>
        </p:nvSpPr>
        <p:spPr>
          <a:xfrm>
            <a:off x="559138" y="362239"/>
            <a:ext cx="1108617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Citations</a:t>
            </a:r>
            <a:endParaRPr lang="en-US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D3E45-FA16-49C2-26CD-5AA6D732115C}"/>
              </a:ext>
            </a:extLst>
          </p:cNvPr>
          <p:cNvSpPr txBox="1"/>
          <p:nvPr/>
        </p:nvSpPr>
        <p:spPr>
          <a:xfrm>
            <a:off x="298594" y="1568009"/>
            <a:ext cx="9236926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r>
              <a:rPr lang="en-US"/>
              <a:t>George Mason University, Department of Information Sciences and Technology. (2025). </a:t>
            </a:r>
            <a:r>
              <a:rPr lang="en-US" i="1"/>
              <a:t>Assignment 3: Business analysis and sponsor needs</a:t>
            </a:r>
            <a:r>
              <a:rPr lang="en-US"/>
              <a:t> [Course assignment]. IT 492: Senior Design Project I.</a:t>
            </a:r>
          </a:p>
          <a:p>
            <a:r>
              <a:rPr lang="en-US"/>
              <a:t>George Mason University, Department of Information Sciences and Technology. (2025). </a:t>
            </a:r>
            <a:r>
              <a:rPr lang="en-US" i="1"/>
              <a:t>Assignment 5: Project integration management</a:t>
            </a:r>
            <a:r>
              <a:rPr lang="en-US"/>
              <a:t> [Course assignment]. IT 492: Senior Design Project I.</a:t>
            </a:r>
          </a:p>
          <a:p>
            <a:r>
              <a:rPr lang="en-US"/>
              <a:t>George Mason University, Department of Information Sciences and Technology. (2025). </a:t>
            </a:r>
            <a:r>
              <a:rPr lang="en-US" i="1"/>
              <a:t>Assignment 8: Solutions evaluation and selection</a:t>
            </a:r>
            <a:r>
              <a:rPr lang="en-US"/>
              <a:t> [Course assignment]. IT 492: Senior Design Project I.</a:t>
            </a:r>
          </a:p>
          <a:p>
            <a:r>
              <a:rPr lang="en-US"/>
              <a:t>Tour Catchers LLC. (2026). </a:t>
            </a:r>
            <a:r>
              <a:rPr lang="en-US" i="1"/>
              <a:t>Sponsor meeting notes and feedback (IT 492–IT 493)</a:t>
            </a:r>
            <a:r>
              <a:rPr lang="en-US"/>
              <a:t> [Unpublished internal documents].</a:t>
            </a:r>
          </a:p>
          <a:p>
            <a:r>
              <a:rPr lang="en-US"/>
              <a:t>Team 4. (2026). </a:t>
            </a:r>
            <a:r>
              <a:rPr lang="en-US" i="1"/>
              <a:t>Lessons learned register (updated for IT 493)</a:t>
            </a:r>
            <a:r>
              <a:rPr lang="en-US"/>
              <a:t> [Unpublished internal document].</a:t>
            </a:r>
          </a:p>
          <a:p>
            <a:r>
              <a:rPr lang="en-US"/>
              <a:t>Team 4. (2026). </a:t>
            </a:r>
            <a:r>
              <a:rPr lang="en-US" i="1"/>
              <a:t>Risk register (updated for IT 493)</a:t>
            </a:r>
            <a:r>
              <a:rPr lang="en-US"/>
              <a:t> [Unpublished internal document].</a:t>
            </a:r>
          </a:p>
          <a:p>
            <a:r>
              <a:rPr lang="en-US"/>
              <a:t>Team 4. (2026). </a:t>
            </a:r>
            <a:r>
              <a:rPr lang="en-US" i="1"/>
              <a:t>Software tools repository (updated for IT 493)</a:t>
            </a:r>
            <a:r>
              <a:rPr lang="en-US"/>
              <a:t> [Unpublished internal document].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2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615f49-6492-414b-a8ac-bae7b66e627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62FAA8EF8B742B6DC8585DFBEBC22" ma:contentTypeVersion="10" ma:contentTypeDescription="Create a new document." ma:contentTypeScope="" ma:versionID="e180a46541772a5d0f8eb21272289c79">
  <xsd:schema xmlns:xsd="http://www.w3.org/2001/XMLSchema" xmlns:xs="http://www.w3.org/2001/XMLSchema" xmlns:p="http://schemas.microsoft.com/office/2006/metadata/properties" xmlns:ns2="34615f49-6492-414b-a8ac-bae7b66e6273" targetNamespace="http://schemas.microsoft.com/office/2006/metadata/properties" ma:root="true" ma:fieldsID="9cbc2fc1809c47eb6978e62fedffdb04" ns2:_="">
    <xsd:import namespace="34615f49-6492-414b-a8ac-bae7b66e6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5f49-6492-414b-a8ac-bae7b66e62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7DDA4A-CD30-4A61-872D-1D9F01EB80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AA287E-4500-42B2-8A0B-66FBBAFCC2F2}">
  <ds:schemaRefs>
    <ds:schemaRef ds:uri="34615f49-6492-414b-a8ac-bae7b66e627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932CAC4-B539-4C59-8F57-18E16AA0F683}">
  <ds:schemaRefs>
    <ds:schemaRef ds:uri="34615f49-6492-414b-a8ac-bae7b66e62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24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2026-02-03T18:31:11Z</dcterms:created>
  <dcterms:modified xsi:type="dcterms:W3CDTF">2026-02-23T20:11:53Z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0x010100C3C62FAA8EF8B742B6DC8585DFBEBC22</vt:lpwstr>
  </property>
  <property fmtid="{D5CDD505-2E9C-101B-9397-08002B2CF9AE}" pid="3" name="MediaServiceImageTags">
    <vt:lpwstr/>
  </property>
</Properties>
</file>