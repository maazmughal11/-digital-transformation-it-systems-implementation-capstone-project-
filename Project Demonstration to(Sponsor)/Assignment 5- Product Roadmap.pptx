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8" r:id="rId4"/>
    <p:sldMasterId id="2147483709" r:id="rId5"/>
  </p:sldMasterIdLst>
  <p:notesMasterIdLst>
    <p:notesMasterId r:id="rId19"/>
  </p:notesMasterIdLst>
  <p:sldIdLst>
    <p:sldId id="256" r:id="rId6"/>
    <p:sldId id="257" r:id="rId7"/>
    <p:sldId id="258" r:id="rId8"/>
    <p:sldId id="259" r:id="rId9"/>
    <p:sldId id="295" r:id="rId10"/>
    <p:sldId id="296" r:id="rId11"/>
    <p:sldId id="297" r:id="rId12"/>
    <p:sldId id="298" r:id="rId13"/>
    <p:sldId id="299" r:id="rId14"/>
    <p:sldId id="300" r:id="rId15"/>
    <p:sldId id="301" r:id="rId16"/>
    <p:sldId id="265" r:id="rId17"/>
    <p:sldId id="266" r:id="rId18"/>
  </p:sldIdLst>
  <p:sldSz cx="12192000" cy="6858000"/>
  <p:notesSz cx="6858000" cy="9144000"/>
  <p:embeddedFontLst>
    <p:embeddedFont>
      <p:font typeface="Libre Franklin"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CCB9"/>
    <a:srgbClr val="E7E6DB"/>
    <a:srgbClr val="BCE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1C8A5-1017-630E-2A1A-8FDFD969807A}" v="1" dt="2026-02-17T16:22:17.721"/>
  </p1510:revLst>
</p1510:revInfo>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font" Target="fonts/font1.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4.fntdata"/><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3.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braan Ahmad" userId="S::jahmad9@gmu.edu::f9895572-9481-4c70-bcbb-2ae953c16bdd" providerId="AD" clId="Web-{E1A40E36-0E06-834A-2335-DA644D98EC2B}"/>
    <pc:docChg chg="modSld">
      <pc:chgData name="Jibraan Ahmad" userId="S::jahmad9@gmu.edu::f9895572-9481-4c70-bcbb-2ae953c16bdd" providerId="AD" clId="Web-{E1A40E36-0E06-834A-2335-DA644D98EC2B}" dt="2026-02-10T22:02:33.267" v="11" actId="1076"/>
      <pc:docMkLst>
        <pc:docMk/>
      </pc:docMkLst>
      <pc:sldChg chg="modSp">
        <pc:chgData name="Jibraan Ahmad" userId="S::jahmad9@gmu.edu::f9895572-9481-4c70-bcbb-2ae953c16bdd" providerId="AD" clId="Web-{E1A40E36-0E06-834A-2335-DA644D98EC2B}" dt="2026-02-10T22:02:33.267" v="11" actId="1076"/>
        <pc:sldMkLst>
          <pc:docMk/>
          <pc:sldMk cId="0" sldId="265"/>
        </pc:sldMkLst>
        <pc:spChg chg="mod">
          <ac:chgData name="Jibraan Ahmad" userId="S::jahmad9@gmu.edu::f9895572-9481-4c70-bcbb-2ae953c16bdd" providerId="AD" clId="Web-{E1A40E36-0E06-834A-2335-DA644D98EC2B}" dt="2026-02-10T22:02:12.235" v="9" actId="20577"/>
          <ac:spMkLst>
            <pc:docMk/>
            <pc:sldMk cId="0" sldId="265"/>
            <ac:spMk id="492" creationId="{00000000-0000-0000-0000-000000000000}"/>
          </ac:spMkLst>
        </pc:spChg>
        <pc:spChg chg="mod">
          <ac:chgData name="Jibraan Ahmad" userId="S::jahmad9@gmu.edu::f9895572-9481-4c70-bcbb-2ae953c16bdd" providerId="AD" clId="Web-{E1A40E36-0E06-834A-2335-DA644D98EC2B}" dt="2026-02-10T22:02:33.267" v="11" actId="1076"/>
          <ac:spMkLst>
            <pc:docMk/>
            <pc:sldMk cId="0" sldId="265"/>
            <ac:spMk id="493" creationId="{00000000-0000-0000-0000-000000000000}"/>
          </ac:spMkLst>
        </pc:spChg>
      </pc:sldChg>
    </pc:docChg>
  </pc:docChgLst>
  <pc:docChgLst>
    <pc:chgData name="Kiran Dabbiril" userId="S::kdabbiri@gmu.edu::aa06aaf4-5df5-4e9b-b97f-a10c3d72c2ef" providerId="AD" clId="Web-{8051C8A5-1017-630E-2A1A-8FDFD969807A}"/>
    <pc:docChg chg="modSld">
      <pc:chgData name="Kiran Dabbiril" userId="S::kdabbiri@gmu.edu::aa06aaf4-5df5-4e9b-b97f-a10c3d72c2ef" providerId="AD" clId="Web-{8051C8A5-1017-630E-2A1A-8FDFD969807A}" dt="2026-02-17T16:22:17.721" v="0" actId="1076"/>
      <pc:docMkLst>
        <pc:docMk/>
      </pc:docMkLst>
      <pc:sldChg chg="modSp">
        <pc:chgData name="Kiran Dabbiril" userId="S::kdabbiri@gmu.edu::aa06aaf4-5df5-4e9b-b97f-a10c3d72c2ef" providerId="AD" clId="Web-{8051C8A5-1017-630E-2A1A-8FDFD969807A}" dt="2026-02-17T16:22:17.721" v="0" actId="1076"/>
        <pc:sldMkLst>
          <pc:docMk/>
          <pc:sldMk cId="1066532918" sldId="295"/>
        </pc:sldMkLst>
        <pc:graphicFrameChg chg="mod">
          <ac:chgData name="Kiran Dabbiril" userId="S::kdabbiri@gmu.edu::aa06aaf4-5df5-4e9b-b97f-a10c3d72c2ef" providerId="AD" clId="Web-{8051C8A5-1017-630E-2A1A-8FDFD969807A}" dt="2026-02-17T16:22:17.721" v="0" actId="1076"/>
          <ac:graphicFrameMkLst>
            <pc:docMk/>
            <pc:sldMk cId="1066532918" sldId="295"/>
            <ac:graphicFrameMk id="2" creationId="{940E5B33-6DBC-194C-CB98-C36553CA2D9F}"/>
          </ac:graphicFrameMkLst>
        </pc:graphicFrameChg>
      </pc:sldChg>
    </pc:docChg>
  </pc:docChgLst>
  <pc:docChgLst>
    <pc:chgData name="Maaz Ahmed Mughal" userId="S::mmughal2@gmu.edu::ccaf0914-6fc3-4025-932a-8c42cb8287ea" providerId="AD" clId="Web-{630FF9C2-B11B-0B14-5E9F-B9053D9A4C1F}"/>
    <pc:docChg chg="modSld">
      <pc:chgData name="Maaz Ahmed Mughal" userId="S::mmughal2@gmu.edu::ccaf0914-6fc3-4025-932a-8c42cb8287ea" providerId="AD" clId="Web-{630FF9C2-B11B-0B14-5E9F-B9053D9A4C1F}" dt="2026-02-10T23:27:03.711" v="392" actId="14100"/>
      <pc:docMkLst>
        <pc:docMk/>
      </pc:docMkLst>
      <pc:sldChg chg="addSp delSp modSp">
        <pc:chgData name="Maaz Ahmed Mughal" userId="S::mmughal2@gmu.edu::ccaf0914-6fc3-4025-932a-8c42cb8287ea" providerId="AD" clId="Web-{630FF9C2-B11B-0B14-5E9F-B9053D9A4C1F}" dt="2026-02-10T23:27:03.711" v="392" actId="14100"/>
        <pc:sldMkLst>
          <pc:docMk/>
          <pc:sldMk cId="0" sldId="259"/>
        </pc:sldMkLst>
        <pc:spChg chg="mod">
          <ac:chgData name="Maaz Ahmed Mughal" userId="S::mmughal2@gmu.edu::ccaf0914-6fc3-4025-932a-8c42cb8287ea" providerId="AD" clId="Web-{630FF9C2-B11B-0B14-5E9F-B9053D9A4C1F}" dt="2026-02-10T23:26:55.148" v="390" actId="1076"/>
          <ac:spMkLst>
            <pc:docMk/>
            <pc:sldMk cId="0" sldId="259"/>
            <ac:spMk id="8" creationId="{AC68FF6E-C495-F542-859B-9DD2C4697047}"/>
          </ac:spMkLst>
        </pc:spChg>
        <pc:graphicFrameChg chg="mod">
          <ac:chgData name="Maaz Ahmed Mughal" userId="S::mmughal2@gmu.edu::ccaf0914-6fc3-4025-932a-8c42cb8287ea" providerId="AD" clId="Web-{630FF9C2-B11B-0B14-5E9F-B9053D9A4C1F}" dt="2026-02-10T23:26:48.086" v="389" actId="1076"/>
          <ac:graphicFrameMkLst>
            <pc:docMk/>
            <pc:sldMk cId="0" sldId="259"/>
            <ac:graphicFrameMk id="3" creationId="{82CE2D40-87C4-6224-DC57-7B3CDAB24838}"/>
          </ac:graphicFrameMkLst>
        </pc:graphicFrameChg>
        <pc:picChg chg="add mod">
          <ac:chgData name="Maaz Ahmed Mughal" userId="S::mmughal2@gmu.edu::ccaf0914-6fc3-4025-932a-8c42cb8287ea" providerId="AD" clId="Web-{630FF9C2-B11B-0B14-5E9F-B9053D9A4C1F}" dt="2026-02-10T23:27:03.711" v="392" actId="14100"/>
          <ac:picMkLst>
            <pc:docMk/>
            <pc:sldMk cId="0" sldId="259"/>
            <ac:picMk id="15" creationId="{3974BDD3-E801-9EC9-F5ED-C2BC8E4B1C4E}"/>
          </ac:picMkLst>
        </pc:picChg>
      </pc:sldChg>
      <pc:sldChg chg="modSp">
        <pc:chgData name="Maaz Ahmed Mughal" userId="S::mmughal2@gmu.edu::ccaf0914-6fc3-4025-932a-8c42cb8287ea" providerId="AD" clId="Web-{630FF9C2-B11B-0B14-5E9F-B9053D9A4C1F}" dt="2026-02-10T22:52:05.814" v="72" actId="1076"/>
        <pc:sldMkLst>
          <pc:docMk/>
          <pc:sldMk cId="0" sldId="266"/>
        </pc:sldMkLst>
        <pc:spChg chg="mod">
          <ac:chgData name="Maaz Ahmed Mughal" userId="S::mmughal2@gmu.edu::ccaf0914-6fc3-4025-932a-8c42cb8287ea" providerId="AD" clId="Web-{630FF9C2-B11B-0B14-5E9F-B9053D9A4C1F}" dt="2026-02-10T22:52:05.814" v="72" actId="1076"/>
          <ac:spMkLst>
            <pc:docMk/>
            <pc:sldMk cId="0" sldId="266"/>
            <ac:spMk id="501" creationId="{00000000-0000-0000-0000-000000000000}"/>
          </ac:spMkLst>
        </pc:spChg>
      </pc:sldChg>
      <pc:sldChg chg="addSp delSp modSp">
        <pc:chgData name="Maaz Ahmed Mughal" userId="S::mmughal2@gmu.edu::ccaf0914-6fc3-4025-932a-8c42cb8287ea" providerId="AD" clId="Web-{630FF9C2-B11B-0B14-5E9F-B9053D9A4C1F}" dt="2026-02-10T23:16:16.583" v="143" actId="20577"/>
        <pc:sldMkLst>
          <pc:docMk/>
          <pc:sldMk cId="2775575272" sldId="296"/>
        </pc:sldMkLst>
        <pc:spChg chg="mod">
          <ac:chgData name="Maaz Ahmed Mughal" userId="S::mmughal2@gmu.edu::ccaf0914-6fc3-4025-932a-8c42cb8287ea" providerId="AD" clId="Web-{630FF9C2-B11B-0B14-5E9F-B9053D9A4C1F}" dt="2026-02-10T23:16:16.583" v="143" actId="20577"/>
          <ac:spMkLst>
            <pc:docMk/>
            <pc:sldMk cId="2775575272" sldId="296"/>
            <ac:spMk id="4" creationId="{9BA2A5BF-DE5A-43FA-CF83-929D2FFB31FC}"/>
          </ac:spMkLst>
        </pc:spChg>
        <pc:graphicFrameChg chg="add mod modGraphic">
          <ac:chgData name="Maaz Ahmed Mughal" userId="S::mmughal2@gmu.edu::ccaf0914-6fc3-4025-932a-8c42cb8287ea" providerId="AD" clId="Web-{630FF9C2-B11B-0B14-5E9F-B9053D9A4C1F}" dt="2026-02-10T23:15:12.891" v="129" actId="1076"/>
          <ac:graphicFrameMkLst>
            <pc:docMk/>
            <pc:sldMk cId="2775575272" sldId="296"/>
            <ac:graphicFrameMk id="3" creationId="{AA2602A5-08D2-FA13-EA23-15790E42971B}"/>
          </ac:graphicFrameMkLst>
        </pc:graphicFrameChg>
      </pc:sldChg>
      <pc:sldChg chg="modSp">
        <pc:chgData name="Maaz Ahmed Mughal" userId="S::mmughal2@gmu.edu::ccaf0914-6fc3-4025-932a-8c42cb8287ea" providerId="AD" clId="Web-{630FF9C2-B11B-0B14-5E9F-B9053D9A4C1F}" dt="2026-02-10T23:24:09.271" v="374" actId="20577"/>
        <pc:sldMkLst>
          <pc:docMk/>
          <pc:sldMk cId="4264141005" sldId="300"/>
        </pc:sldMkLst>
        <pc:spChg chg="mod">
          <ac:chgData name="Maaz Ahmed Mughal" userId="S::mmughal2@gmu.edu::ccaf0914-6fc3-4025-932a-8c42cb8287ea" providerId="AD" clId="Web-{630FF9C2-B11B-0B14-5E9F-B9053D9A4C1F}" dt="2026-02-10T23:24:09.271" v="374" actId="20577"/>
          <ac:spMkLst>
            <pc:docMk/>
            <pc:sldMk cId="4264141005" sldId="300"/>
            <ac:spMk id="5" creationId="{B7C6F453-F211-5614-1964-FE732985B8DA}"/>
          </ac:spMkLst>
        </pc:spChg>
      </pc:sldChg>
      <pc:sldChg chg="modSp">
        <pc:chgData name="Maaz Ahmed Mughal" userId="S::mmughal2@gmu.edu::ccaf0914-6fc3-4025-932a-8c42cb8287ea" providerId="AD" clId="Web-{630FF9C2-B11B-0B14-5E9F-B9053D9A4C1F}" dt="2026-02-10T22:51:48.360" v="66"/>
        <pc:sldMkLst>
          <pc:docMk/>
          <pc:sldMk cId="1664632528" sldId="301"/>
        </pc:sldMkLst>
        <pc:graphicFrameChg chg="mod modGraphic">
          <ac:chgData name="Maaz Ahmed Mughal" userId="S::mmughal2@gmu.edu::ccaf0914-6fc3-4025-932a-8c42cb8287ea" providerId="AD" clId="Web-{630FF9C2-B11B-0B14-5E9F-B9053D9A4C1F}" dt="2026-02-10T22:51:48.360" v="66"/>
          <ac:graphicFrameMkLst>
            <pc:docMk/>
            <pc:sldMk cId="1664632528" sldId="301"/>
            <ac:graphicFrameMk id="3" creationId="{28A96130-DAFD-D056-B7A0-F9DFB17BB360}"/>
          </ac:graphicFrameMkLst>
        </pc:graphicFrameChg>
      </pc:sldChg>
    </pc:docChg>
  </pc:docChgLst>
  <pc:docChgLst>
    <pc:chgData name="Dipak Pathak" userId="S::dpathak2@gmu.edu::9e5e4304-2b05-4cd4-bfab-fd6cb6db6662" providerId="AD" clId="Web-{1C0438D2-D0FD-6FA7-F564-ADF8DFF521C6}"/>
    <pc:docChg chg="addSld">
      <pc:chgData name="Dipak Pathak" userId="S::dpathak2@gmu.edu::9e5e4304-2b05-4cd4-bfab-fd6cb6db6662" providerId="AD" clId="Web-{1C0438D2-D0FD-6FA7-F564-ADF8DFF521C6}" dt="2026-02-10T22:13:08.302" v="0"/>
      <pc:docMkLst>
        <pc:docMk/>
      </pc:docMkLst>
      <pc:sldChg chg="add">
        <pc:chgData name="Dipak Pathak" userId="S::dpathak2@gmu.edu::9e5e4304-2b05-4cd4-bfab-fd6cb6db6662" providerId="AD" clId="Web-{1C0438D2-D0FD-6FA7-F564-ADF8DFF521C6}" dt="2026-02-10T22:13:08.302" v="0"/>
        <pc:sldMkLst>
          <pc:docMk/>
          <pc:sldMk cId="0" sldId="25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348D71-1E1F-4F3D-8AF6-7921EA0131D4}" type="doc">
      <dgm:prSet loTypeId="urn:microsoft.com/office/officeart/2005/8/layout/process5" loCatId="process" qsTypeId="urn:microsoft.com/office/officeart/2005/8/quickstyle/simple1" qsCatId="simple" csTypeId="urn:microsoft.com/office/officeart/2005/8/colors/colorful1" csCatId="colorful" phldr="1"/>
      <dgm:spPr/>
      <dgm:t>
        <a:bodyPr/>
        <a:lstStyle/>
        <a:p>
          <a:endParaRPr lang="en-US"/>
        </a:p>
      </dgm:t>
    </dgm:pt>
    <dgm:pt modelId="{FAA552DE-1628-4B71-8FE8-F07FAC658412}">
      <dgm:prSet phldrT="[Text]" custT="1"/>
      <dgm:spPr/>
      <dgm:t>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Product Development Roadmap</a:t>
          </a:r>
        </a:p>
      </dgm:t>
    </dgm:pt>
    <dgm:pt modelId="{490248A7-CEAA-4645-994C-850E493303BE}" type="parTrans" cxnId="{87DE5DDF-9D68-4D4B-8506-98C38AFB648F}">
      <dgm:prSet/>
      <dgm:spPr/>
      <dgm:t>
        <a:bodyPr/>
        <a:lstStyle/>
        <a:p>
          <a:endParaRPr lang="en-US"/>
        </a:p>
      </dgm:t>
    </dgm:pt>
    <dgm:pt modelId="{84EAA2E3-B060-4CA4-8330-D3A5252D83E2}" type="sibTrans" cxnId="{87DE5DDF-9D68-4D4B-8506-98C38AFB648F}">
      <dgm:prSet/>
      <dgm:spPr/>
      <dgm:t>
        <a:bodyPr/>
        <a:lstStyle/>
        <a:p>
          <a:endParaRPr lang="en-US">
            <a:solidFill>
              <a:schemeClr val="tx1"/>
            </a:solidFill>
          </a:endParaRPr>
        </a:p>
      </dgm:t>
    </dgm:pt>
    <dgm:pt modelId="{72C8F2D5-3A3D-4DCE-98D9-FB6647AB905D}">
      <dgm:prSet phldrT="[Text]" custT="1"/>
      <dgm:spPr/>
      <dgm:t>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Agile Approach</a:t>
          </a:r>
        </a:p>
      </dgm:t>
    </dgm:pt>
    <dgm:pt modelId="{8FB062F5-816D-4505-A827-4D439C6B60BD}" type="parTrans" cxnId="{B5A63A76-7BC5-49FC-A16A-22332B5E1F8B}">
      <dgm:prSet/>
      <dgm:spPr/>
      <dgm:t>
        <a:bodyPr/>
        <a:lstStyle/>
        <a:p>
          <a:endParaRPr lang="en-US"/>
        </a:p>
      </dgm:t>
    </dgm:pt>
    <dgm:pt modelId="{B65E20B7-BDB0-4EAE-B5A8-44088A67966A}" type="sibTrans" cxnId="{B5A63A76-7BC5-49FC-A16A-22332B5E1F8B}">
      <dgm:prSet/>
      <dgm:spPr/>
      <dgm:t>
        <a:bodyPr/>
        <a:lstStyle/>
        <a:p>
          <a:endParaRPr lang="en-US">
            <a:solidFill>
              <a:schemeClr val="tx1"/>
            </a:solidFill>
          </a:endParaRPr>
        </a:p>
      </dgm:t>
    </dgm:pt>
    <dgm:pt modelId="{A637E25B-0508-4814-827E-A93714BE0AFB}">
      <dgm:prSet phldrT="[Text]" custT="1"/>
      <dgm:spPr/>
      <dgm:t>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Milestones</a:t>
          </a:r>
        </a:p>
      </dgm:t>
    </dgm:pt>
    <dgm:pt modelId="{7532A4B0-8645-47FB-9B5A-F41B72F85ED6}" type="parTrans" cxnId="{C0238FB8-7802-4BED-ACDC-EDCEACE53033}">
      <dgm:prSet/>
      <dgm:spPr/>
      <dgm:t>
        <a:bodyPr/>
        <a:lstStyle/>
        <a:p>
          <a:endParaRPr lang="en-US"/>
        </a:p>
      </dgm:t>
    </dgm:pt>
    <dgm:pt modelId="{86FF6489-7757-42E3-A486-D1375E4737E0}" type="sibTrans" cxnId="{C0238FB8-7802-4BED-ACDC-EDCEACE53033}">
      <dgm:prSet/>
      <dgm:spPr/>
      <dgm:t>
        <a:bodyPr/>
        <a:lstStyle/>
        <a:p>
          <a:endParaRPr lang="en-US">
            <a:solidFill>
              <a:schemeClr val="tx1"/>
            </a:solidFill>
          </a:endParaRPr>
        </a:p>
      </dgm:t>
    </dgm:pt>
    <dgm:pt modelId="{CCFC30DD-081E-4195-AF60-A81941BE31E7}">
      <dgm:prSet phldrT="[Text]" custT="1"/>
      <dgm:spPr/>
      <dgm:t>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Releases</a:t>
          </a:r>
        </a:p>
      </dgm:t>
    </dgm:pt>
    <dgm:pt modelId="{6F40C74F-3D7B-4E0A-939E-B030D107B416}" type="parTrans" cxnId="{F5C754D2-ACBA-4EB3-8188-23D151C7BD94}">
      <dgm:prSet/>
      <dgm:spPr/>
      <dgm:t>
        <a:bodyPr/>
        <a:lstStyle/>
        <a:p>
          <a:endParaRPr lang="en-US"/>
        </a:p>
      </dgm:t>
    </dgm:pt>
    <dgm:pt modelId="{E8DF827F-BCA6-4ED3-9297-B93FBA35B20B}" type="sibTrans" cxnId="{F5C754D2-ACBA-4EB3-8188-23D151C7BD94}">
      <dgm:prSet/>
      <dgm:spPr/>
      <dgm:t>
        <a:bodyPr/>
        <a:lstStyle/>
        <a:p>
          <a:endParaRPr lang="en-US">
            <a:solidFill>
              <a:schemeClr val="tx1"/>
            </a:solidFill>
          </a:endParaRPr>
        </a:p>
      </dgm:t>
    </dgm:pt>
    <dgm:pt modelId="{DEEC4CF3-EA21-4EB6-B8FD-F2FDDBF9C556}">
      <dgm:prSet phldrT="[Text]" custT="1"/>
      <dgm:spPr/>
      <dgm:t>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Communication</a:t>
          </a:r>
        </a:p>
      </dgm:t>
    </dgm:pt>
    <dgm:pt modelId="{2C3D744F-BCFA-4BFA-A510-E3AD43D1EB52}" type="parTrans" cxnId="{37A5F737-ACB7-4B34-97EE-E84E09DC7812}">
      <dgm:prSet/>
      <dgm:spPr/>
      <dgm:t>
        <a:bodyPr/>
        <a:lstStyle/>
        <a:p>
          <a:endParaRPr lang="en-US"/>
        </a:p>
      </dgm:t>
    </dgm:pt>
    <dgm:pt modelId="{5846FB20-B2BF-4307-9D88-24589E994B8D}" type="sibTrans" cxnId="{37A5F737-ACB7-4B34-97EE-E84E09DC7812}">
      <dgm:prSet/>
      <dgm:spPr/>
      <dgm:t>
        <a:bodyPr/>
        <a:lstStyle/>
        <a:p>
          <a:endParaRPr lang="en-US">
            <a:solidFill>
              <a:schemeClr val="tx1"/>
            </a:solidFill>
          </a:endParaRPr>
        </a:p>
      </dgm:t>
    </dgm:pt>
    <dgm:pt modelId="{487EED3F-9DBA-464B-8626-127AD62F60EB}">
      <dgm:prSet custT="1"/>
      <dgm:spPr/>
      <dgm:t>
        <a:bodyPr/>
        <a:lstStyle/>
        <a:p>
          <a:r>
            <a:rPr lang="en-US" sz="2000" b="1">
              <a:latin typeface="Calibri" panose="020F0502020204030204" pitchFamily="34" charset="0"/>
              <a:ea typeface="Calibri" panose="020F0502020204030204" pitchFamily="34" charset="0"/>
              <a:cs typeface="Calibri" panose="020F0502020204030204" pitchFamily="34" charset="0"/>
            </a:rPr>
            <a:t>Features</a:t>
          </a:r>
        </a:p>
      </dgm:t>
    </dgm:pt>
    <dgm:pt modelId="{7789E187-3810-4731-92F9-FCD613E9C14E}" type="parTrans" cxnId="{F2B0E9E6-72A9-473E-AD37-29A62DC67D33}">
      <dgm:prSet/>
      <dgm:spPr/>
      <dgm:t>
        <a:bodyPr/>
        <a:lstStyle/>
        <a:p>
          <a:endParaRPr lang="en-US"/>
        </a:p>
      </dgm:t>
    </dgm:pt>
    <dgm:pt modelId="{6DE4A773-2095-434D-AD24-C573A7ADEEBB}" type="sibTrans" cxnId="{F2B0E9E6-72A9-473E-AD37-29A62DC67D33}">
      <dgm:prSet/>
      <dgm:spPr/>
      <dgm:t>
        <a:bodyPr/>
        <a:lstStyle/>
        <a:p>
          <a:endParaRPr lang="en-US">
            <a:solidFill>
              <a:schemeClr val="tx1"/>
            </a:solidFill>
          </a:endParaRPr>
        </a:p>
      </dgm:t>
    </dgm:pt>
    <dgm:pt modelId="{0AF5A6A3-55C9-4761-9CB3-DA31174DAE79}">
      <dgm:prSet custT="1"/>
      <dgm:spPr/>
      <dgm:t>
        <a:bodyPr/>
        <a:lstStyle/>
        <a:p>
          <a:r>
            <a:rPr lang="en-US" sz="2000" b="1">
              <a:latin typeface="Calibri" panose="020F0502020204030204" pitchFamily="34" charset="0"/>
              <a:ea typeface="Calibri" panose="020F0502020204030204" pitchFamily="34" charset="0"/>
              <a:cs typeface="Calibri" panose="020F0502020204030204" pitchFamily="34" charset="0"/>
            </a:rPr>
            <a:t>Integration &amp; Testing</a:t>
          </a:r>
        </a:p>
      </dgm:t>
    </dgm:pt>
    <dgm:pt modelId="{EE390C9F-8792-4391-AA28-B3686F9203EE}" type="parTrans" cxnId="{C053D1D9-B18C-46BC-B81E-99343D3F43EF}">
      <dgm:prSet/>
      <dgm:spPr/>
      <dgm:t>
        <a:bodyPr/>
        <a:lstStyle/>
        <a:p>
          <a:endParaRPr lang="en-US"/>
        </a:p>
      </dgm:t>
    </dgm:pt>
    <dgm:pt modelId="{67E8549A-888F-4781-97D3-721A5C514176}" type="sibTrans" cxnId="{C053D1D9-B18C-46BC-B81E-99343D3F43EF}">
      <dgm:prSet/>
      <dgm:spPr/>
      <dgm:t>
        <a:bodyPr/>
        <a:lstStyle/>
        <a:p>
          <a:endParaRPr lang="en-US">
            <a:solidFill>
              <a:schemeClr val="tx1"/>
            </a:solidFill>
          </a:endParaRPr>
        </a:p>
      </dgm:t>
    </dgm:pt>
    <dgm:pt modelId="{93944448-7C47-4D2D-A146-D7BCAE083F9F}">
      <dgm:prSet custT="1"/>
      <dgm:spPr/>
      <dgm:t>
        <a:bodyPr/>
        <a:lstStyle/>
        <a:p>
          <a:r>
            <a:rPr lang="en-US" sz="2000" b="1">
              <a:latin typeface="Calibri" panose="020F0502020204030204" pitchFamily="34" charset="0"/>
              <a:ea typeface="Calibri" panose="020F0502020204030204" pitchFamily="34" charset="0"/>
              <a:cs typeface="Calibri" panose="020F0502020204030204" pitchFamily="34" charset="0"/>
            </a:rPr>
            <a:t>Citations</a:t>
          </a:r>
        </a:p>
      </dgm:t>
    </dgm:pt>
    <dgm:pt modelId="{A9872BD5-4B5F-49A8-8CF1-DC052468FCA4}" type="parTrans" cxnId="{AF61DB2C-861E-4677-85FE-078391DAFDA0}">
      <dgm:prSet/>
      <dgm:spPr/>
      <dgm:t>
        <a:bodyPr/>
        <a:lstStyle/>
        <a:p>
          <a:endParaRPr lang="en-US"/>
        </a:p>
      </dgm:t>
    </dgm:pt>
    <dgm:pt modelId="{4DF3C726-E043-4279-98AA-156EEA3D8698}" type="sibTrans" cxnId="{AF61DB2C-861E-4677-85FE-078391DAFDA0}">
      <dgm:prSet/>
      <dgm:spPr/>
      <dgm:t>
        <a:bodyPr/>
        <a:lstStyle/>
        <a:p>
          <a:endParaRPr lang="en-US"/>
        </a:p>
      </dgm:t>
    </dgm:pt>
    <dgm:pt modelId="{3BC1166D-B7E8-4E33-A342-FFF8218A0AE4}" type="pres">
      <dgm:prSet presAssocID="{76348D71-1E1F-4F3D-8AF6-7921EA0131D4}" presName="diagram" presStyleCnt="0">
        <dgm:presLayoutVars>
          <dgm:dir/>
          <dgm:resizeHandles val="exact"/>
        </dgm:presLayoutVars>
      </dgm:prSet>
      <dgm:spPr/>
    </dgm:pt>
    <dgm:pt modelId="{06BEBECE-B060-4610-99F0-03BDB0571F76}" type="pres">
      <dgm:prSet presAssocID="{FAA552DE-1628-4B71-8FE8-F07FAC658412}" presName="node" presStyleLbl="node1" presStyleIdx="0" presStyleCnt="8">
        <dgm:presLayoutVars>
          <dgm:bulletEnabled val="1"/>
        </dgm:presLayoutVars>
      </dgm:prSet>
      <dgm:spPr/>
    </dgm:pt>
    <dgm:pt modelId="{0B47573D-EE65-4725-82B6-565402AABD35}" type="pres">
      <dgm:prSet presAssocID="{84EAA2E3-B060-4CA4-8330-D3A5252D83E2}" presName="sibTrans" presStyleLbl="sibTrans2D1" presStyleIdx="0" presStyleCnt="7"/>
      <dgm:spPr/>
    </dgm:pt>
    <dgm:pt modelId="{A13C739A-CBF1-49E8-A6C7-48C03FEE536B}" type="pres">
      <dgm:prSet presAssocID="{84EAA2E3-B060-4CA4-8330-D3A5252D83E2}" presName="connectorText" presStyleLbl="sibTrans2D1" presStyleIdx="0" presStyleCnt="7"/>
      <dgm:spPr/>
    </dgm:pt>
    <dgm:pt modelId="{FDA144FF-648D-4935-802D-E59BC7955699}" type="pres">
      <dgm:prSet presAssocID="{72C8F2D5-3A3D-4DCE-98D9-FB6647AB905D}" presName="node" presStyleLbl="node1" presStyleIdx="1" presStyleCnt="8">
        <dgm:presLayoutVars>
          <dgm:bulletEnabled val="1"/>
        </dgm:presLayoutVars>
      </dgm:prSet>
      <dgm:spPr/>
    </dgm:pt>
    <dgm:pt modelId="{70917F89-B976-457D-BAFC-F9853FE27EAD}" type="pres">
      <dgm:prSet presAssocID="{B65E20B7-BDB0-4EAE-B5A8-44088A67966A}" presName="sibTrans" presStyleLbl="sibTrans2D1" presStyleIdx="1" presStyleCnt="7"/>
      <dgm:spPr/>
    </dgm:pt>
    <dgm:pt modelId="{7434931E-1143-4E00-9605-AC894FC105A0}" type="pres">
      <dgm:prSet presAssocID="{B65E20B7-BDB0-4EAE-B5A8-44088A67966A}" presName="connectorText" presStyleLbl="sibTrans2D1" presStyleIdx="1" presStyleCnt="7"/>
      <dgm:spPr/>
    </dgm:pt>
    <dgm:pt modelId="{ADEB433F-05CA-4616-A763-177FB75AEA1D}" type="pres">
      <dgm:prSet presAssocID="{A637E25B-0508-4814-827E-A93714BE0AFB}" presName="node" presStyleLbl="node1" presStyleIdx="2" presStyleCnt="8">
        <dgm:presLayoutVars>
          <dgm:bulletEnabled val="1"/>
        </dgm:presLayoutVars>
      </dgm:prSet>
      <dgm:spPr/>
    </dgm:pt>
    <dgm:pt modelId="{0D4AFA68-3BF9-42EE-83DB-E363E9767EFF}" type="pres">
      <dgm:prSet presAssocID="{86FF6489-7757-42E3-A486-D1375E4737E0}" presName="sibTrans" presStyleLbl="sibTrans2D1" presStyleIdx="2" presStyleCnt="7"/>
      <dgm:spPr/>
    </dgm:pt>
    <dgm:pt modelId="{48CA1B14-7827-48ED-ACFF-691794B7905A}" type="pres">
      <dgm:prSet presAssocID="{86FF6489-7757-42E3-A486-D1375E4737E0}" presName="connectorText" presStyleLbl="sibTrans2D1" presStyleIdx="2" presStyleCnt="7"/>
      <dgm:spPr/>
    </dgm:pt>
    <dgm:pt modelId="{C51B61EF-5ACF-4FB6-B6E4-094C4598566B}" type="pres">
      <dgm:prSet presAssocID="{CCFC30DD-081E-4195-AF60-A81941BE31E7}" presName="node" presStyleLbl="node1" presStyleIdx="3" presStyleCnt="8">
        <dgm:presLayoutVars>
          <dgm:bulletEnabled val="1"/>
        </dgm:presLayoutVars>
      </dgm:prSet>
      <dgm:spPr/>
    </dgm:pt>
    <dgm:pt modelId="{DD8BABFB-723A-4A08-AFFF-909C3730B9AF}" type="pres">
      <dgm:prSet presAssocID="{E8DF827F-BCA6-4ED3-9297-B93FBA35B20B}" presName="sibTrans" presStyleLbl="sibTrans2D1" presStyleIdx="3" presStyleCnt="7"/>
      <dgm:spPr/>
    </dgm:pt>
    <dgm:pt modelId="{62108446-DD2F-40E2-84DD-DF7C05132BD8}" type="pres">
      <dgm:prSet presAssocID="{E8DF827F-BCA6-4ED3-9297-B93FBA35B20B}" presName="connectorText" presStyleLbl="sibTrans2D1" presStyleIdx="3" presStyleCnt="7"/>
      <dgm:spPr/>
    </dgm:pt>
    <dgm:pt modelId="{2246EE26-80F2-474D-9885-5BF6DCA2D7CF}" type="pres">
      <dgm:prSet presAssocID="{487EED3F-9DBA-464B-8626-127AD62F60EB}" presName="node" presStyleLbl="node1" presStyleIdx="4" presStyleCnt="8">
        <dgm:presLayoutVars>
          <dgm:bulletEnabled val="1"/>
        </dgm:presLayoutVars>
      </dgm:prSet>
      <dgm:spPr/>
    </dgm:pt>
    <dgm:pt modelId="{44CFA787-AF0E-40A8-A04E-4C2E81A3A2DE}" type="pres">
      <dgm:prSet presAssocID="{6DE4A773-2095-434D-AD24-C573A7ADEEBB}" presName="sibTrans" presStyleLbl="sibTrans2D1" presStyleIdx="4" presStyleCnt="7"/>
      <dgm:spPr/>
    </dgm:pt>
    <dgm:pt modelId="{136EC90D-B337-4FDA-8C02-160DA7603CD6}" type="pres">
      <dgm:prSet presAssocID="{6DE4A773-2095-434D-AD24-C573A7ADEEBB}" presName="connectorText" presStyleLbl="sibTrans2D1" presStyleIdx="4" presStyleCnt="7"/>
      <dgm:spPr/>
    </dgm:pt>
    <dgm:pt modelId="{F802AC0E-95FD-4CF1-84FF-5AA202117892}" type="pres">
      <dgm:prSet presAssocID="{0AF5A6A3-55C9-4761-9CB3-DA31174DAE79}" presName="node" presStyleLbl="node1" presStyleIdx="5" presStyleCnt="8">
        <dgm:presLayoutVars>
          <dgm:bulletEnabled val="1"/>
        </dgm:presLayoutVars>
      </dgm:prSet>
      <dgm:spPr/>
    </dgm:pt>
    <dgm:pt modelId="{E26F7D48-6B65-4E48-88C5-25FFC9C7845F}" type="pres">
      <dgm:prSet presAssocID="{67E8549A-888F-4781-97D3-721A5C514176}" presName="sibTrans" presStyleLbl="sibTrans2D1" presStyleIdx="5" presStyleCnt="7"/>
      <dgm:spPr/>
    </dgm:pt>
    <dgm:pt modelId="{083FB4DD-2F94-4BE2-9C17-685716DE33D5}" type="pres">
      <dgm:prSet presAssocID="{67E8549A-888F-4781-97D3-721A5C514176}" presName="connectorText" presStyleLbl="sibTrans2D1" presStyleIdx="5" presStyleCnt="7"/>
      <dgm:spPr/>
    </dgm:pt>
    <dgm:pt modelId="{D2590791-E6DB-487F-9050-FC0480BDA5ED}" type="pres">
      <dgm:prSet presAssocID="{DEEC4CF3-EA21-4EB6-B8FD-F2FDDBF9C556}" presName="node" presStyleLbl="node1" presStyleIdx="6" presStyleCnt="8">
        <dgm:presLayoutVars>
          <dgm:bulletEnabled val="1"/>
        </dgm:presLayoutVars>
      </dgm:prSet>
      <dgm:spPr/>
    </dgm:pt>
    <dgm:pt modelId="{84473B66-23E8-4F64-A7DC-426C11ABF03D}" type="pres">
      <dgm:prSet presAssocID="{5846FB20-B2BF-4307-9D88-24589E994B8D}" presName="sibTrans" presStyleLbl="sibTrans2D1" presStyleIdx="6" presStyleCnt="7"/>
      <dgm:spPr/>
    </dgm:pt>
    <dgm:pt modelId="{52046DE6-9472-4146-B944-D8ABFB6912A8}" type="pres">
      <dgm:prSet presAssocID="{5846FB20-B2BF-4307-9D88-24589E994B8D}" presName="connectorText" presStyleLbl="sibTrans2D1" presStyleIdx="6" presStyleCnt="7"/>
      <dgm:spPr/>
    </dgm:pt>
    <dgm:pt modelId="{D6C01E62-5DBF-42D0-A19F-697186748423}" type="pres">
      <dgm:prSet presAssocID="{93944448-7C47-4D2D-A146-D7BCAE083F9F}" presName="node" presStyleLbl="node1" presStyleIdx="7" presStyleCnt="8">
        <dgm:presLayoutVars>
          <dgm:bulletEnabled val="1"/>
        </dgm:presLayoutVars>
      </dgm:prSet>
      <dgm:spPr/>
    </dgm:pt>
  </dgm:ptLst>
  <dgm:cxnLst>
    <dgm:cxn modelId="{727D5E03-0BC1-4106-B695-236ED2FCD87E}" type="presOf" srcId="{E8DF827F-BCA6-4ED3-9297-B93FBA35B20B}" destId="{DD8BABFB-723A-4A08-AFFF-909C3730B9AF}" srcOrd="0" destOrd="0" presId="urn:microsoft.com/office/officeart/2005/8/layout/process5"/>
    <dgm:cxn modelId="{4CECAF10-BD53-4AC2-9D09-60C239813FE1}" type="presOf" srcId="{A637E25B-0508-4814-827E-A93714BE0AFB}" destId="{ADEB433F-05CA-4616-A763-177FB75AEA1D}" srcOrd="0" destOrd="0" presId="urn:microsoft.com/office/officeart/2005/8/layout/process5"/>
    <dgm:cxn modelId="{DFF4701C-AF86-4D9A-8928-B0A3478F4795}" type="presOf" srcId="{84EAA2E3-B060-4CA4-8330-D3A5252D83E2}" destId="{0B47573D-EE65-4725-82B6-565402AABD35}" srcOrd="0" destOrd="0" presId="urn:microsoft.com/office/officeart/2005/8/layout/process5"/>
    <dgm:cxn modelId="{E2B77121-E5F7-4A72-80DD-C7BCE93B783E}" type="presOf" srcId="{86FF6489-7757-42E3-A486-D1375E4737E0}" destId="{48CA1B14-7827-48ED-ACFF-691794B7905A}" srcOrd="1" destOrd="0" presId="urn:microsoft.com/office/officeart/2005/8/layout/process5"/>
    <dgm:cxn modelId="{AF61DB2C-861E-4677-85FE-078391DAFDA0}" srcId="{76348D71-1E1F-4F3D-8AF6-7921EA0131D4}" destId="{93944448-7C47-4D2D-A146-D7BCAE083F9F}" srcOrd="7" destOrd="0" parTransId="{A9872BD5-4B5F-49A8-8CF1-DC052468FCA4}" sibTransId="{4DF3C726-E043-4279-98AA-156EEA3D8698}"/>
    <dgm:cxn modelId="{B30E762F-027B-4E1C-8676-E1FEBB462B36}" type="presOf" srcId="{67E8549A-888F-4781-97D3-721A5C514176}" destId="{083FB4DD-2F94-4BE2-9C17-685716DE33D5}" srcOrd="1" destOrd="0" presId="urn:microsoft.com/office/officeart/2005/8/layout/process5"/>
    <dgm:cxn modelId="{2A610636-C9E5-422B-A007-9420D736C269}" type="presOf" srcId="{67E8549A-888F-4781-97D3-721A5C514176}" destId="{E26F7D48-6B65-4E48-88C5-25FFC9C7845F}" srcOrd="0" destOrd="0" presId="urn:microsoft.com/office/officeart/2005/8/layout/process5"/>
    <dgm:cxn modelId="{37A5F737-ACB7-4B34-97EE-E84E09DC7812}" srcId="{76348D71-1E1F-4F3D-8AF6-7921EA0131D4}" destId="{DEEC4CF3-EA21-4EB6-B8FD-F2FDDBF9C556}" srcOrd="6" destOrd="0" parTransId="{2C3D744F-BCFA-4BFA-A510-E3AD43D1EB52}" sibTransId="{5846FB20-B2BF-4307-9D88-24589E994B8D}"/>
    <dgm:cxn modelId="{9B806460-45E4-432A-8CB0-B605BD7D778E}" type="presOf" srcId="{5846FB20-B2BF-4307-9D88-24589E994B8D}" destId="{52046DE6-9472-4146-B944-D8ABFB6912A8}" srcOrd="1" destOrd="0" presId="urn:microsoft.com/office/officeart/2005/8/layout/process5"/>
    <dgm:cxn modelId="{78F60066-41DC-4474-A1FF-19AE88B5EE4B}" type="presOf" srcId="{FAA552DE-1628-4B71-8FE8-F07FAC658412}" destId="{06BEBECE-B060-4610-99F0-03BDB0571F76}" srcOrd="0" destOrd="0" presId="urn:microsoft.com/office/officeart/2005/8/layout/process5"/>
    <dgm:cxn modelId="{2E4E1947-8A33-4139-AB44-B8A6902CEE4A}" type="presOf" srcId="{DEEC4CF3-EA21-4EB6-B8FD-F2FDDBF9C556}" destId="{D2590791-E6DB-487F-9050-FC0480BDA5ED}" srcOrd="0" destOrd="0" presId="urn:microsoft.com/office/officeart/2005/8/layout/process5"/>
    <dgm:cxn modelId="{6CE8236C-34A0-4942-AAE3-41B84B8A949A}" type="presOf" srcId="{B65E20B7-BDB0-4EAE-B5A8-44088A67966A}" destId="{7434931E-1143-4E00-9605-AC894FC105A0}" srcOrd="1" destOrd="0" presId="urn:microsoft.com/office/officeart/2005/8/layout/process5"/>
    <dgm:cxn modelId="{31347251-34A9-4AA6-84A8-94FB632FEC6E}" type="presOf" srcId="{487EED3F-9DBA-464B-8626-127AD62F60EB}" destId="{2246EE26-80F2-474D-9885-5BF6DCA2D7CF}" srcOrd="0" destOrd="0" presId="urn:microsoft.com/office/officeart/2005/8/layout/process5"/>
    <dgm:cxn modelId="{5D407673-5C79-4521-AEB7-78D4EC7D2BF8}" type="presOf" srcId="{E8DF827F-BCA6-4ED3-9297-B93FBA35B20B}" destId="{62108446-DD2F-40E2-84DD-DF7C05132BD8}" srcOrd="1" destOrd="0" presId="urn:microsoft.com/office/officeart/2005/8/layout/process5"/>
    <dgm:cxn modelId="{B5A63A76-7BC5-49FC-A16A-22332B5E1F8B}" srcId="{76348D71-1E1F-4F3D-8AF6-7921EA0131D4}" destId="{72C8F2D5-3A3D-4DCE-98D9-FB6647AB905D}" srcOrd="1" destOrd="0" parTransId="{8FB062F5-816D-4505-A827-4D439C6B60BD}" sibTransId="{B65E20B7-BDB0-4EAE-B5A8-44088A67966A}"/>
    <dgm:cxn modelId="{1FDE317A-3CCD-43A8-8802-679F421F6DC4}" type="presOf" srcId="{93944448-7C47-4D2D-A146-D7BCAE083F9F}" destId="{D6C01E62-5DBF-42D0-A19F-697186748423}" srcOrd="0" destOrd="0" presId="urn:microsoft.com/office/officeart/2005/8/layout/process5"/>
    <dgm:cxn modelId="{AD678E7A-C3EA-480D-8E8A-D4D0B34214CC}" type="presOf" srcId="{CCFC30DD-081E-4195-AF60-A81941BE31E7}" destId="{C51B61EF-5ACF-4FB6-B6E4-094C4598566B}" srcOrd="0" destOrd="0" presId="urn:microsoft.com/office/officeart/2005/8/layout/process5"/>
    <dgm:cxn modelId="{17545282-2FA4-430C-A886-DD72D7828297}" type="presOf" srcId="{6DE4A773-2095-434D-AD24-C573A7ADEEBB}" destId="{44CFA787-AF0E-40A8-A04E-4C2E81A3A2DE}" srcOrd="0" destOrd="0" presId="urn:microsoft.com/office/officeart/2005/8/layout/process5"/>
    <dgm:cxn modelId="{ABC4018B-FE4A-4307-978C-5AA6B0155C66}" type="presOf" srcId="{5846FB20-B2BF-4307-9D88-24589E994B8D}" destId="{84473B66-23E8-4F64-A7DC-426C11ABF03D}" srcOrd="0" destOrd="0" presId="urn:microsoft.com/office/officeart/2005/8/layout/process5"/>
    <dgm:cxn modelId="{B5C11794-C216-4D24-9ED4-E4D3801ED5D1}" type="presOf" srcId="{86FF6489-7757-42E3-A486-D1375E4737E0}" destId="{0D4AFA68-3BF9-42EE-83DB-E363E9767EFF}" srcOrd="0" destOrd="0" presId="urn:microsoft.com/office/officeart/2005/8/layout/process5"/>
    <dgm:cxn modelId="{9D4F979B-0FEB-445F-A975-2584C131F838}" type="presOf" srcId="{6DE4A773-2095-434D-AD24-C573A7ADEEBB}" destId="{136EC90D-B337-4FDA-8C02-160DA7603CD6}" srcOrd="1" destOrd="0" presId="urn:microsoft.com/office/officeart/2005/8/layout/process5"/>
    <dgm:cxn modelId="{CBD095A8-F014-4948-96D7-B9B6BDF08052}" type="presOf" srcId="{72C8F2D5-3A3D-4DCE-98D9-FB6647AB905D}" destId="{FDA144FF-648D-4935-802D-E59BC7955699}" srcOrd="0" destOrd="0" presId="urn:microsoft.com/office/officeart/2005/8/layout/process5"/>
    <dgm:cxn modelId="{C0238FB8-7802-4BED-ACDC-EDCEACE53033}" srcId="{76348D71-1E1F-4F3D-8AF6-7921EA0131D4}" destId="{A637E25B-0508-4814-827E-A93714BE0AFB}" srcOrd="2" destOrd="0" parTransId="{7532A4B0-8645-47FB-9B5A-F41B72F85ED6}" sibTransId="{86FF6489-7757-42E3-A486-D1375E4737E0}"/>
    <dgm:cxn modelId="{77C9BABC-A0AA-4BF7-BBC1-AF4905C95DF0}" type="presOf" srcId="{84EAA2E3-B060-4CA4-8330-D3A5252D83E2}" destId="{A13C739A-CBF1-49E8-A6C7-48C03FEE536B}" srcOrd="1" destOrd="0" presId="urn:microsoft.com/office/officeart/2005/8/layout/process5"/>
    <dgm:cxn modelId="{38E893C5-91E1-4059-8FE3-2E0BF344670B}" type="presOf" srcId="{0AF5A6A3-55C9-4761-9CB3-DA31174DAE79}" destId="{F802AC0E-95FD-4CF1-84FF-5AA202117892}" srcOrd="0" destOrd="0" presId="urn:microsoft.com/office/officeart/2005/8/layout/process5"/>
    <dgm:cxn modelId="{F5C754D2-ACBA-4EB3-8188-23D151C7BD94}" srcId="{76348D71-1E1F-4F3D-8AF6-7921EA0131D4}" destId="{CCFC30DD-081E-4195-AF60-A81941BE31E7}" srcOrd="3" destOrd="0" parTransId="{6F40C74F-3D7B-4E0A-939E-B030D107B416}" sibTransId="{E8DF827F-BCA6-4ED3-9297-B93FBA35B20B}"/>
    <dgm:cxn modelId="{C053D1D9-B18C-46BC-B81E-99343D3F43EF}" srcId="{76348D71-1E1F-4F3D-8AF6-7921EA0131D4}" destId="{0AF5A6A3-55C9-4761-9CB3-DA31174DAE79}" srcOrd="5" destOrd="0" parTransId="{EE390C9F-8792-4391-AA28-B3686F9203EE}" sibTransId="{67E8549A-888F-4781-97D3-721A5C514176}"/>
    <dgm:cxn modelId="{87DE5DDF-9D68-4D4B-8506-98C38AFB648F}" srcId="{76348D71-1E1F-4F3D-8AF6-7921EA0131D4}" destId="{FAA552DE-1628-4B71-8FE8-F07FAC658412}" srcOrd="0" destOrd="0" parTransId="{490248A7-CEAA-4645-994C-850E493303BE}" sibTransId="{84EAA2E3-B060-4CA4-8330-D3A5252D83E2}"/>
    <dgm:cxn modelId="{F2B0E9E6-72A9-473E-AD37-29A62DC67D33}" srcId="{76348D71-1E1F-4F3D-8AF6-7921EA0131D4}" destId="{487EED3F-9DBA-464B-8626-127AD62F60EB}" srcOrd="4" destOrd="0" parTransId="{7789E187-3810-4731-92F9-FCD613E9C14E}" sibTransId="{6DE4A773-2095-434D-AD24-C573A7ADEEBB}"/>
    <dgm:cxn modelId="{3071DAE9-23D0-4251-9207-5D0E5B2D373F}" type="presOf" srcId="{B65E20B7-BDB0-4EAE-B5A8-44088A67966A}" destId="{70917F89-B976-457D-BAFC-F9853FE27EAD}" srcOrd="0" destOrd="0" presId="urn:microsoft.com/office/officeart/2005/8/layout/process5"/>
    <dgm:cxn modelId="{6E4DD5EC-B3C9-45B6-8FC3-C3A50207C32F}" type="presOf" srcId="{76348D71-1E1F-4F3D-8AF6-7921EA0131D4}" destId="{3BC1166D-B7E8-4E33-A342-FFF8218A0AE4}" srcOrd="0" destOrd="0" presId="urn:microsoft.com/office/officeart/2005/8/layout/process5"/>
    <dgm:cxn modelId="{F32DE1B8-0937-4B9E-B1B2-0AB1ABFD8B62}" type="presParOf" srcId="{3BC1166D-B7E8-4E33-A342-FFF8218A0AE4}" destId="{06BEBECE-B060-4610-99F0-03BDB0571F76}" srcOrd="0" destOrd="0" presId="urn:microsoft.com/office/officeart/2005/8/layout/process5"/>
    <dgm:cxn modelId="{740DB156-FBE8-4E84-98E7-51C41BBF5A3D}" type="presParOf" srcId="{3BC1166D-B7E8-4E33-A342-FFF8218A0AE4}" destId="{0B47573D-EE65-4725-82B6-565402AABD35}" srcOrd="1" destOrd="0" presId="urn:microsoft.com/office/officeart/2005/8/layout/process5"/>
    <dgm:cxn modelId="{22C524CD-DEB7-4A67-973C-B6C85EA57335}" type="presParOf" srcId="{0B47573D-EE65-4725-82B6-565402AABD35}" destId="{A13C739A-CBF1-49E8-A6C7-48C03FEE536B}" srcOrd="0" destOrd="0" presId="urn:microsoft.com/office/officeart/2005/8/layout/process5"/>
    <dgm:cxn modelId="{F2E1630C-E38C-4C5E-87CC-8CF54CDD0CFC}" type="presParOf" srcId="{3BC1166D-B7E8-4E33-A342-FFF8218A0AE4}" destId="{FDA144FF-648D-4935-802D-E59BC7955699}" srcOrd="2" destOrd="0" presId="urn:microsoft.com/office/officeart/2005/8/layout/process5"/>
    <dgm:cxn modelId="{A98782AD-4CA2-4768-BEE3-5D98F237141A}" type="presParOf" srcId="{3BC1166D-B7E8-4E33-A342-FFF8218A0AE4}" destId="{70917F89-B976-457D-BAFC-F9853FE27EAD}" srcOrd="3" destOrd="0" presId="urn:microsoft.com/office/officeart/2005/8/layout/process5"/>
    <dgm:cxn modelId="{A054D582-E1F5-47B5-A41F-FC515B56D20B}" type="presParOf" srcId="{70917F89-B976-457D-BAFC-F9853FE27EAD}" destId="{7434931E-1143-4E00-9605-AC894FC105A0}" srcOrd="0" destOrd="0" presId="urn:microsoft.com/office/officeart/2005/8/layout/process5"/>
    <dgm:cxn modelId="{D809EFFD-1F16-4043-8878-0E759037FC6B}" type="presParOf" srcId="{3BC1166D-B7E8-4E33-A342-FFF8218A0AE4}" destId="{ADEB433F-05CA-4616-A763-177FB75AEA1D}" srcOrd="4" destOrd="0" presId="urn:microsoft.com/office/officeart/2005/8/layout/process5"/>
    <dgm:cxn modelId="{D905A4A0-1D8E-4233-8D6D-41311F6F6AC4}" type="presParOf" srcId="{3BC1166D-B7E8-4E33-A342-FFF8218A0AE4}" destId="{0D4AFA68-3BF9-42EE-83DB-E363E9767EFF}" srcOrd="5" destOrd="0" presId="urn:microsoft.com/office/officeart/2005/8/layout/process5"/>
    <dgm:cxn modelId="{52F222D4-D5C0-4A6E-A8AB-4DE2A9CA5BAE}" type="presParOf" srcId="{0D4AFA68-3BF9-42EE-83DB-E363E9767EFF}" destId="{48CA1B14-7827-48ED-ACFF-691794B7905A}" srcOrd="0" destOrd="0" presId="urn:microsoft.com/office/officeart/2005/8/layout/process5"/>
    <dgm:cxn modelId="{AC881BC9-B297-486F-AB11-28990925EB90}" type="presParOf" srcId="{3BC1166D-B7E8-4E33-A342-FFF8218A0AE4}" destId="{C51B61EF-5ACF-4FB6-B6E4-094C4598566B}" srcOrd="6" destOrd="0" presId="urn:microsoft.com/office/officeart/2005/8/layout/process5"/>
    <dgm:cxn modelId="{32BA0C65-811D-4D25-90E6-7E84C1A77775}" type="presParOf" srcId="{3BC1166D-B7E8-4E33-A342-FFF8218A0AE4}" destId="{DD8BABFB-723A-4A08-AFFF-909C3730B9AF}" srcOrd="7" destOrd="0" presId="urn:microsoft.com/office/officeart/2005/8/layout/process5"/>
    <dgm:cxn modelId="{B7149684-7048-4CDD-B956-6785C2B1A728}" type="presParOf" srcId="{DD8BABFB-723A-4A08-AFFF-909C3730B9AF}" destId="{62108446-DD2F-40E2-84DD-DF7C05132BD8}" srcOrd="0" destOrd="0" presId="urn:microsoft.com/office/officeart/2005/8/layout/process5"/>
    <dgm:cxn modelId="{8CDD0E7F-3717-49FA-8C17-1C21F916C2EC}" type="presParOf" srcId="{3BC1166D-B7E8-4E33-A342-FFF8218A0AE4}" destId="{2246EE26-80F2-474D-9885-5BF6DCA2D7CF}" srcOrd="8" destOrd="0" presId="urn:microsoft.com/office/officeart/2005/8/layout/process5"/>
    <dgm:cxn modelId="{04B8EAD5-042F-4374-8C30-9A567192B202}" type="presParOf" srcId="{3BC1166D-B7E8-4E33-A342-FFF8218A0AE4}" destId="{44CFA787-AF0E-40A8-A04E-4C2E81A3A2DE}" srcOrd="9" destOrd="0" presId="urn:microsoft.com/office/officeart/2005/8/layout/process5"/>
    <dgm:cxn modelId="{8C83BFAE-4514-4BCD-BF6D-06270D37CADA}" type="presParOf" srcId="{44CFA787-AF0E-40A8-A04E-4C2E81A3A2DE}" destId="{136EC90D-B337-4FDA-8C02-160DA7603CD6}" srcOrd="0" destOrd="0" presId="urn:microsoft.com/office/officeart/2005/8/layout/process5"/>
    <dgm:cxn modelId="{F3F58C1A-9F00-45A8-ABFD-4FFFFB09609B}" type="presParOf" srcId="{3BC1166D-B7E8-4E33-A342-FFF8218A0AE4}" destId="{F802AC0E-95FD-4CF1-84FF-5AA202117892}" srcOrd="10" destOrd="0" presId="urn:microsoft.com/office/officeart/2005/8/layout/process5"/>
    <dgm:cxn modelId="{40491F85-7C3C-49F2-BC5B-538D9695DB47}" type="presParOf" srcId="{3BC1166D-B7E8-4E33-A342-FFF8218A0AE4}" destId="{E26F7D48-6B65-4E48-88C5-25FFC9C7845F}" srcOrd="11" destOrd="0" presId="urn:microsoft.com/office/officeart/2005/8/layout/process5"/>
    <dgm:cxn modelId="{1090AFFB-C059-482D-9ED6-7DF3686D039C}" type="presParOf" srcId="{E26F7D48-6B65-4E48-88C5-25FFC9C7845F}" destId="{083FB4DD-2F94-4BE2-9C17-685716DE33D5}" srcOrd="0" destOrd="0" presId="urn:microsoft.com/office/officeart/2005/8/layout/process5"/>
    <dgm:cxn modelId="{53746B8D-5349-4BE5-8998-9E7DBDBD2628}" type="presParOf" srcId="{3BC1166D-B7E8-4E33-A342-FFF8218A0AE4}" destId="{D2590791-E6DB-487F-9050-FC0480BDA5ED}" srcOrd="12" destOrd="0" presId="urn:microsoft.com/office/officeart/2005/8/layout/process5"/>
    <dgm:cxn modelId="{CC2431C5-0000-429B-8FCA-FFA794E3B9EF}" type="presParOf" srcId="{3BC1166D-B7E8-4E33-A342-FFF8218A0AE4}" destId="{84473B66-23E8-4F64-A7DC-426C11ABF03D}" srcOrd="13" destOrd="0" presId="urn:microsoft.com/office/officeart/2005/8/layout/process5"/>
    <dgm:cxn modelId="{01EE7C22-DF46-420C-A340-BE2440D541E1}" type="presParOf" srcId="{84473B66-23E8-4F64-A7DC-426C11ABF03D}" destId="{52046DE6-9472-4146-B944-D8ABFB6912A8}" srcOrd="0" destOrd="0" presId="urn:microsoft.com/office/officeart/2005/8/layout/process5"/>
    <dgm:cxn modelId="{484DDF31-D6D5-4856-8C3B-F3E8C3DA82AD}" type="presParOf" srcId="{3BC1166D-B7E8-4E33-A342-FFF8218A0AE4}" destId="{D6C01E62-5DBF-42D0-A19F-697186748423}" srcOrd="1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ECFA09A1-EE9C-7246-88E1-EEA551740A09}" type="doc">
      <dgm:prSet loTypeId="urn:microsoft.com/office/officeart/2005/8/layout/hChevron3" loCatId="list" qsTypeId="urn:microsoft.com/office/officeart/2005/8/quickstyle/simple1" qsCatId="simple" csTypeId="urn:microsoft.com/office/officeart/2005/8/colors/accent1_2" csCatId="accent1" phldr="1"/>
      <dgm:spPr/>
      <dgm:t>
        <a:bodyPr/>
        <a:lstStyle/>
        <a:p>
          <a:endParaRPr lang="en-US"/>
        </a:p>
      </dgm:t>
    </dgm:pt>
    <dgm:pt modelId="{3BD092CB-8696-8343-8F78-E4293FFA932E}">
      <dgm:prSet phldr="0" custT="1">
        <dgm:style>
          <a:lnRef idx="1">
            <a:schemeClr val="accent1"/>
          </a:lnRef>
          <a:fillRef idx="2">
            <a:schemeClr val="accent1"/>
          </a:fillRef>
          <a:effectRef idx="1">
            <a:schemeClr val="accent1"/>
          </a:effectRef>
          <a:fontRef idx="minor">
            <a:schemeClr val="dk1"/>
          </a:fontRef>
        </dgm:style>
      </dgm:prSet>
      <dgm:spPr>
        <a:solidFill>
          <a:srgbClr val="9CCCB9"/>
        </a:solidFill>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a:solidFill>
              <a:schemeClr val="tx1"/>
            </a:solidFill>
            <a:latin typeface="+mj-lt"/>
            <a:ea typeface="+mn-ea"/>
            <a:cs typeface="+mn-cs"/>
          </a:endParaRPr>
        </a:p>
      </dgm:t>
    </dgm:pt>
    <dgm:pt modelId="{21628B65-E750-A449-B04F-15897F8356B1}" type="parTrans" cxnId="{0DAFAE24-9006-344B-931E-5CFBE42B41A5}">
      <dgm:prSet/>
      <dgm:spPr/>
      <dgm:t>
        <a:bodyPr/>
        <a:lstStyle/>
        <a:p>
          <a:endParaRPr lang="en-US"/>
        </a:p>
      </dgm:t>
    </dgm:pt>
    <dgm:pt modelId="{0017ABBC-E45E-7F4B-B280-A0126A539661}" type="sibTrans" cxnId="{0DAFAE24-9006-344B-931E-5CFBE42B41A5}">
      <dgm:prSet/>
      <dgm:spPr/>
      <dgm:t>
        <a:bodyPr/>
        <a:lstStyle/>
        <a:p>
          <a:endParaRPr lang="en-US"/>
        </a:p>
      </dgm:t>
    </dgm:pt>
    <dgm:pt modelId="{80D76E47-9596-4446-89FB-D8A2BFD85FFE}">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MILESTONES</a:t>
          </a:r>
          <a:endParaRPr lang="en-US" sz="1200" b="1">
            <a:latin typeface="+mj-lt"/>
            <a:ea typeface="+mn-ea"/>
            <a:cs typeface="+mn-cs"/>
          </a:endParaRPr>
        </a:p>
      </dgm:t>
    </dgm:pt>
    <dgm:pt modelId="{945A4CBC-28D1-42B9-9094-FA5A7CC95237}" type="parTrans" cxnId="{1D14A1DE-80AA-46B2-800D-5355A90EFB6A}">
      <dgm:prSet/>
      <dgm:spPr/>
      <dgm:t>
        <a:bodyPr/>
        <a:lstStyle/>
        <a:p>
          <a:endParaRPr lang="en-US"/>
        </a:p>
      </dgm:t>
    </dgm:pt>
    <dgm:pt modelId="{6052AA46-E78C-40AE-BE63-A6BC052659CE}" type="sibTrans" cxnId="{1D14A1DE-80AA-46B2-800D-5355A90EFB6A}">
      <dgm:prSet/>
      <dgm:spPr/>
      <dgm:t>
        <a:bodyPr/>
        <a:lstStyle/>
        <a:p>
          <a:endParaRPr lang="en-US"/>
        </a:p>
      </dgm:t>
    </dgm:pt>
    <dgm:pt modelId="{21086C65-1C70-4664-A8A9-E48B34400CEE}">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RELEASES</a:t>
          </a:r>
          <a:endParaRPr lang="en-US" sz="1200" b="1">
            <a:latin typeface="+mj-lt"/>
            <a:ea typeface="+mn-ea"/>
            <a:cs typeface="+mn-cs"/>
          </a:endParaRPr>
        </a:p>
      </dgm:t>
    </dgm:pt>
    <dgm:pt modelId="{0CA27925-F1B4-47EC-AB44-10909AF647D7}" type="parTrans" cxnId="{52CAE3F2-6452-40D4-A9C1-2D33C675F023}">
      <dgm:prSet/>
      <dgm:spPr/>
      <dgm:t>
        <a:bodyPr/>
        <a:lstStyle/>
        <a:p>
          <a:endParaRPr lang="en-US"/>
        </a:p>
      </dgm:t>
    </dgm:pt>
    <dgm:pt modelId="{C6D6C9B1-0B3B-4F76-8CCE-B16906B8E600}" type="sibTrans" cxnId="{52CAE3F2-6452-40D4-A9C1-2D33C675F023}">
      <dgm:prSet/>
      <dgm:spPr/>
      <dgm:t>
        <a:bodyPr/>
        <a:lstStyle/>
        <a:p>
          <a:endParaRPr lang="en-US"/>
        </a:p>
      </dgm:t>
    </dgm:pt>
    <dgm:pt modelId="{0345F832-13EC-479C-9392-BA51F831557A}">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FEATURES</a:t>
          </a:r>
          <a:endParaRPr lang="en-US" sz="1200" b="1">
            <a:solidFill>
              <a:schemeClr val="tx1"/>
            </a:solidFill>
            <a:latin typeface="+mj-lt"/>
            <a:ea typeface="+mn-ea"/>
            <a:cs typeface="+mn-cs"/>
          </a:endParaRPr>
        </a:p>
      </dgm:t>
    </dgm:pt>
    <dgm:pt modelId="{83C7069A-9196-408E-A9E8-8B2C8475B9DD}" type="parTrans" cxnId="{DFE9541A-5496-4118-9C43-521B00D87954}">
      <dgm:prSet/>
      <dgm:spPr/>
      <dgm:t>
        <a:bodyPr/>
        <a:lstStyle/>
        <a:p>
          <a:endParaRPr lang="en-US"/>
        </a:p>
      </dgm:t>
    </dgm:pt>
    <dgm:pt modelId="{5C8F509E-3ACE-4873-B248-775B6DCB3B53}" type="sibTrans" cxnId="{DFE9541A-5496-4118-9C43-521B00D87954}">
      <dgm:prSet/>
      <dgm:spPr/>
      <dgm:t>
        <a:bodyPr/>
        <a:lstStyle/>
        <a:p>
          <a:endParaRPr lang="en-US"/>
        </a:p>
      </dgm:t>
    </dgm:pt>
    <dgm:pt modelId="{ADC9C700-DC8B-49B5-83D7-94EE8FF9778D}">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a:latin typeface="+mj-lt"/>
            <a:ea typeface="+mn-ea"/>
            <a:cs typeface="+mn-cs"/>
          </a:endParaRPr>
        </a:p>
      </dgm:t>
    </dgm:pt>
    <dgm:pt modelId="{17551BD1-30C2-4012-9503-9C3CEC6FA5C7}" type="parTrans" cxnId="{6E51234E-F7E2-40E6-BAE1-885D2CAAF1A9}">
      <dgm:prSet/>
      <dgm:spPr/>
      <dgm:t>
        <a:bodyPr/>
        <a:lstStyle/>
        <a:p>
          <a:endParaRPr lang="en-US"/>
        </a:p>
      </dgm:t>
    </dgm:pt>
    <dgm:pt modelId="{7C475734-4C42-429D-8812-ECB2488969BF}" type="sibTrans" cxnId="{6E51234E-F7E2-40E6-BAE1-885D2CAAF1A9}">
      <dgm:prSet/>
      <dgm:spPr/>
      <dgm:t>
        <a:bodyPr/>
        <a:lstStyle/>
        <a:p>
          <a:endParaRPr lang="en-US"/>
        </a:p>
      </dgm:t>
    </dgm:pt>
    <dgm:pt modelId="{DBD66422-E619-43F9-B18B-3503370D4FB7}">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COMMUNICATION</a:t>
          </a:r>
          <a:endParaRPr lang="en-US" sz="1200" b="1">
            <a:latin typeface="+mj-lt"/>
            <a:ea typeface="+mn-ea"/>
            <a:cs typeface="+mn-cs"/>
          </a:endParaRPr>
        </a:p>
      </dgm:t>
    </dgm:pt>
    <dgm:pt modelId="{FED8479B-5DA1-423B-88D0-4081070D3ADC}" type="parTrans" cxnId="{48A89840-01A8-4123-B799-21740548363A}">
      <dgm:prSet/>
      <dgm:spPr/>
      <dgm:t>
        <a:bodyPr/>
        <a:lstStyle/>
        <a:p>
          <a:endParaRPr lang="en-US"/>
        </a:p>
      </dgm:t>
    </dgm:pt>
    <dgm:pt modelId="{7041445C-2005-4408-A09E-1F3964D58044}" type="sibTrans" cxnId="{48A89840-01A8-4123-B799-21740548363A}">
      <dgm:prSet/>
      <dgm:spPr/>
      <dgm:t>
        <a:bodyPr/>
        <a:lstStyle/>
        <a:p>
          <a:endParaRPr lang="en-US"/>
        </a:p>
      </dgm:t>
    </dgm:pt>
    <dgm:pt modelId="{10EFD5ED-AF50-4639-ADE7-A441FFED41EC}">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CITATIONS</a:t>
          </a:r>
          <a:endParaRPr lang="en-US" sz="1200" b="1">
            <a:latin typeface="+mj-lt"/>
            <a:ea typeface="+mn-ea"/>
            <a:cs typeface="+mn-cs"/>
          </a:endParaRPr>
        </a:p>
      </dgm:t>
    </dgm:pt>
    <dgm:pt modelId="{894A5685-92B8-44C5-890E-F416F8E996A8}" type="parTrans" cxnId="{C5D74E59-BB72-468E-BCF9-EE1500629A5E}">
      <dgm:prSet/>
      <dgm:spPr/>
      <dgm:t>
        <a:bodyPr/>
        <a:lstStyle/>
        <a:p>
          <a:endParaRPr lang="en-US"/>
        </a:p>
      </dgm:t>
    </dgm:pt>
    <dgm:pt modelId="{97D6157D-9B85-456C-9376-96106FC64905}" type="sibTrans" cxnId="{C5D74E59-BB72-468E-BCF9-EE1500629A5E}">
      <dgm:prSet/>
      <dgm:spPr/>
      <dgm:t>
        <a:bodyPr/>
        <a:lstStyle/>
        <a:p>
          <a:endParaRPr lang="en-US"/>
        </a:p>
      </dgm:t>
    </dgm:pt>
    <dgm:pt modelId="{255936F1-DD66-4D07-B53D-9A31D700C136}">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AGILE APPROACH</a:t>
          </a:r>
          <a:endParaRPr lang="en-US" sz="1200" b="1">
            <a:latin typeface="+mj-lt"/>
            <a:ea typeface="+mn-ea"/>
            <a:cs typeface="+mn-cs"/>
          </a:endParaRPr>
        </a:p>
      </dgm:t>
    </dgm:pt>
    <dgm:pt modelId="{59C3819D-67EA-4097-B04D-5576C1A87C6D}" type="sibTrans" cxnId="{ADCBD158-DFFA-48E5-8A9D-9BCF44649E93}">
      <dgm:prSet/>
      <dgm:spPr/>
      <dgm:t>
        <a:bodyPr/>
        <a:lstStyle/>
        <a:p>
          <a:endParaRPr lang="en-US"/>
        </a:p>
      </dgm:t>
    </dgm:pt>
    <dgm:pt modelId="{5DDFBFED-7E90-41CE-B540-80D93C543E76}" type="parTrans" cxnId="{ADCBD158-DFFA-48E5-8A9D-9BCF44649E93}">
      <dgm:prSet/>
      <dgm:spPr/>
      <dgm:t>
        <a:bodyPr/>
        <a:lstStyle/>
        <a:p>
          <a:endParaRPr lang="en-US"/>
        </a:p>
      </dgm:t>
    </dgm:pt>
    <dgm:pt modelId="{4F8765AE-9487-D445-9378-F7FF6D66E8A0}" type="pres">
      <dgm:prSet presAssocID="{ECFA09A1-EE9C-7246-88E1-EEA551740A09}" presName="Name0" presStyleCnt="0">
        <dgm:presLayoutVars>
          <dgm:dir/>
          <dgm:resizeHandles val="exact"/>
        </dgm:presLayoutVars>
      </dgm:prSet>
      <dgm:spPr/>
    </dgm:pt>
    <dgm:pt modelId="{74283D25-8555-2743-8411-B0A4F1E58A4A}" type="pres">
      <dgm:prSet presAssocID="{3BD092CB-8696-8343-8F78-E4293FFA932E}" presName="parTxOnly" presStyleLbl="node1" presStyleIdx="0" presStyleCnt="8" custLinFactNeighborX="-1613" custLinFactNeighborY="3546">
        <dgm:presLayoutVars>
          <dgm:bulletEnabled val="1"/>
        </dgm:presLayoutVars>
      </dgm:prSet>
      <dgm:spPr/>
    </dgm:pt>
    <dgm:pt modelId="{C7334C07-4F41-404A-90BC-525CAE213B60}" type="pres">
      <dgm:prSet presAssocID="{0017ABBC-E45E-7F4B-B280-A0126A539661}" presName="parSpace" presStyleCnt="0"/>
      <dgm:spPr/>
    </dgm:pt>
    <dgm:pt modelId="{7154808B-895F-354B-B850-366E08A6ED55}" type="pres">
      <dgm:prSet presAssocID="{255936F1-DD66-4D07-B53D-9A31D700C136}" presName="parTxOnly" presStyleLbl="node1" presStyleIdx="1" presStyleCnt="8" custLinFactNeighborX="-1613" custLinFactNeighborY="3546">
        <dgm:presLayoutVars>
          <dgm:bulletEnabled val="1"/>
        </dgm:presLayoutVars>
      </dgm:prSet>
      <dgm:spPr/>
    </dgm:pt>
    <dgm:pt modelId="{B1D2E3D9-F46B-9240-AC66-FCDEFBF56336}" type="pres">
      <dgm:prSet presAssocID="{59C3819D-67EA-4097-B04D-5576C1A87C6D}" presName="parSpace" presStyleCnt="0"/>
      <dgm:spPr/>
    </dgm:pt>
    <dgm:pt modelId="{86D3D9E3-86CC-EB4B-B339-03304F336BCB}" type="pres">
      <dgm:prSet presAssocID="{80D76E47-9596-4446-89FB-D8A2BFD85FFE}" presName="parTxOnly" presStyleLbl="node1" presStyleIdx="2" presStyleCnt="8" custLinFactNeighborX="-1613" custLinFactNeighborY="3546">
        <dgm:presLayoutVars>
          <dgm:bulletEnabled val="1"/>
        </dgm:presLayoutVars>
      </dgm:prSet>
      <dgm:spPr/>
    </dgm:pt>
    <dgm:pt modelId="{770D837F-44F1-BB44-A39A-2C9792C22076}" type="pres">
      <dgm:prSet presAssocID="{6052AA46-E78C-40AE-BE63-A6BC052659CE}" presName="parSpace" presStyleCnt="0"/>
      <dgm:spPr/>
    </dgm:pt>
    <dgm:pt modelId="{598569D2-5F05-894D-984C-6E8C867FA02B}" type="pres">
      <dgm:prSet presAssocID="{21086C65-1C70-4664-A8A9-E48B34400CEE}" presName="parTxOnly" presStyleLbl="node1" presStyleIdx="3" presStyleCnt="8" custLinFactNeighborX="-1613" custLinFactNeighborY="3546">
        <dgm:presLayoutVars>
          <dgm:bulletEnabled val="1"/>
        </dgm:presLayoutVars>
      </dgm:prSet>
      <dgm:spPr/>
    </dgm:pt>
    <dgm:pt modelId="{50055F51-59C8-7C4B-865F-064B0985CFE7}" type="pres">
      <dgm:prSet presAssocID="{C6D6C9B1-0B3B-4F76-8CCE-B16906B8E600}" presName="parSpace" presStyleCnt="0"/>
      <dgm:spPr/>
    </dgm:pt>
    <dgm:pt modelId="{D1A94B47-88D0-B746-B414-08011CE46DC9}" type="pres">
      <dgm:prSet presAssocID="{0345F832-13EC-479C-9392-BA51F831557A}" presName="parTxOnly" presStyleLbl="node1" presStyleIdx="4" presStyleCnt="8" custLinFactNeighborX="-1613" custLinFactNeighborY="3546">
        <dgm:presLayoutVars>
          <dgm:bulletEnabled val="1"/>
        </dgm:presLayoutVars>
      </dgm:prSet>
      <dgm:spPr/>
    </dgm:pt>
    <dgm:pt modelId="{960EE8D9-EF0D-7C44-AE51-461157654D45}" type="pres">
      <dgm:prSet presAssocID="{5C8F509E-3ACE-4873-B248-775B6DCB3B53}" presName="parSpace" presStyleCnt="0"/>
      <dgm:spPr/>
    </dgm:pt>
    <dgm:pt modelId="{E14607B2-FC8F-E34A-977F-5260FF1E8543}" type="pres">
      <dgm:prSet presAssocID="{ADC9C700-DC8B-49B5-83D7-94EE8FF9778D}" presName="parTxOnly" presStyleLbl="node1" presStyleIdx="5" presStyleCnt="8" custLinFactNeighborX="-1613" custLinFactNeighborY="3546">
        <dgm:presLayoutVars>
          <dgm:bulletEnabled val="1"/>
        </dgm:presLayoutVars>
      </dgm:prSet>
      <dgm:spPr/>
    </dgm:pt>
    <dgm:pt modelId="{C58CD9D7-A487-8E41-A673-6683147672BE}" type="pres">
      <dgm:prSet presAssocID="{7C475734-4C42-429D-8812-ECB2488969BF}" presName="parSpace" presStyleCnt="0"/>
      <dgm:spPr/>
    </dgm:pt>
    <dgm:pt modelId="{980512B4-4015-264E-BCBB-6FC2645B48FB}" type="pres">
      <dgm:prSet presAssocID="{DBD66422-E619-43F9-B18B-3503370D4FB7}" presName="parTxOnly" presStyleLbl="node1" presStyleIdx="6" presStyleCnt="8" custLinFactNeighborX="-1613" custLinFactNeighborY="1773">
        <dgm:presLayoutVars>
          <dgm:bulletEnabled val="1"/>
        </dgm:presLayoutVars>
      </dgm:prSet>
      <dgm:spPr/>
    </dgm:pt>
    <dgm:pt modelId="{AF21FC28-6711-6F47-858E-E14EFA8CF30A}" type="pres">
      <dgm:prSet presAssocID="{7041445C-2005-4408-A09E-1F3964D58044}" presName="parSpace" presStyleCnt="0"/>
      <dgm:spPr/>
    </dgm:pt>
    <dgm:pt modelId="{33C73B34-5B79-3140-B20F-78392C209F6F}" type="pres">
      <dgm:prSet presAssocID="{10EFD5ED-AF50-4639-ADE7-A441FFED41EC}" presName="parTxOnly" presStyleLbl="node1" presStyleIdx="7" presStyleCnt="8">
        <dgm:presLayoutVars>
          <dgm:bulletEnabled val="1"/>
        </dgm:presLayoutVars>
      </dgm:prSet>
      <dgm:spPr/>
    </dgm:pt>
  </dgm:ptLst>
  <dgm:cxnLst>
    <dgm:cxn modelId="{DD723905-94BA-EE48-B092-4828BDAB4807}" type="presOf" srcId="{DBD66422-E619-43F9-B18B-3503370D4FB7}" destId="{980512B4-4015-264E-BCBB-6FC2645B48FB}" srcOrd="0" destOrd="0" presId="urn:microsoft.com/office/officeart/2005/8/layout/hChevron3"/>
    <dgm:cxn modelId="{B4FCF608-1889-554F-A573-E2481C196626}" type="presOf" srcId="{255936F1-DD66-4D07-B53D-9A31D700C136}" destId="{7154808B-895F-354B-B850-366E08A6ED55}" srcOrd="0" destOrd="0" presId="urn:microsoft.com/office/officeart/2005/8/layout/hChevron3"/>
    <dgm:cxn modelId="{DFE9541A-5496-4118-9C43-521B00D87954}" srcId="{ECFA09A1-EE9C-7246-88E1-EEA551740A09}" destId="{0345F832-13EC-479C-9392-BA51F831557A}" srcOrd="4" destOrd="0" parTransId="{83C7069A-9196-408E-A9E8-8B2C8475B9DD}" sibTransId="{5C8F509E-3ACE-4873-B248-775B6DCB3B53}"/>
    <dgm:cxn modelId="{601C6624-2E16-0E41-8794-324178AD8BE6}" type="presOf" srcId="{21086C65-1C70-4664-A8A9-E48B34400CEE}" destId="{598569D2-5F05-894D-984C-6E8C867FA02B}" srcOrd="0" destOrd="0" presId="urn:microsoft.com/office/officeart/2005/8/layout/hChevron3"/>
    <dgm:cxn modelId="{0DAFAE24-9006-344B-931E-5CFBE42B41A5}" srcId="{ECFA09A1-EE9C-7246-88E1-EEA551740A09}" destId="{3BD092CB-8696-8343-8F78-E4293FFA932E}" srcOrd="0" destOrd="0" parTransId="{21628B65-E750-A449-B04F-15897F8356B1}" sibTransId="{0017ABBC-E45E-7F4B-B280-A0126A539661}"/>
    <dgm:cxn modelId="{48A89840-01A8-4123-B799-21740548363A}" srcId="{ECFA09A1-EE9C-7246-88E1-EEA551740A09}" destId="{DBD66422-E619-43F9-B18B-3503370D4FB7}" srcOrd="6" destOrd="0" parTransId="{FED8479B-5DA1-423B-88D0-4081070D3ADC}" sibTransId="{7041445C-2005-4408-A09E-1F3964D58044}"/>
    <dgm:cxn modelId="{96748C42-AB35-0941-84A4-D887A1B5BAF1}" type="presOf" srcId="{ECFA09A1-EE9C-7246-88E1-EEA551740A09}" destId="{4F8765AE-9487-D445-9378-F7FF6D66E8A0}" srcOrd="0" destOrd="0" presId="urn:microsoft.com/office/officeart/2005/8/layout/hChevron3"/>
    <dgm:cxn modelId="{6E51234E-F7E2-40E6-BAE1-885D2CAAF1A9}" srcId="{ECFA09A1-EE9C-7246-88E1-EEA551740A09}" destId="{ADC9C700-DC8B-49B5-83D7-94EE8FF9778D}" srcOrd="5" destOrd="0" parTransId="{17551BD1-30C2-4012-9503-9C3CEC6FA5C7}" sibTransId="{7C475734-4C42-429D-8812-ECB2488969BF}"/>
    <dgm:cxn modelId="{ADCBD158-DFFA-48E5-8A9D-9BCF44649E93}" srcId="{ECFA09A1-EE9C-7246-88E1-EEA551740A09}" destId="{255936F1-DD66-4D07-B53D-9A31D700C136}" srcOrd="1" destOrd="0" parTransId="{5DDFBFED-7E90-41CE-B540-80D93C543E76}" sibTransId="{59C3819D-67EA-4097-B04D-5576C1A87C6D}"/>
    <dgm:cxn modelId="{C5D74E59-BB72-468E-BCF9-EE1500629A5E}" srcId="{ECFA09A1-EE9C-7246-88E1-EEA551740A09}" destId="{10EFD5ED-AF50-4639-ADE7-A441FFED41EC}" srcOrd="7" destOrd="0" parTransId="{894A5685-92B8-44C5-890E-F416F8E996A8}" sibTransId="{97D6157D-9B85-456C-9376-96106FC64905}"/>
    <dgm:cxn modelId="{FD865393-978A-FE41-93C6-166FD68A0D56}" type="presOf" srcId="{3BD092CB-8696-8343-8F78-E4293FFA932E}" destId="{74283D25-8555-2743-8411-B0A4F1E58A4A}" srcOrd="0" destOrd="0" presId="urn:microsoft.com/office/officeart/2005/8/layout/hChevron3"/>
    <dgm:cxn modelId="{DDA2CDC6-CF0E-AF4B-95DA-4B715CE91BC4}" type="presOf" srcId="{ADC9C700-DC8B-49B5-83D7-94EE8FF9778D}" destId="{E14607B2-FC8F-E34A-977F-5260FF1E8543}" srcOrd="0" destOrd="0" presId="urn:microsoft.com/office/officeart/2005/8/layout/hChevron3"/>
    <dgm:cxn modelId="{782EEACB-3146-D749-83C8-16A378AC0C15}" type="presOf" srcId="{0345F832-13EC-479C-9392-BA51F831557A}" destId="{D1A94B47-88D0-B746-B414-08011CE46DC9}" srcOrd="0" destOrd="0" presId="urn:microsoft.com/office/officeart/2005/8/layout/hChevron3"/>
    <dgm:cxn modelId="{00646EDC-FC6D-634C-98F1-CC877BBF56FB}" type="presOf" srcId="{10EFD5ED-AF50-4639-ADE7-A441FFED41EC}" destId="{33C73B34-5B79-3140-B20F-78392C209F6F}" srcOrd="0" destOrd="0" presId="urn:microsoft.com/office/officeart/2005/8/layout/hChevron3"/>
    <dgm:cxn modelId="{1D14A1DE-80AA-46B2-800D-5355A90EFB6A}" srcId="{ECFA09A1-EE9C-7246-88E1-EEA551740A09}" destId="{80D76E47-9596-4446-89FB-D8A2BFD85FFE}" srcOrd="2" destOrd="0" parTransId="{945A4CBC-28D1-42B9-9094-FA5A7CC95237}" sibTransId="{6052AA46-E78C-40AE-BE63-A6BC052659CE}"/>
    <dgm:cxn modelId="{6A5CEAE8-522B-AB4A-AD9F-2463D9B91E8E}" type="presOf" srcId="{80D76E47-9596-4446-89FB-D8A2BFD85FFE}" destId="{86D3D9E3-86CC-EB4B-B339-03304F336BCB}" srcOrd="0" destOrd="0" presId="urn:microsoft.com/office/officeart/2005/8/layout/hChevron3"/>
    <dgm:cxn modelId="{52CAE3F2-6452-40D4-A9C1-2D33C675F023}" srcId="{ECFA09A1-EE9C-7246-88E1-EEA551740A09}" destId="{21086C65-1C70-4664-A8A9-E48B34400CEE}" srcOrd="3" destOrd="0" parTransId="{0CA27925-F1B4-47EC-AB44-10909AF647D7}" sibTransId="{C6D6C9B1-0B3B-4F76-8CCE-B16906B8E600}"/>
    <dgm:cxn modelId="{A6C9CE1C-13BD-1E49-80A7-747DC17FE4C3}" type="presParOf" srcId="{4F8765AE-9487-D445-9378-F7FF6D66E8A0}" destId="{74283D25-8555-2743-8411-B0A4F1E58A4A}" srcOrd="0" destOrd="0" presId="urn:microsoft.com/office/officeart/2005/8/layout/hChevron3"/>
    <dgm:cxn modelId="{1DCED746-19DE-5446-98C8-63260B3BA3B7}" type="presParOf" srcId="{4F8765AE-9487-D445-9378-F7FF6D66E8A0}" destId="{C7334C07-4F41-404A-90BC-525CAE213B60}" srcOrd="1" destOrd="0" presId="urn:microsoft.com/office/officeart/2005/8/layout/hChevron3"/>
    <dgm:cxn modelId="{E5D9F885-D6F3-034E-AA7A-986598DD9601}" type="presParOf" srcId="{4F8765AE-9487-D445-9378-F7FF6D66E8A0}" destId="{7154808B-895F-354B-B850-366E08A6ED55}" srcOrd="2" destOrd="0" presId="urn:microsoft.com/office/officeart/2005/8/layout/hChevron3"/>
    <dgm:cxn modelId="{6190CF18-5222-6E44-AFFF-CE7880D5F2F0}" type="presParOf" srcId="{4F8765AE-9487-D445-9378-F7FF6D66E8A0}" destId="{B1D2E3D9-F46B-9240-AC66-FCDEFBF56336}" srcOrd="3" destOrd="0" presId="urn:microsoft.com/office/officeart/2005/8/layout/hChevron3"/>
    <dgm:cxn modelId="{DCE2B82D-F034-B342-A766-D5451F68004B}" type="presParOf" srcId="{4F8765AE-9487-D445-9378-F7FF6D66E8A0}" destId="{86D3D9E3-86CC-EB4B-B339-03304F336BCB}" srcOrd="4" destOrd="0" presId="urn:microsoft.com/office/officeart/2005/8/layout/hChevron3"/>
    <dgm:cxn modelId="{C0B48454-8D9D-C142-B8C4-3AA29A3F8A7E}" type="presParOf" srcId="{4F8765AE-9487-D445-9378-F7FF6D66E8A0}" destId="{770D837F-44F1-BB44-A39A-2C9792C22076}" srcOrd="5" destOrd="0" presId="urn:microsoft.com/office/officeart/2005/8/layout/hChevron3"/>
    <dgm:cxn modelId="{E84BFC1E-31C0-5946-8B12-E14695EA3B41}" type="presParOf" srcId="{4F8765AE-9487-D445-9378-F7FF6D66E8A0}" destId="{598569D2-5F05-894D-984C-6E8C867FA02B}" srcOrd="6" destOrd="0" presId="urn:microsoft.com/office/officeart/2005/8/layout/hChevron3"/>
    <dgm:cxn modelId="{6A44C368-0466-614A-B665-A29F63B3A81E}" type="presParOf" srcId="{4F8765AE-9487-D445-9378-F7FF6D66E8A0}" destId="{50055F51-59C8-7C4B-865F-064B0985CFE7}" srcOrd="7" destOrd="0" presId="urn:microsoft.com/office/officeart/2005/8/layout/hChevron3"/>
    <dgm:cxn modelId="{D638A8F3-BBB6-934E-8A66-56A4C723B9EE}" type="presParOf" srcId="{4F8765AE-9487-D445-9378-F7FF6D66E8A0}" destId="{D1A94B47-88D0-B746-B414-08011CE46DC9}" srcOrd="8" destOrd="0" presId="urn:microsoft.com/office/officeart/2005/8/layout/hChevron3"/>
    <dgm:cxn modelId="{3A47CD19-D30C-B94A-9134-B74DE6A1F508}" type="presParOf" srcId="{4F8765AE-9487-D445-9378-F7FF6D66E8A0}" destId="{960EE8D9-EF0D-7C44-AE51-461157654D45}" srcOrd="9" destOrd="0" presId="urn:microsoft.com/office/officeart/2005/8/layout/hChevron3"/>
    <dgm:cxn modelId="{953102E8-A4F1-1B40-B5FF-E79DE71ACC56}" type="presParOf" srcId="{4F8765AE-9487-D445-9378-F7FF6D66E8A0}" destId="{E14607B2-FC8F-E34A-977F-5260FF1E8543}" srcOrd="10" destOrd="0" presId="urn:microsoft.com/office/officeart/2005/8/layout/hChevron3"/>
    <dgm:cxn modelId="{E7DFD6B9-4FB3-DD44-A965-51A77115705C}" type="presParOf" srcId="{4F8765AE-9487-D445-9378-F7FF6D66E8A0}" destId="{C58CD9D7-A487-8E41-A673-6683147672BE}" srcOrd="11" destOrd="0" presId="urn:microsoft.com/office/officeart/2005/8/layout/hChevron3"/>
    <dgm:cxn modelId="{CA2A39F7-0330-2949-980E-7FA06601826A}" type="presParOf" srcId="{4F8765AE-9487-D445-9378-F7FF6D66E8A0}" destId="{980512B4-4015-264E-BCBB-6FC2645B48FB}" srcOrd="12" destOrd="0" presId="urn:microsoft.com/office/officeart/2005/8/layout/hChevron3"/>
    <dgm:cxn modelId="{92C0105E-97C0-E44D-8ED8-E63BDDC99908}" type="presParOf" srcId="{4F8765AE-9487-D445-9378-F7FF6D66E8A0}" destId="{AF21FC28-6711-6F47-858E-E14EFA8CF30A}" srcOrd="13" destOrd="0" presId="urn:microsoft.com/office/officeart/2005/8/layout/hChevron3"/>
    <dgm:cxn modelId="{8430A106-D399-334E-9A44-41F520CF84A3}" type="presParOf" srcId="{4F8765AE-9487-D445-9378-F7FF6D66E8A0}" destId="{33C73B34-5B79-3140-B20F-78392C209F6F}" srcOrd="14" destOrd="0" presId="urn:microsoft.com/office/officeart/2005/8/layout/hChevron3"/>
  </dgm:cxnLst>
  <dgm:bg/>
  <dgm:whole>
    <a:ln>
      <a:noFill/>
    </a:ln>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ECFA09A1-EE9C-7246-88E1-EEA551740A09}" type="doc">
      <dgm:prSet loTypeId="urn:microsoft.com/office/officeart/2005/8/layout/hChevron3" loCatId="list" qsTypeId="urn:microsoft.com/office/officeart/2005/8/quickstyle/simple1" qsCatId="simple" csTypeId="urn:microsoft.com/office/officeart/2005/8/colors/accent1_2" csCatId="accent1" phldr="1"/>
      <dgm:spPr/>
      <dgm:t>
        <a:bodyPr/>
        <a:lstStyle/>
        <a:p>
          <a:endParaRPr lang="en-US"/>
        </a:p>
      </dgm:t>
    </dgm:pt>
    <dgm:pt modelId="{3BD092CB-8696-8343-8F78-E4293FFA932E}">
      <dgm:prSet phldr="0" custT="1">
        <dgm:style>
          <a:lnRef idx="1">
            <a:schemeClr val="accent1"/>
          </a:lnRef>
          <a:fillRef idx="2">
            <a:schemeClr val="accent1"/>
          </a:fillRef>
          <a:effectRef idx="1">
            <a:schemeClr val="accent1"/>
          </a:effectRef>
          <a:fontRef idx="minor">
            <a:schemeClr val="dk1"/>
          </a:fontRef>
        </dgm:style>
      </dgm:prSet>
      <dgm:spPr>
        <a:solidFill>
          <a:schemeClr val="bg1"/>
        </a:solidFill>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a:solidFill>
              <a:schemeClr val="tx1"/>
            </a:solidFill>
            <a:latin typeface="+mj-lt"/>
            <a:ea typeface="+mn-ea"/>
            <a:cs typeface="+mn-cs"/>
          </a:endParaRPr>
        </a:p>
      </dgm:t>
    </dgm:pt>
    <dgm:pt modelId="{21628B65-E750-A449-B04F-15897F8356B1}" type="parTrans" cxnId="{0DAFAE24-9006-344B-931E-5CFBE42B41A5}">
      <dgm:prSet/>
      <dgm:spPr/>
      <dgm:t>
        <a:bodyPr/>
        <a:lstStyle/>
        <a:p>
          <a:endParaRPr lang="en-US"/>
        </a:p>
      </dgm:t>
    </dgm:pt>
    <dgm:pt modelId="{0017ABBC-E45E-7F4B-B280-A0126A539661}" type="sibTrans" cxnId="{0DAFAE24-9006-344B-931E-5CFBE42B41A5}">
      <dgm:prSet/>
      <dgm:spPr/>
      <dgm:t>
        <a:bodyPr/>
        <a:lstStyle/>
        <a:p>
          <a:endParaRPr lang="en-US"/>
        </a:p>
      </dgm:t>
    </dgm:pt>
    <dgm:pt modelId="{80D76E47-9596-4446-89FB-D8A2BFD85FFE}">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MILESTONES</a:t>
          </a:r>
          <a:endParaRPr lang="en-US" sz="1200" b="1">
            <a:latin typeface="+mj-lt"/>
            <a:ea typeface="+mn-ea"/>
            <a:cs typeface="+mn-cs"/>
          </a:endParaRPr>
        </a:p>
      </dgm:t>
    </dgm:pt>
    <dgm:pt modelId="{945A4CBC-28D1-42B9-9094-FA5A7CC95237}" type="parTrans" cxnId="{1D14A1DE-80AA-46B2-800D-5355A90EFB6A}">
      <dgm:prSet/>
      <dgm:spPr/>
      <dgm:t>
        <a:bodyPr/>
        <a:lstStyle/>
        <a:p>
          <a:endParaRPr lang="en-US"/>
        </a:p>
      </dgm:t>
    </dgm:pt>
    <dgm:pt modelId="{6052AA46-E78C-40AE-BE63-A6BC052659CE}" type="sibTrans" cxnId="{1D14A1DE-80AA-46B2-800D-5355A90EFB6A}">
      <dgm:prSet/>
      <dgm:spPr/>
      <dgm:t>
        <a:bodyPr/>
        <a:lstStyle/>
        <a:p>
          <a:endParaRPr lang="en-US"/>
        </a:p>
      </dgm:t>
    </dgm:pt>
    <dgm:pt modelId="{21086C65-1C70-4664-A8A9-E48B34400CEE}">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RELEASES</a:t>
          </a:r>
          <a:endParaRPr lang="en-US" sz="1200" b="1">
            <a:latin typeface="+mj-lt"/>
            <a:ea typeface="+mn-ea"/>
            <a:cs typeface="+mn-cs"/>
          </a:endParaRPr>
        </a:p>
      </dgm:t>
    </dgm:pt>
    <dgm:pt modelId="{0CA27925-F1B4-47EC-AB44-10909AF647D7}" type="parTrans" cxnId="{52CAE3F2-6452-40D4-A9C1-2D33C675F023}">
      <dgm:prSet/>
      <dgm:spPr/>
      <dgm:t>
        <a:bodyPr/>
        <a:lstStyle/>
        <a:p>
          <a:endParaRPr lang="en-US"/>
        </a:p>
      </dgm:t>
    </dgm:pt>
    <dgm:pt modelId="{C6D6C9B1-0B3B-4F76-8CCE-B16906B8E600}" type="sibTrans" cxnId="{52CAE3F2-6452-40D4-A9C1-2D33C675F023}">
      <dgm:prSet/>
      <dgm:spPr/>
      <dgm:t>
        <a:bodyPr/>
        <a:lstStyle/>
        <a:p>
          <a:endParaRPr lang="en-US"/>
        </a:p>
      </dgm:t>
    </dgm:pt>
    <dgm:pt modelId="{0345F832-13EC-479C-9392-BA51F831557A}">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FEATURES</a:t>
          </a:r>
          <a:endParaRPr lang="en-US" sz="1200" b="1">
            <a:solidFill>
              <a:schemeClr val="tx1"/>
            </a:solidFill>
            <a:latin typeface="+mj-lt"/>
            <a:ea typeface="+mn-ea"/>
            <a:cs typeface="+mn-cs"/>
          </a:endParaRPr>
        </a:p>
      </dgm:t>
    </dgm:pt>
    <dgm:pt modelId="{83C7069A-9196-408E-A9E8-8B2C8475B9DD}" type="parTrans" cxnId="{DFE9541A-5496-4118-9C43-521B00D87954}">
      <dgm:prSet/>
      <dgm:spPr/>
      <dgm:t>
        <a:bodyPr/>
        <a:lstStyle/>
        <a:p>
          <a:endParaRPr lang="en-US"/>
        </a:p>
      </dgm:t>
    </dgm:pt>
    <dgm:pt modelId="{5C8F509E-3ACE-4873-B248-775B6DCB3B53}" type="sibTrans" cxnId="{DFE9541A-5496-4118-9C43-521B00D87954}">
      <dgm:prSet/>
      <dgm:spPr/>
      <dgm:t>
        <a:bodyPr/>
        <a:lstStyle/>
        <a:p>
          <a:endParaRPr lang="en-US"/>
        </a:p>
      </dgm:t>
    </dgm:pt>
    <dgm:pt modelId="{ADC9C700-DC8B-49B5-83D7-94EE8FF9778D}">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a:latin typeface="+mj-lt"/>
            <a:ea typeface="+mn-ea"/>
            <a:cs typeface="+mn-cs"/>
          </a:endParaRPr>
        </a:p>
      </dgm:t>
    </dgm:pt>
    <dgm:pt modelId="{17551BD1-30C2-4012-9503-9C3CEC6FA5C7}" type="parTrans" cxnId="{6E51234E-F7E2-40E6-BAE1-885D2CAAF1A9}">
      <dgm:prSet/>
      <dgm:spPr/>
      <dgm:t>
        <a:bodyPr/>
        <a:lstStyle/>
        <a:p>
          <a:endParaRPr lang="en-US"/>
        </a:p>
      </dgm:t>
    </dgm:pt>
    <dgm:pt modelId="{7C475734-4C42-429D-8812-ECB2488969BF}" type="sibTrans" cxnId="{6E51234E-F7E2-40E6-BAE1-885D2CAAF1A9}">
      <dgm:prSet/>
      <dgm:spPr/>
      <dgm:t>
        <a:bodyPr/>
        <a:lstStyle/>
        <a:p>
          <a:endParaRPr lang="en-US"/>
        </a:p>
      </dgm:t>
    </dgm:pt>
    <dgm:pt modelId="{DBD66422-E619-43F9-B18B-3503370D4FB7}">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COMMUNICATION</a:t>
          </a:r>
          <a:endParaRPr lang="en-US" sz="1200" b="1">
            <a:latin typeface="+mj-lt"/>
            <a:ea typeface="+mn-ea"/>
            <a:cs typeface="+mn-cs"/>
          </a:endParaRPr>
        </a:p>
      </dgm:t>
    </dgm:pt>
    <dgm:pt modelId="{FED8479B-5DA1-423B-88D0-4081070D3ADC}" type="parTrans" cxnId="{48A89840-01A8-4123-B799-21740548363A}">
      <dgm:prSet/>
      <dgm:spPr/>
      <dgm:t>
        <a:bodyPr/>
        <a:lstStyle/>
        <a:p>
          <a:endParaRPr lang="en-US"/>
        </a:p>
      </dgm:t>
    </dgm:pt>
    <dgm:pt modelId="{7041445C-2005-4408-A09E-1F3964D58044}" type="sibTrans" cxnId="{48A89840-01A8-4123-B799-21740548363A}">
      <dgm:prSet/>
      <dgm:spPr/>
      <dgm:t>
        <a:bodyPr/>
        <a:lstStyle/>
        <a:p>
          <a:endParaRPr lang="en-US"/>
        </a:p>
      </dgm:t>
    </dgm:pt>
    <dgm:pt modelId="{10EFD5ED-AF50-4639-ADE7-A441FFED41EC}">
      <dgm:prSet phldr="0" custT="1">
        <dgm:style>
          <a:lnRef idx="2">
            <a:schemeClr val="dk1"/>
          </a:lnRef>
          <a:fillRef idx="1">
            <a:schemeClr val="lt1"/>
          </a:fillRef>
          <a:effectRef idx="0">
            <a:schemeClr val="dk1"/>
          </a:effectRef>
          <a:fontRef idx="minor">
            <a:schemeClr val="dk1"/>
          </a:fontRef>
        </dgm:style>
      </dgm:prSet>
      <dgm:spPr>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CITATIONS</a:t>
          </a:r>
          <a:endParaRPr lang="en-US" sz="1200" b="1">
            <a:latin typeface="+mj-lt"/>
            <a:ea typeface="+mn-ea"/>
            <a:cs typeface="+mn-cs"/>
          </a:endParaRPr>
        </a:p>
      </dgm:t>
    </dgm:pt>
    <dgm:pt modelId="{894A5685-92B8-44C5-890E-F416F8E996A8}" type="parTrans" cxnId="{C5D74E59-BB72-468E-BCF9-EE1500629A5E}">
      <dgm:prSet/>
      <dgm:spPr/>
      <dgm:t>
        <a:bodyPr/>
        <a:lstStyle/>
        <a:p>
          <a:endParaRPr lang="en-US"/>
        </a:p>
      </dgm:t>
    </dgm:pt>
    <dgm:pt modelId="{97D6157D-9B85-456C-9376-96106FC64905}" type="sibTrans" cxnId="{C5D74E59-BB72-468E-BCF9-EE1500629A5E}">
      <dgm:prSet/>
      <dgm:spPr/>
      <dgm:t>
        <a:bodyPr/>
        <a:lstStyle/>
        <a:p>
          <a:endParaRPr lang="en-US"/>
        </a:p>
      </dgm:t>
    </dgm:pt>
    <dgm:pt modelId="{255936F1-DD66-4D07-B53D-9A31D700C136}">
      <dgm:prSet phldr="0" custT="1">
        <dgm:style>
          <a:lnRef idx="2">
            <a:schemeClr val="dk1"/>
          </a:lnRef>
          <a:fillRef idx="1">
            <a:schemeClr val="lt1"/>
          </a:fillRef>
          <a:effectRef idx="0">
            <a:schemeClr val="dk1"/>
          </a:effectRef>
          <a:fontRef idx="minor">
            <a:schemeClr val="dk1"/>
          </a:fontRef>
        </dgm:style>
      </dgm:prSet>
      <dgm:spPr>
        <a:solidFill>
          <a:srgbClr val="9CCCB9"/>
        </a:solidFill>
        <a:ln w="12700">
          <a:solidFill>
            <a:srgbClr val="9CCCB9"/>
          </a:solidFill>
        </a:ln>
        <a:effectLst>
          <a:outerShdw blurRad="50800" dist="38100" dir="2700000" algn="tl" rotWithShape="0">
            <a:prstClr val="black">
              <a:alpha val="40000"/>
            </a:prstClr>
          </a:outerShdw>
        </a:effectLst>
      </dgm:spPr>
      <dgm:t>
        <a:bodyPr/>
        <a:lstStyle/>
        <a:p>
          <a:pPr rtl="0"/>
          <a:r>
            <a:rPr lang="en-US" sz="1200" b="1">
              <a:latin typeface="Calibri" panose="020F0502020204030204" pitchFamily="34" charset="0"/>
              <a:ea typeface="Calibri" panose="020F0502020204030204" pitchFamily="34" charset="0"/>
              <a:cs typeface="Calibri" panose="020F0502020204030204" pitchFamily="34" charset="0"/>
            </a:rPr>
            <a:t>AGILE APPROACH</a:t>
          </a:r>
          <a:endParaRPr lang="en-US" sz="1200" b="1">
            <a:latin typeface="+mj-lt"/>
            <a:ea typeface="+mn-ea"/>
            <a:cs typeface="+mn-cs"/>
          </a:endParaRPr>
        </a:p>
      </dgm:t>
    </dgm:pt>
    <dgm:pt modelId="{59C3819D-67EA-4097-B04D-5576C1A87C6D}" type="sibTrans" cxnId="{ADCBD158-DFFA-48E5-8A9D-9BCF44649E93}">
      <dgm:prSet/>
      <dgm:spPr/>
      <dgm:t>
        <a:bodyPr/>
        <a:lstStyle/>
        <a:p>
          <a:endParaRPr lang="en-US"/>
        </a:p>
      </dgm:t>
    </dgm:pt>
    <dgm:pt modelId="{5DDFBFED-7E90-41CE-B540-80D93C543E76}" type="parTrans" cxnId="{ADCBD158-DFFA-48E5-8A9D-9BCF44649E93}">
      <dgm:prSet/>
      <dgm:spPr/>
      <dgm:t>
        <a:bodyPr/>
        <a:lstStyle/>
        <a:p>
          <a:endParaRPr lang="en-US"/>
        </a:p>
      </dgm:t>
    </dgm:pt>
    <dgm:pt modelId="{4F8765AE-9487-D445-9378-F7FF6D66E8A0}" type="pres">
      <dgm:prSet presAssocID="{ECFA09A1-EE9C-7246-88E1-EEA551740A09}" presName="Name0" presStyleCnt="0">
        <dgm:presLayoutVars>
          <dgm:dir/>
          <dgm:resizeHandles val="exact"/>
        </dgm:presLayoutVars>
      </dgm:prSet>
      <dgm:spPr/>
    </dgm:pt>
    <dgm:pt modelId="{74283D25-8555-2743-8411-B0A4F1E58A4A}" type="pres">
      <dgm:prSet presAssocID="{3BD092CB-8696-8343-8F78-E4293FFA932E}" presName="parTxOnly" presStyleLbl="node1" presStyleIdx="0" presStyleCnt="8" custLinFactNeighborX="-1613" custLinFactNeighborY="0">
        <dgm:presLayoutVars>
          <dgm:bulletEnabled val="1"/>
        </dgm:presLayoutVars>
      </dgm:prSet>
      <dgm:spPr/>
    </dgm:pt>
    <dgm:pt modelId="{C7334C07-4F41-404A-90BC-525CAE213B60}" type="pres">
      <dgm:prSet presAssocID="{0017ABBC-E45E-7F4B-B280-A0126A539661}" presName="parSpace" presStyleCnt="0"/>
      <dgm:spPr/>
    </dgm:pt>
    <dgm:pt modelId="{7154808B-895F-354B-B850-366E08A6ED55}" type="pres">
      <dgm:prSet presAssocID="{255936F1-DD66-4D07-B53D-9A31D700C136}" presName="parTxOnly" presStyleLbl="node1" presStyleIdx="1" presStyleCnt="8" custLinFactNeighborX="-1613" custLinFactNeighborY="0">
        <dgm:presLayoutVars>
          <dgm:bulletEnabled val="1"/>
        </dgm:presLayoutVars>
      </dgm:prSet>
      <dgm:spPr/>
    </dgm:pt>
    <dgm:pt modelId="{B1D2E3D9-F46B-9240-AC66-FCDEFBF56336}" type="pres">
      <dgm:prSet presAssocID="{59C3819D-67EA-4097-B04D-5576C1A87C6D}" presName="parSpace" presStyleCnt="0"/>
      <dgm:spPr/>
    </dgm:pt>
    <dgm:pt modelId="{86D3D9E3-86CC-EB4B-B339-03304F336BCB}" type="pres">
      <dgm:prSet presAssocID="{80D76E47-9596-4446-89FB-D8A2BFD85FFE}" presName="parTxOnly" presStyleLbl="node1" presStyleIdx="2" presStyleCnt="8" custLinFactNeighborX="-1613" custLinFactNeighborY="0">
        <dgm:presLayoutVars>
          <dgm:bulletEnabled val="1"/>
        </dgm:presLayoutVars>
      </dgm:prSet>
      <dgm:spPr/>
    </dgm:pt>
    <dgm:pt modelId="{770D837F-44F1-BB44-A39A-2C9792C22076}" type="pres">
      <dgm:prSet presAssocID="{6052AA46-E78C-40AE-BE63-A6BC052659CE}" presName="parSpace" presStyleCnt="0"/>
      <dgm:spPr/>
    </dgm:pt>
    <dgm:pt modelId="{598569D2-5F05-894D-984C-6E8C867FA02B}" type="pres">
      <dgm:prSet presAssocID="{21086C65-1C70-4664-A8A9-E48B34400CEE}" presName="parTxOnly" presStyleLbl="node1" presStyleIdx="3" presStyleCnt="8" custLinFactNeighborX="-1613" custLinFactNeighborY="0">
        <dgm:presLayoutVars>
          <dgm:bulletEnabled val="1"/>
        </dgm:presLayoutVars>
      </dgm:prSet>
      <dgm:spPr/>
    </dgm:pt>
    <dgm:pt modelId="{50055F51-59C8-7C4B-865F-064B0985CFE7}" type="pres">
      <dgm:prSet presAssocID="{C6D6C9B1-0B3B-4F76-8CCE-B16906B8E600}" presName="parSpace" presStyleCnt="0"/>
      <dgm:spPr/>
    </dgm:pt>
    <dgm:pt modelId="{D1A94B47-88D0-B746-B414-08011CE46DC9}" type="pres">
      <dgm:prSet presAssocID="{0345F832-13EC-479C-9392-BA51F831557A}" presName="parTxOnly" presStyleLbl="node1" presStyleIdx="4" presStyleCnt="8" custLinFactNeighborX="-1613" custLinFactNeighborY="0">
        <dgm:presLayoutVars>
          <dgm:bulletEnabled val="1"/>
        </dgm:presLayoutVars>
      </dgm:prSet>
      <dgm:spPr/>
    </dgm:pt>
    <dgm:pt modelId="{960EE8D9-EF0D-7C44-AE51-461157654D45}" type="pres">
      <dgm:prSet presAssocID="{5C8F509E-3ACE-4873-B248-775B6DCB3B53}" presName="parSpace" presStyleCnt="0"/>
      <dgm:spPr/>
    </dgm:pt>
    <dgm:pt modelId="{E14607B2-FC8F-E34A-977F-5260FF1E8543}" type="pres">
      <dgm:prSet presAssocID="{ADC9C700-DC8B-49B5-83D7-94EE8FF9778D}" presName="parTxOnly" presStyleLbl="node1" presStyleIdx="5" presStyleCnt="8" custLinFactNeighborX="-1613" custLinFactNeighborY="0">
        <dgm:presLayoutVars>
          <dgm:bulletEnabled val="1"/>
        </dgm:presLayoutVars>
      </dgm:prSet>
      <dgm:spPr/>
    </dgm:pt>
    <dgm:pt modelId="{C58CD9D7-A487-8E41-A673-6683147672BE}" type="pres">
      <dgm:prSet presAssocID="{7C475734-4C42-429D-8812-ECB2488969BF}" presName="parSpace" presStyleCnt="0"/>
      <dgm:spPr/>
    </dgm:pt>
    <dgm:pt modelId="{980512B4-4015-264E-BCBB-6FC2645B48FB}" type="pres">
      <dgm:prSet presAssocID="{DBD66422-E619-43F9-B18B-3503370D4FB7}" presName="parTxOnly" presStyleLbl="node1" presStyleIdx="6" presStyleCnt="8" custLinFactNeighborX="-1613" custLinFactNeighborY="0">
        <dgm:presLayoutVars>
          <dgm:bulletEnabled val="1"/>
        </dgm:presLayoutVars>
      </dgm:prSet>
      <dgm:spPr/>
    </dgm:pt>
    <dgm:pt modelId="{AF21FC28-6711-6F47-858E-E14EFA8CF30A}" type="pres">
      <dgm:prSet presAssocID="{7041445C-2005-4408-A09E-1F3964D58044}" presName="parSpace" presStyleCnt="0"/>
      <dgm:spPr/>
    </dgm:pt>
    <dgm:pt modelId="{33C73B34-5B79-3140-B20F-78392C209F6F}" type="pres">
      <dgm:prSet presAssocID="{10EFD5ED-AF50-4639-ADE7-A441FFED41EC}" presName="parTxOnly" presStyleLbl="node1" presStyleIdx="7" presStyleCnt="8">
        <dgm:presLayoutVars>
          <dgm:bulletEnabled val="1"/>
        </dgm:presLayoutVars>
      </dgm:prSet>
      <dgm:spPr/>
    </dgm:pt>
  </dgm:ptLst>
  <dgm:cxnLst>
    <dgm:cxn modelId="{DD723905-94BA-EE48-B092-4828BDAB4807}" type="presOf" srcId="{DBD66422-E619-43F9-B18B-3503370D4FB7}" destId="{980512B4-4015-264E-BCBB-6FC2645B48FB}" srcOrd="0" destOrd="0" presId="urn:microsoft.com/office/officeart/2005/8/layout/hChevron3"/>
    <dgm:cxn modelId="{B4FCF608-1889-554F-A573-E2481C196626}" type="presOf" srcId="{255936F1-DD66-4D07-B53D-9A31D700C136}" destId="{7154808B-895F-354B-B850-366E08A6ED55}" srcOrd="0" destOrd="0" presId="urn:microsoft.com/office/officeart/2005/8/layout/hChevron3"/>
    <dgm:cxn modelId="{DFE9541A-5496-4118-9C43-521B00D87954}" srcId="{ECFA09A1-EE9C-7246-88E1-EEA551740A09}" destId="{0345F832-13EC-479C-9392-BA51F831557A}" srcOrd="4" destOrd="0" parTransId="{83C7069A-9196-408E-A9E8-8B2C8475B9DD}" sibTransId="{5C8F509E-3ACE-4873-B248-775B6DCB3B53}"/>
    <dgm:cxn modelId="{601C6624-2E16-0E41-8794-324178AD8BE6}" type="presOf" srcId="{21086C65-1C70-4664-A8A9-E48B34400CEE}" destId="{598569D2-5F05-894D-984C-6E8C867FA02B}" srcOrd="0" destOrd="0" presId="urn:microsoft.com/office/officeart/2005/8/layout/hChevron3"/>
    <dgm:cxn modelId="{0DAFAE24-9006-344B-931E-5CFBE42B41A5}" srcId="{ECFA09A1-EE9C-7246-88E1-EEA551740A09}" destId="{3BD092CB-8696-8343-8F78-E4293FFA932E}" srcOrd="0" destOrd="0" parTransId="{21628B65-E750-A449-B04F-15897F8356B1}" sibTransId="{0017ABBC-E45E-7F4B-B280-A0126A539661}"/>
    <dgm:cxn modelId="{48A89840-01A8-4123-B799-21740548363A}" srcId="{ECFA09A1-EE9C-7246-88E1-EEA551740A09}" destId="{DBD66422-E619-43F9-B18B-3503370D4FB7}" srcOrd="6" destOrd="0" parTransId="{FED8479B-5DA1-423B-88D0-4081070D3ADC}" sibTransId="{7041445C-2005-4408-A09E-1F3964D58044}"/>
    <dgm:cxn modelId="{96748C42-AB35-0941-84A4-D887A1B5BAF1}" type="presOf" srcId="{ECFA09A1-EE9C-7246-88E1-EEA551740A09}" destId="{4F8765AE-9487-D445-9378-F7FF6D66E8A0}" srcOrd="0" destOrd="0" presId="urn:microsoft.com/office/officeart/2005/8/layout/hChevron3"/>
    <dgm:cxn modelId="{6E51234E-F7E2-40E6-BAE1-885D2CAAF1A9}" srcId="{ECFA09A1-EE9C-7246-88E1-EEA551740A09}" destId="{ADC9C700-DC8B-49B5-83D7-94EE8FF9778D}" srcOrd="5" destOrd="0" parTransId="{17551BD1-30C2-4012-9503-9C3CEC6FA5C7}" sibTransId="{7C475734-4C42-429D-8812-ECB2488969BF}"/>
    <dgm:cxn modelId="{ADCBD158-DFFA-48E5-8A9D-9BCF44649E93}" srcId="{ECFA09A1-EE9C-7246-88E1-EEA551740A09}" destId="{255936F1-DD66-4D07-B53D-9A31D700C136}" srcOrd="1" destOrd="0" parTransId="{5DDFBFED-7E90-41CE-B540-80D93C543E76}" sibTransId="{59C3819D-67EA-4097-B04D-5576C1A87C6D}"/>
    <dgm:cxn modelId="{C5D74E59-BB72-468E-BCF9-EE1500629A5E}" srcId="{ECFA09A1-EE9C-7246-88E1-EEA551740A09}" destId="{10EFD5ED-AF50-4639-ADE7-A441FFED41EC}" srcOrd="7" destOrd="0" parTransId="{894A5685-92B8-44C5-890E-F416F8E996A8}" sibTransId="{97D6157D-9B85-456C-9376-96106FC64905}"/>
    <dgm:cxn modelId="{FD865393-978A-FE41-93C6-166FD68A0D56}" type="presOf" srcId="{3BD092CB-8696-8343-8F78-E4293FFA932E}" destId="{74283D25-8555-2743-8411-B0A4F1E58A4A}" srcOrd="0" destOrd="0" presId="urn:microsoft.com/office/officeart/2005/8/layout/hChevron3"/>
    <dgm:cxn modelId="{DDA2CDC6-CF0E-AF4B-95DA-4B715CE91BC4}" type="presOf" srcId="{ADC9C700-DC8B-49B5-83D7-94EE8FF9778D}" destId="{E14607B2-FC8F-E34A-977F-5260FF1E8543}" srcOrd="0" destOrd="0" presId="urn:microsoft.com/office/officeart/2005/8/layout/hChevron3"/>
    <dgm:cxn modelId="{782EEACB-3146-D749-83C8-16A378AC0C15}" type="presOf" srcId="{0345F832-13EC-479C-9392-BA51F831557A}" destId="{D1A94B47-88D0-B746-B414-08011CE46DC9}" srcOrd="0" destOrd="0" presId="urn:microsoft.com/office/officeart/2005/8/layout/hChevron3"/>
    <dgm:cxn modelId="{00646EDC-FC6D-634C-98F1-CC877BBF56FB}" type="presOf" srcId="{10EFD5ED-AF50-4639-ADE7-A441FFED41EC}" destId="{33C73B34-5B79-3140-B20F-78392C209F6F}" srcOrd="0" destOrd="0" presId="urn:microsoft.com/office/officeart/2005/8/layout/hChevron3"/>
    <dgm:cxn modelId="{1D14A1DE-80AA-46B2-800D-5355A90EFB6A}" srcId="{ECFA09A1-EE9C-7246-88E1-EEA551740A09}" destId="{80D76E47-9596-4446-89FB-D8A2BFD85FFE}" srcOrd="2" destOrd="0" parTransId="{945A4CBC-28D1-42B9-9094-FA5A7CC95237}" sibTransId="{6052AA46-E78C-40AE-BE63-A6BC052659CE}"/>
    <dgm:cxn modelId="{6A5CEAE8-522B-AB4A-AD9F-2463D9B91E8E}" type="presOf" srcId="{80D76E47-9596-4446-89FB-D8A2BFD85FFE}" destId="{86D3D9E3-86CC-EB4B-B339-03304F336BCB}" srcOrd="0" destOrd="0" presId="urn:microsoft.com/office/officeart/2005/8/layout/hChevron3"/>
    <dgm:cxn modelId="{52CAE3F2-6452-40D4-A9C1-2D33C675F023}" srcId="{ECFA09A1-EE9C-7246-88E1-EEA551740A09}" destId="{21086C65-1C70-4664-A8A9-E48B34400CEE}" srcOrd="3" destOrd="0" parTransId="{0CA27925-F1B4-47EC-AB44-10909AF647D7}" sibTransId="{C6D6C9B1-0B3B-4F76-8CCE-B16906B8E600}"/>
    <dgm:cxn modelId="{A6C9CE1C-13BD-1E49-80A7-747DC17FE4C3}" type="presParOf" srcId="{4F8765AE-9487-D445-9378-F7FF6D66E8A0}" destId="{74283D25-8555-2743-8411-B0A4F1E58A4A}" srcOrd="0" destOrd="0" presId="urn:microsoft.com/office/officeart/2005/8/layout/hChevron3"/>
    <dgm:cxn modelId="{1DCED746-19DE-5446-98C8-63260B3BA3B7}" type="presParOf" srcId="{4F8765AE-9487-D445-9378-F7FF6D66E8A0}" destId="{C7334C07-4F41-404A-90BC-525CAE213B60}" srcOrd="1" destOrd="0" presId="urn:microsoft.com/office/officeart/2005/8/layout/hChevron3"/>
    <dgm:cxn modelId="{E5D9F885-D6F3-034E-AA7A-986598DD9601}" type="presParOf" srcId="{4F8765AE-9487-D445-9378-F7FF6D66E8A0}" destId="{7154808B-895F-354B-B850-366E08A6ED55}" srcOrd="2" destOrd="0" presId="urn:microsoft.com/office/officeart/2005/8/layout/hChevron3"/>
    <dgm:cxn modelId="{6190CF18-5222-6E44-AFFF-CE7880D5F2F0}" type="presParOf" srcId="{4F8765AE-9487-D445-9378-F7FF6D66E8A0}" destId="{B1D2E3D9-F46B-9240-AC66-FCDEFBF56336}" srcOrd="3" destOrd="0" presId="urn:microsoft.com/office/officeart/2005/8/layout/hChevron3"/>
    <dgm:cxn modelId="{DCE2B82D-F034-B342-A766-D5451F68004B}" type="presParOf" srcId="{4F8765AE-9487-D445-9378-F7FF6D66E8A0}" destId="{86D3D9E3-86CC-EB4B-B339-03304F336BCB}" srcOrd="4" destOrd="0" presId="urn:microsoft.com/office/officeart/2005/8/layout/hChevron3"/>
    <dgm:cxn modelId="{C0B48454-8D9D-C142-B8C4-3AA29A3F8A7E}" type="presParOf" srcId="{4F8765AE-9487-D445-9378-F7FF6D66E8A0}" destId="{770D837F-44F1-BB44-A39A-2C9792C22076}" srcOrd="5" destOrd="0" presId="urn:microsoft.com/office/officeart/2005/8/layout/hChevron3"/>
    <dgm:cxn modelId="{E84BFC1E-31C0-5946-8B12-E14695EA3B41}" type="presParOf" srcId="{4F8765AE-9487-D445-9378-F7FF6D66E8A0}" destId="{598569D2-5F05-894D-984C-6E8C867FA02B}" srcOrd="6" destOrd="0" presId="urn:microsoft.com/office/officeart/2005/8/layout/hChevron3"/>
    <dgm:cxn modelId="{6A44C368-0466-614A-B665-A29F63B3A81E}" type="presParOf" srcId="{4F8765AE-9487-D445-9378-F7FF6D66E8A0}" destId="{50055F51-59C8-7C4B-865F-064B0985CFE7}" srcOrd="7" destOrd="0" presId="urn:microsoft.com/office/officeart/2005/8/layout/hChevron3"/>
    <dgm:cxn modelId="{D638A8F3-BBB6-934E-8A66-56A4C723B9EE}" type="presParOf" srcId="{4F8765AE-9487-D445-9378-F7FF6D66E8A0}" destId="{D1A94B47-88D0-B746-B414-08011CE46DC9}" srcOrd="8" destOrd="0" presId="urn:microsoft.com/office/officeart/2005/8/layout/hChevron3"/>
    <dgm:cxn modelId="{3A47CD19-D30C-B94A-9134-B74DE6A1F508}" type="presParOf" srcId="{4F8765AE-9487-D445-9378-F7FF6D66E8A0}" destId="{960EE8D9-EF0D-7C44-AE51-461157654D45}" srcOrd="9" destOrd="0" presId="urn:microsoft.com/office/officeart/2005/8/layout/hChevron3"/>
    <dgm:cxn modelId="{953102E8-A4F1-1B40-B5FF-E79DE71ACC56}" type="presParOf" srcId="{4F8765AE-9487-D445-9378-F7FF6D66E8A0}" destId="{E14607B2-FC8F-E34A-977F-5260FF1E8543}" srcOrd="10" destOrd="0" presId="urn:microsoft.com/office/officeart/2005/8/layout/hChevron3"/>
    <dgm:cxn modelId="{E7DFD6B9-4FB3-DD44-A965-51A77115705C}" type="presParOf" srcId="{4F8765AE-9487-D445-9378-F7FF6D66E8A0}" destId="{C58CD9D7-A487-8E41-A673-6683147672BE}" srcOrd="11" destOrd="0" presId="urn:microsoft.com/office/officeart/2005/8/layout/hChevron3"/>
    <dgm:cxn modelId="{CA2A39F7-0330-2949-980E-7FA06601826A}" type="presParOf" srcId="{4F8765AE-9487-D445-9378-F7FF6D66E8A0}" destId="{980512B4-4015-264E-BCBB-6FC2645B48FB}" srcOrd="12" destOrd="0" presId="urn:microsoft.com/office/officeart/2005/8/layout/hChevron3"/>
    <dgm:cxn modelId="{92C0105E-97C0-E44D-8ED8-E63BDDC99908}" type="presParOf" srcId="{4F8765AE-9487-D445-9378-F7FF6D66E8A0}" destId="{AF21FC28-6711-6F47-858E-E14EFA8CF30A}" srcOrd="13" destOrd="0" presId="urn:microsoft.com/office/officeart/2005/8/layout/hChevron3"/>
    <dgm:cxn modelId="{8430A106-D399-334E-9A44-41F520CF84A3}" type="presParOf" srcId="{4F8765AE-9487-D445-9378-F7FF6D66E8A0}" destId="{33C73B34-5B79-3140-B20F-78392C209F6F}" srcOrd="14" destOrd="0" presId="urn:microsoft.com/office/officeart/2005/8/layout/hChevron3"/>
  </dgm:cxnLst>
  <dgm:bg/>
  <dgm:whole>
    <a:ln>
      <a:noFill/>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1AB9BC41-D9A1-417E-89F0-67C39F0E3E16}" type="doc">
      <dgm:prSet loTypeId="urn:microsoft.com/office/officeart/2005/8/layout/arrow2" loCatId="process" qsTypeId="urn:microsoft.com/office/officeart/2005/8/quickstyle/3d3" qsCatId="3D" csTypeId="urn:microsoft.com/office/officeart/2005/8/colors/accent1_2" csCatId="accent1" phldr="1"/>
      <dgm:spPr/>
      <dgm:t>
        <a:bodyPr/>
        <a:lstStyle/>
        <a:p>
          <a:endParaRPr lang="en-US"/>
        </a:p>
      </dgm:t>
    </dgm:pt>
    <dgm:pt modelId="{4122F7A0-7249-404A-833C-91BB0DF0D65E}">
      <dgm:prSet phldrT="[Text]"/>
      <dgm:spPr>
        <a:ln>
          <a:solidFill>
            <a:schemeClr val="tx1">
              <a:alpha val="0"/>
            </a:schemeClr>
          </a:solidFill>
        </a:ln>
      </dgm:spPr>
      <dgm:t>
        <a:bodyPr/>
        <a:lstStyle/>
        <a:p>
          <a:pPr>
            <a:buNone/>
          </a:pPr>
          <a:r>
            <a:rPr lang="en-US" b="1">
              <a:latin typeface="Calibri" panose="020F0502020204030204" pitchFamily="34" charset="0"/>
              <a:ea typeface="Calibri" panose="020F0502020204030204" pitchFamily="34" charset="0"/>
              <a:cs typeface="Calibri" panose="020F0502020204030204" pitchFamily="34" charset="0"/>
            </a:rPr>
            <a:t>Jan 22 – Jan 31</a:t>
          </a:r>
        </a:p>
        <a:p>
          <a:pPr>
            <a:buNone/>
          </a:pPr>
          <a:r>
            <a:rPr lang="en-US" b="1">
              <a:latin typeface="Calibri" panose="020F0502020204030204" pitchFamily="34" charset="0"/>
              <a:ea typeface="Calibri" panose="020F0502020204030204" pitchFamily="34" charset="0"/>
              <a:cs typeface="Calibri" panose="020F0502020204030204" pitchFamily="34" charset="0"/>
            </a:rPr>
            <a:t>Requirements Finalization </a:t>
          </a:r>
        </a:p>
        <a:p>
          <a:pPr>
            <a:buNone/>
          </a:pPr>
          <a:r>
            <a:rPr lang="en-US">
              <a:latin typeface="Calibri" panose="020F0502020204030204" pitchFamily="34" charset="0"/>
              <a:ea typeface="Calibri" panose="020F0502020204030204" pitchFamily="34" charset="0"/>
              <a:cs typeface="Calibri" panose="020F0502020204030204" pitchFamily="34" charset="0"/>
            </a:rPr>
            <a:t>Sponsor confirms scope + priorities</a:t>
          </a:r>
        </a:p>
      </dgm:t>
    </dgm:pt>
    <dgm:pt modelId="{082648DE-053E-46BF-AAE1-5A9D1F54B3E1}" type="parTrans" cxnId="{4BA25D40-987F-4093-A317-EB3461640034}">
      <dgm:prSet/>
      <dgm:spPr/>
      <dgm:t>
        <a:bodyPr/>
        <a:lstStyle/>
        <a:p>
          <a:endParaRPr lang="en-US"/>
        </a:p>
      </dgm:t>
    </dgm:pt>
    <dgm:pt modelId="{38B51478-120C-4238-A975-A16F2542A78F}" type="sibTrans" cxnId="{4BA25D40-987F-4093-A317-EB3461640034}">
      <dgm:prSet/>
      <dgm:spPr/>
      <dgm:t>
        <a:bodyPr/>
        <a:lstStyle/>
        <a:p>
          <a:endParaRPr lang="en-US"/>
        </a:p>
      </dgm:t>
    </dgm:pt>
    <dgm:pt modelId="{6AA3B995-C070-4AE8-99C3-C74A581037CF}">
      <dgm:prSet phldrT="[Text]" custT="1"/>
      <dgm:spPr/>
      <dgm:t>
        <a:bodyPr/>
        <a:lstStyle/>
        <a:p>
          <a:pPr>
            <a:buNone/>
          </a:pPr>
          <a:r>
            <a:rPr lang="en-US" sz="1200" b="1">
              <a:latin typeface="Calibri" panose="020F0502020204030204" pitchFamily="34" charset="0"/>
              <a:ea typeface="Calibri" panose="020F0502020204030204" pitchFamily="34" charset="0"/>
              <a:cs typeface="Calibri" panose="020F0502020204030204" pitchFamily="34" charset="0"/>
            </a:rPr>
            <a:t>Feb 1 – Feb 7</a:t>
          </a:r>
        </a:p>
        <a:p>
          <a:pPr>
            <a:buNone/>
          </a:pPr>
          <a:r>
            <a:rPr lang="en-US" sz="1200" b="1">
              <a:latin typeface="Calibri" panose="020F0502020204030204" pitchFamily="34" charset="0"/>
              <a:ea typeface="Calibri" panose="020F0502020204030204" pitchFamily="34" charset="0"/>
              <a:cs typeface="Calibri" panose="020F0502020204030204" pitchFamily="34" charset="0"/>
            </a:rPr>
            <a:t>System Architecture Approval</a:t>
          </a:r>
        </a:p>
        <a:p>
          <a:pPr>
            <a:buNone/>
          </a:pPr>
          <a:r>
            <a:rPr lang="en-US" sz="1200">
              <a:latin typeface="Calibri" panose="020F0502020204030204" pitchFamily="34" charset="0"/>
              <a:ea typeface="Calibri" panose="020F0502020204030204" pitchFamily="34" charset="0"/>
              <a:cs typeface="Calibri" panose="020F0502020204030204" pitchFamily="34" charset="0"/>
            </a:rPr>
            <a:t>Sponsor approves design &amp; workflows</a:t>
          </a:r>
        </a:p>
      </dgm:t>
    </dgm:pt>
    <dgm:pt modelId="{951516E8-9648-41C6-B869-F772E3E5276C}" type="parTrans" cxnId="{FEE9E1C9-0B45-4A5E-A612-8E1916F2E9A6}">
      <dgm:prSet/>
      <dgm:spPr/>
      <dgm:t>
        <a:bodyPr/>
        <a:lstStyle/>
        <a:p>
          <a:endParaRPr lang="en-US"/>
        </a:p>
      </dgm:t>
    </dgm:pt>
    <dgm:pt modelId="{B2462BF5-46D6-4D17-8A84-17FA6FD7485F}" type="sibTrans" cxnId="{FEE9E1C9-0B45-4A5E-A612-8E1916F2E9A6}">
      <dgm:prSet/>
      <dgm:spPr/>
      <dgm:t>
        <a:bodyPr/>
        <a:lstStyle/>
        <a:p>
          <a:endParaRPr lang="en-US"/>
        </a:p>
      </dgm:t>
    </dgm:pt>
    <dgm:pt modelId="{6B627930-6ACD-4904-96C9-429FCCCC68FE}">
      <dgm:prSet phldrT="[Text]" custT="1"/>
      <dgm:spPr/>
      <dgm:t>
        <a:bodyPr/>
        <a:lstStyle/>
        <a:p>
          <a:pPr>
            <a:buNone/>
          </a:pPr>
          <a:r>
            <a:rPr lang="en-US" sz="1200" b="1">
              <a:latin typeface="Calibri" panose="020F0502020204030204" pitchFamily="34" charset="0"/>
              <a:ea typeface="Calibri" panose="020F0502020204030204" pitchFamily="34" charset="0"/>
              <a:cs typeface="Calibri" panose="020F0502020204030204" pitchFamily="34" charset="0"/>
            </a:rPr>
            <a:t>Feb 18 – Feb 21</a:t>
          </a:r>
        </a:p>
        <a:p>
          <a:pPr>
            <a:buNone/>
          </a:pPr>
          <a:r>
            <a:rPr lang="en-US" sz="1200" b="1">
              <a:latin typeface="Calibri" panose="020F0502020204030204" pitchFamily="34" charset="0"/>
              <a:ea typeface="Calibri" panose="020F0502020204030204" pitchFamily="34" charset="0"/>
              <a:cs typeface="Calibri" panose="020F0502020204030204" pitchFamily="34" charset="0"/>
            </a:rPr>
            <a:t>Mid-Sprint Review</a:t>
          </a:r>
          <a:r>
            <a:rPr lang="en-US" sz="1200">
              <a:latin typeface="Calibri" panose="020F0502020204030204" pitchFamily="34" charset="0"/>
              <a:ea typeface="Calibri" panose="020F0502020204030204" pitchFamily="34" charset="0"/>
              <a:cs typeface="Calibri" panose="020F0502020204030204" pitchFamily="34" charset="0"/>
            </a:rPr>
            <a:t>	</a:t>
          </a:r>
        </a:p>
        <a:p>
          <a:pPr>
            <a:buNone/>
          </a:pPr>
          <a:r>
            <a:rPr lang="en-US" sz="1200">
              <a:latin typeface="Calibri" panose="020F0502020204030204" pitchFamily="34" charset="0"/>
              <a:ea typeface="Calibri" panose="020F0502020204030204" pitchFamily="34" charset="0"/>
              <a:cs typeface="Calibri" panose="020F0502020204030204" pitchFamily="34" charset="0"/>
            </a:rPr>
            <a:t>Validate integrations &amp; progress</a:t>
          </a:r>
        </a:p>
      </dgm:t>
    </dgm:pt>
    <dgm:pt modelId="{F31CDF0B-91B7-4898-8F1A-313A7C3D5174}" type="parTrans" cxnId="{6920E117-321F-4F58-94E8-F2934A95F8C8}">
      <dgm:prSet/>
      <dgm:spPr/>
      <dgm:t>
        <a:bodyPr/>
        <a:lstStyle/>
        <a:p>
          <a:endParaRPr lang="en-US"/>
        </a:p>
      </dgm:t>
    </dgm:pt>
    <dgm:pt modelId="{0EF8604B-0F16-4CA4-9602-1818A31147CE}" type="sibTrans" cxnId="{6920E117-321F-4F58-94E8-F2934A95F8C8}">
      <dgm:prSet/>
      <dgm:spPr/>
      <dgm:t>
        <a:bodyPr/>
        <a:lstStyle/>
        <a:p>
          <a:endParaRPr lang="en-US"/>
        </a:p>
      </dgm:t>
    </dgm:pt>
    <dgm:pt modelId="{30D164FA-1592-4429-955F-135B1BBC5898}">
      <dgm:prSet/>
      <dgm:spPr/>
      <dgm:t>
        <a:bodyPr/>
        <a:lstStyle/>
        <a:p>
          <a:endParaRPr lang="en-US"/>
        </a:p>
      </dgm:t>
    </dgm:pt>
    <dgm:pt modelId="{F6051375-32C9-4708-BC82-47131C296892}" type="sibTrans" cxnId="{AA4E549D-F636-4DE5-BC8D-1C07FBB8D30B}">
      <dgm:prSet/>
      <dgm:spPr/>
      <dgm:t>
        <a:bodyPr/>
        <a:lstStyle/>
        <a:p>
          <a:endParaRPr lang="en-US"/>
        </a:p>
      </dgm:t>
    </dgm:pt>
    <dgm:pt modelId="{761586F5-7EC2-40A8-95B3-999776167545}" type="parTrans" cxnId="{AA4E549D-F636-4DE5-BC8D-1C07FBB8D30B}">
      <dgm:prSet/>
      <dgm:spPr/>
      <dgm:t>
        <a:bodyPr/>
        <a:lstStyle/>
        <a:p>
          <a:endParaRPr lang="en-US"/>
        </a:p>
      </dgm:t>
    </dgm:pt>
    <dgm:pt modelId="{3B99B7F4-DB5E-4185-98BC-17A86DD3C925}">
      <dgm:prSet/>
      <dgm:spPr/>
      <dgm:t>
        <a:bodyPr/>
        <a:lstStyle/>
        <a:p>
          <a:endParaRPr lang="en-US"/>
        </a:p>
      </dgm:t>
    </dgm:pt>
    <dgm:pt modelId="{00B884BA-C0C5-4871-BF80-2C8453CB5354}" type="sibTrans" cxnId="{45AA4635-5BC7-49D6-94C4-C35B7F06965B}">
      <dgm:prSet/>
      <dgm:spPr/>
      <dgm:t>
        <a:bodyPr/>
        <a:lstStyle/>
        <a:p>
          <a:endParaRPr lang="en-US"/>
        </a:p>
      </dgm:t>
    </dgm:pt>
    <dgm:pt modelId="{B60DE516-6111-4489-BAF8-3CC6D96E46AD}" type="parTrans" cxnId="{45AA4635-5BC7-49D6-94C4-C35B7F06965B}">
      <dgm:prSet/>
      <dgm:spPr/>
      <dgm:t>
        <a:bodyPr/>
        <a:lstStyle/>
        <a:p>
          <a:endParaRPr lang="en-US"/>
        </a:p>
      </dgm:t>
    </dgm:pt>
    <dgm:pt modelId="{01A44039-FB6C-432A-A2FF-59FA80C716D1}" type="pres">
      <dgm:prSet presAssocID="{1AB9BC41-D9A1-417E-89F0-67C39F0E3E16}" presName="arrowDiagram" presStyleCnt="0">
        <dgm:presLayoutVars>
          <dgm:chMax val="5"/>
          <dgm:dir/>
          <dgm:resizeHandles val="exact"/>
        </dgm:presLayoutVars>
      </dgm:prSet>
      <dgm:spPr/>
    </dgm:pt>
    <dgm:pt modelId="{9A16C7BB-0DE3-4838-96E1-BCA25A75A4A8}" type="pres">
      <dgm:prSet presAssocID="{1AB9BC41-D9A1-417E-89F0-67C39F0E3E16}" presName="arrow" presStyleLbl="bgShp" presStyleIdx="0" presStyleCnt="1" custLinFactNeighborX="-20127" custLinFactNeighborY="6689"/>
      <dgm:spPr>
        <a:solidFill>
          <a:srgbClr val="9CCCB9"/>
        </a:solidFill>
        <a:ln w="3175">
          <a:solidFill>
            <a:schemeClr val="tx1">
              <a:lumMod val="50000"/>
              <a:lumOff val="50000"/>
            </a:schemeClr>
          </a:solidFill>
        </a:ln>
        <a:effectLst>
          <a:outerShdw blurRad="50800" dist="38100" dir="16200000" rotWithShape="0">
            <a:prstClr val="black">
              <a:alpha val="40000"/>
            </a:prstClr>
          </a:outerShdw>
        </a:effectLst>
      </dgm:spPr>
    </dgm:pt>
    <dgm:pt modelId="{1B41D32A-C3CF-459E-A935-29680AD12431}" type="pres">
      <dgm:prSet presAssocID="{1AB9BC41-D9A1-417E-89F0-67C39F0E3E16}" presName="arrowDiagram5" presStyleCnt="0"/>
      <dgm:spPr/>
    </dgm:pt>
    <dgm:pt modelId="{C6072FCA-C116-443C-BB3B-1569C545D940}" type="pres">
      <dgm:prSet presAssocID="{4122F7A0-7249-404A-833C-91BB0DF0D65E}" presName="bullet5a" presStyleLbl="node1" presStyleIdx="0" presStyleCnt="5" custLinFactX="-7107" custLinFactNeighborX="-100000" custLinFactNeighborY="46404"/>
      <dgm:spPr>
        <a:solidFill>
          <a:srgbClr val="9CCCB9"/>
        </a:solidFill>
      </dgm:spPr>
    </dgm:pt>
    <dgm:pt modelId="{AB62C8CE-ABDF-4BB4-8573-96139B5D993F}" type="pres">
      <dgm:prSet presAssocID="{4122F7A0-7249-404A-833C-91BB0DF0D65E}" presName="textBox5a" presStyleLbl="revTx" presStyleIdx="0" presStyleCnt="5" custLinFactNeighborX="-15377" custLinFactNeighborY="17885">
        <dgm:presLayoutVars>
          <dgm:bulletEnabled val="1"/>
        </dgm:presLayoutVars>
      </dgm:prSet>
      <dgm:spPr/>
    </dgm:pt>
    <dgm:pt modelId="{834563D8-4746-4828-8674-A5B2FC8A627A}" type="pres">
      <dgm:prSet presAssocID="{6AA3B995-C070-4AE8-99C3-C74A581037CF}" presName="bullet5b" presStyleLbl="node1" presStyleIdx="1" presStyleCnt="5" custLinFactX="-18750" custLinFactNeighborX="-100000" custLinFactNeighborY="20172"/>
      <dgm:spPr>
        <a:solidFill>
          <a:srgbClr val="9CCCB9"/>
        </a:solidFill>
      </dgm:spPr>
    </dgm:pt>
    <dgm:pt modelId="{BF6F721A-DF1F-4CDC-8DBA-5FB275E1DD24}" type="pres">
      <dgm:prSet presAssocID="{6AA3B995-C070-4AE8-99C3-C74A581037CF}" presName="textBox5b" presStyleLbl="revTx" presStyleIdx="1" presStyleCnt="5" custScaleX="132048" custScaleY="52490" custLinFactNeighborX="-9507" custLinFactNeighborY="-14627">
        <dgm:presLayoutVars>
          <dgm:bulletEnabled val="1"/>
        </dgm:presLayoutVars>
      </dgm:prSet>
      <dgm:spPr/>
    </dgm:pt>
    <dgm:pt modelId="{CB980BCB-D53B-4613-89E0-F5590C8BEB26}" type="pres">
      <dgm:prSet presAssocID="{6B627930-6ACD-4904-96C9-429FCCCC68FE}" presName="bullet5c" presStyleLbl="node1" presStyleIdx="2" presStyleCnt="5" custLinFactX="-44791" custLinFactNeighborX="-100000" custLinFactNeighborY="-4687"/>
      <dgm:spPr>
        <a:solidFill>
          <a:srgbClr val="9CCCB9"/>
        </a:solidFill>
      </dgm:spPr>
    </dgm:pt>
    <dgm:pt modelId="{535D8E15-7091-41DA-A17B-06D90D2C984E}" type="pres">
      <dgm:prSet presAssocID="{6B627930-6ACD-4904-96C9-429FCCCC68FE}" presName="textBox5c" presStyleLbl="revTx" presStyleIdx="2" presStyleCnt="5" custAng="10800000" custFlipVert="1" custScaleX="154896" custScaleY="6296" custLinFactNeighborX="-14435" custLinFactNeighborY="-39194">
        <dgm:presLayoutVars>
          <dgm:bulletEnabled val="1"/>
        </dgm:presLayoutVars>
      </dgm:prSet>
      <dgm:spPr/>
    </dgm:pt>
    <dgm:pt modelId="{6664B68E-3CC4-47DD-AD3B-2364269CEB75}" type="pres">
      <dgm:prSet presAssocID="{30D164FA-1592-4429-955F-135B1BBC5898}" presName="bullet5d" presStyleLbl="node1" presStyleIdx="3" presStyleCnt="5" custLinFactX="-40323" custLinFactNeighborX="-100000" custLinFactNeighborY="-39239"/>
      <dgm:spPr>
        <a:solidFill>
          <a:srgbClr val="9CCCB9"/>
        </a:solidFill>
      </dgm:spPr>
    </dgm:pt>
    <dgm:pt modelId="{386E0B87-1195-4812-BFCE-857AD6C830C2}" type="pres">
      <dgm:prSet presAssocID="{30D164FA-1592-4429-955F-135B1BBC5898}" presName="textBox5d" presStyleLbl="revTx" presStyleIdx="3" presStyleCnt="5">
        <dgm:presLayoutVars>
          <dgm:bulletEnabled val="1"/>
        </dgm:presLayoutVars>
      </dgm:prSet>
      <dgm:spPr/>
    </dgm:pt>
    <dgm:pt modelId="{1F7D745E-4E5A-4627-B809-656E45107576}" type="pres">
      <dgm:prSet presAssocID="{3B99B7F4-DB5E-4185-98BC-17A86DD3C925}" presName="bullet5e" presStyleLbl="node1" presStyleIdx="4" presStyleCnt="5" custLinFactNeighborX="-92563" custLinFactNeighborY="-53822"/>
      <dgm:spPr>
        <a:solidFill>
          <a:srgbClr val="9CCCB9"/>
        </a:solidFill>
      </dgm:spPr>
    </dgm:pt>
    <dgm:pt modelId="{B2E5D356-FE3D-4914-A4A5-3E29A2F71763}" type="pres">
      <dgm:prSet presAssocID="{3B99B7F4-DB5E-4185-98BC-17A86DD3C925}" presName="textBox5e" presStyleLbl="revTx" presStyleIdx="4" presStyleCnt="5">
        <dgm:presLayoutVars>
          <dgm:bulletEnabled val="1"/>
        </dgm:presLayoutVars>
      </dgm:prSet>
      <dgm:spPr/>
    </dgm:pt>
  </dgm:ptLst>
  <dgm:cxnLst>
    <dgm:cxn modelId="{6920E117-321F-4F58-94E8-F2934A95F8C8}" srcId="{1AB9BC41-D9A1-417E-89F0-67C39F0E3E16}" destId="{6B627930-6ACD-4904-96C9-429FCCCC68FE}" srcOrd="2" destOrd="0" parTransId="{F31CDF0B-91B7-4898-8F1A-313A7C3D5174}" sibTransId="{0EF8604B-0F16-4CA4-9602-1818A31147CE}"/>
    <dgm:cxn modelId="{B8A3A822-999C-4A8E-BCDC-0C6F4B5BEA27}" type="presOf" srcId="{4122F7A0-7249-404A-833C-91BB0DF0D65E}" destId="{AB62C8CE-ABDF-4BB4-8573-96139B5D993F}" srcOrd="0" destOrd="0" presId="urn:microsoft.com/office/officeart/2005/8/layout/arrow2"/>
    <dgm:cxn modelId="{45AA4635-5BC7-49D6-94C4-C35B7F06965B}" srcId="{1AB9BC41-D9A1-417E-89F0-67C39F0E3E16}" destId="{3B99B7F4-DB5E-4185-98BC-17A86DD3C925}" srcOrd="4" destOrd="0" parTransId="{B60DE516-6111-4489-BAF8-3CC6D96E46AD}" sibTransId="{00B884BA-C0C5-4871-BF80-2C8453CB5354}"/>
    <dgm:cxn modelId="{4BA25D40-987F-4093-A317-EB3461640034}" srcId="{1AB9BC41-D9A1-417E-89F0-67C39F0E3E16}" destId="{4122F7A0-7249-404A-833C-91BB0DF0D65E}" srcOrd="0" destOrd="0" parTransId="{082648DE-053E-46BF-AAE1-5A9D1F54B3E1}" sibTransId="{38B51478-120C-4238-A975-A16F2542A78F}"/>
    <dgm:cxn modelId="{FBC44A6E-374B-4DA8-B546-752AB5D07336}" type="presOf" srcId="{3B99B7F4-DB5E-4185-98BC-17A86DD3C925}" destId="{B2E5D356-FE3D-4914-A4A5-3E29A2F71763}" srcOrd="0" destOrd="0" presId="urn:microsoft.com/office/officeart/2005/8/layout/arrow2"/>
    <dgm:cxn modelId="{8AEC8151-EB2D-4C77-9A5B-C87AA4D090CA}" type="presOf" srcId="{6B627930-6ACD-4904-96C9-429FCCCC68FE}" destId="{535D8E15-7091-41DA-A17B-06D90D2C984E}" srcOrd="0" destOrd="0" presId="urn:microsoft.com/office/officeart/2005/8/layout/arrow2"/>
    <dgm:cxn modelId="{6C26B555-8C67-44DE-9ED6-7375CB52EAD2}" type="presOf" srcId="{1AB9BC41-D9A1-417E-89F0-67C39F0E3E16}" destId="{01A44039-FB6C-432A-A2FF-59FA80C716D1}" srcOrd="0" destOrd="0" presId="urn:microsoft.com/office/officeart/2005/8/layout/arrow2"/>
    <dgm:cxn modelId="{AA4E549D-F636-4DE5-BC8D-1C07FBB8D30B}" srcId="{1AB9BC41-D9A1-417E-89F0-67C39F0E3E16}" destId="{30D164FA-1592-4429-955F-135B1BBC5898}" srcOrd="3" destOrd="0" parTransId="{761586F5-7EC2-40A8-95B3-999776167545}" sibTransId="{F6051375-32C9-4708-BC82-47131C296892}"/>
    <dgm:cxn modelId="{7B5282BD-073A-4749-B22B-C32FC1B63883}" type="presOf" srcId="{30D164FA-1592-4429-955F-135B1BBC5898}" destId="{386E0B87-1195-4812-BFCE-857AD6C830C2}" srcOrd="0" destOrd="0" presId="urn:microsoft.com/office/officeart/2005/8/layout/arrow2"/>
    <dgm:cxn modelId="{FEE9E1C9-0B45-4A5E-A612-8E1916F2E9A6}" srcId="{1AB9BC41-D9A1-417E-89F0-67C39F0E3E16}" destId="{6AA3B995-C070-4AE8-99C3-C74A581037CF}" srcOrd="1" destOrd="0" parTransId="{951516E8-9648-41C6-B869-F772E3E5276C}" sibTransId="{B2462BF5-46D6-4D17-8A84-17FA6FD7485F}"/>
    <dgm:cxn modelId="{2113FEF9-2742-4C13-94FC-C5C673F9D9C4}" type="presOf" srcId="{6AA3B995-C070-4AE8-99C3-C74A581037CF}" destId="{BF6F721A-DF1F-4CDC-8DBA-5FB275E1DD24}" srcOrd="0" destOrd="0" presId="urn:microsoft.com/office/officeart/2005/8/layout/arrow2"/>
    <dgm:cxn modelId="{9F5073B5-0E2A-4488-B984-5E6CEC783605}" type="presParOf" srcId="{01A44039-FB6C-432A-A2FF-59FA80C716D1}" destId="{9A16C7BB-0DE3-4838-96E1-BCA25A75A4A8}" srcOrd="0" destOrd="0" presId="urn:microsoft.com/office/officeart/2005/8/layout/arrow2"/>
    <dgm:cxn modelId="{C930962A-15C3-43A9-9379-902C7E16F437}" type="presParOf" srcId="{01A44039-FB6C-432A-A2FF-59FA80C716D1}" destId="{1B41D32A-C3CF-459E-A935-29680AD12431}" srcOrd="1" destOrd="0" presId="urn:microsoft.com/office/officeart/2005/8/layout/arrow2"/>
    <dgm:cxn modelId="{1F9E13AC-13DB-468A-BA0B-594BAA87B19A}" type="presParOf" srcId="{1B41D32A-C3CF-459E-A935-29680AD12431}" destId="{C6072FCA-C116-443C-BB3B-1569C545D940}" srcOrd="0" destOrd="0" presId="urn:microsoft.com/office/officeart/2005/8/layout/arrow2"/>
    <dgm:cxn modelId="{D197E142-0F93-497A-AFA0-E80201068FAB}" type="presParOf" srcId="{1B41D32A-C3CF-459E-A935-29680AD12431}" destId="{AB62C8CE-ABDF-4BB4-8573-96139B5D993F}" srcOrd="1" destOrd="0" presId="urn:microsoft.com/office/officeart/2005/8/layout/arrow2"/>
    <dgm:cxn modelId="{23DD3708-C8BD-40E4-B3BD-5000E73FC6FA}" type="presParOf" srcId="{1B41D32A-C3CF-459E-A935-29680AD12431}" destId="{834563D8-4746-4828-8674-A5B2FC8A627A}" srcOrd="2" destOrd="0" presId="urn:microsoft.com/office/officeart/2005/8/layout/arrow2"/>
    <dgm:cxn modelId="{AC98DB86-F3FB-4FA0-9E49-8E853A2F34D4}" type="presParOf" srcId="{1B41D32A-C3CF-459E-A935-29680AD12431}" destId="{BF6F721A-DF1F-4CDC-8DBA-5FB275E1DD24}" srcOrd="3" destOrd="0" presId="urn:microsoft.com/office/officeart/2005/8/layout/arrow2"/>
    <dgm:cxn modelId="{A831F763-E5AA-4EA6-A742-F977545A1AD1}" type="presParOf" srcId="{1B41D32A-C3CF-459E-A935-29680AD12431}" destId="{CB980BCB-D53B-4613-89E0-F5590C8BEB26}" srcOrd="4" destOrd="0" presId="urn:microsoft.com/office/officeart/2005/8/layout/arrow2"/>
    <dgm:cxn modelId="{5633C3B6-4FB9-48BE-A7FE-782E2F425959}" type="presParOf" srcId="{1B41D32A-C3CF-459E-A935-29680AD12431}" destId="{535D8E15-7091-41DA-A17B-06D90D2C984E}" srcOrd="5" destOrd="0" presId="urn:microsoft.com/office/officeart/2005/8/layout/arrow2"/>
    <dgm:cxn modelId="{9E8EA41A-B024-49AF-B3F4-0C207B1D2D00}" type="presParOf" srcId="{1B41D32A-C3CF-459E-A935-29680AD12431}" destId="{6664B68E-3CC4-47DD-AD3B-2364269CEB75}" srcOrd="6" destOrd="0" presId="urn:microsoft.com/office/officeart/2005/8/layout/arrow2"/>
    <dgm:cxn modelId="{B387D139-91AD-48C7-91EC-1AA8951A648D}" type="presParOf" srcId="{1B41D32A-C3CF-459E-A935-29680AD12431}" destId="{386E0B87-1195-4812-BFCE-857AD6C830C2}" srcOrd="7" destOrd="0" presId="urn:microsoft.com/office/officeart/2005/8/layout/arrow2"/>
    <dgm:cxn modelId="{02D9E3E1-66B6-4BDA-ADD7-957AC184C4FB}" type="presParOf" srcId="{1B41D32A-C3CF-459E-A935-29680AD12431}" destId="{1F7D745E-4E5A-4627-B809-656E45107576}" srcOrd="8" destOrd="0" presId="urn:microsoft.com/office/officeart/2005/8/layout/arrow2"/>
    <dgm:cxn modelId="{006426C0-B011-48F2-B2DC-42751C41E276}" type="presParOf" srcId="{1B41D32A-C3CF-459E-A935-29680AD12431}" destId="{B2E5D356-FE3D-4914-A4A5-3E29A2F71763}"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DA0655-B20F-425F-ABC1-87CFFCC22815}"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n-US"/>
        </a:p>
      </dgm:t>
    </dgm:pt>
    <dgm:pt modelId="{FA4DB857-DA34-43AA-8206-48203670B1BD}">
      <dgm:prSet phldrT="[Text]" custT="1"/>
      <dgm:spPr/>
      <dgm:t>
        <a:bodyPr/>
        <a:lstStyle/>
        <a:p>
          <a:pPr>
            <a:buNone/>
          </a:pPr>
          <a:r>
            <a:rPr lang="en-US" sz="1700" b="1">
              <a:latin typeface="Calibri" panose="020F0502020204030204" pitchFamily="34" charset="0"/>
              <a:ea typeface="Calibri" panose="020F0502020204030204" pitchFamily="34" charset="0"/>
              <a:cs typeface="Calibri" panose="020F0502020204030204" pitchFamily="34" charset="0"/>
            </a:rPr>
            <a:t>Booking Web Application</a:t>
          </a:r>
        </a:p>
      </dgm:t>
    </dgm:pt>
    <dgm:pt modelId="{034A8EA4-D9A0-416F-AF46-87DD0AD896D9}" type="parTrans" cxnId="{9E944769-EED2-4E8E-8579-27AEEE0FDDBD}">
      <dgm:prSet/>
      <dgm:spPr/>
      <dgm:t>
        <a:bodyPr/>
        <a:lstStyle/>
        <a:p>
          <a:endParaRPr lang="en-US"/>
        </a:p>
      </dgm:t>
    </dgm:pt>
    <dgm:pt modelId="{72347EFD-A37A-47F8-BDF2-C223C3971B19}" type="sibTrans" cxnId="{9E944769-EED2-4E8E-8579-27AEEE0FDDBD}">
      <dgm:prSet/>
      <dgm:spPr/>
      <dgm:t>
        <a:bodyPr/>
        <a:lstStyle/>
        <a:p>
          <a:endParaRPr lang="en-US"/>
        </a:p>
      </dgm:t>
    </dgm:pt>
    <dgm:pt modelId="{3073F3FD-BCF3-467C-97D8-E2F38A587E6A}">
      <dgm:prSet phldrT="[Text]" phldr="0"/>
      <dgm:spPr/>
      <dgm:t>
        <a:bodyPr/>
        <a:lstStyle/>
        <a:p>
          <a:r>
            <a:rPr lang="en-US">
              <a:latin typeface="Calibri" panose="020F0502020204030204" pitchFamily="34" charset="0"/>
              <a:ea typeface="Calibri" panose="020F0502020204030204" pitchFamily="34" charset="0"/>
              <a:cs typeface="Calibri" panose="020F0502020204030204" pitchFamily="34" charset="0"/>
            </a:rPr>
            <a:t>Provides a centralized platform for customers to browse tours and submit booking requests.</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Reduces manual coordination while improving accessibility and overall user experience.</a:t>
          </a:r>
        </a:p>
      </dgm:t>
    </dgm:pt>
    <dgm:pt modelId="{926147AC-E0D8-4FE1-A5CA-4451DA51D6A9}" type="parTrans" cxnId="{4DFD2C06-27C1-48F3-9877-7009FFD8F4FC}">
      <dgm:prSet/>
      <dgm:spPr/>
      <dgm:t>
        <a:bodyPr/>
        <a:lstStyle/>
        <a:p>
          <a:endParaRPr lang="en-US"/>
        </a:p>
      </dgm:t>
    </dgm:pt>
    <dgm:pt modelId="{FD116DBA-CF27-4DB0-A0CD-0F5D3A7E19AE}" type="sibTrans" cxnId="{4DFD2C06-27C1-48F3-9877-7009FFD8F4FC}">
      <dgm:prSet/>
      <dgm:spPr/>
      <dgm:t>
        <a:bodyPr/>
        <a:lstStyle/>
        <a:p>
          <a:endParaRPr lang="en-US"/>
        </a:p>
      </dgm:t>
    </dgm:pt>
    <dgm:pt modelId="{49115CF3-9339-4BA9-8D13-853EEDEF4FE2}">
      <dgm:prSet phldrT="[Text]" custT="1"/>
      <dgm:spPr/>
      <dgm:t>
        <a:bodyPr/>
        <a:lstStyle/>
        <a:p>
          <a:pPr>
            <a:buNone/>
          </a:pPr>
          <a:r>
            <a:rPr lang="en-US" sz="1700" b="1" err="1">
              <a:latin typeface="Calibri" panose="020F0502020204030204" pitchFamily="34" charset="0"/>
              <a:ea typeface="Calibri" panose="020F0502020204030204" pitchFamily="34" charset="0"/>
              <a:cs typeface="Calibri" panose="020F0502020204030204" pitchFamily="34" charset="0"/>
            </a:rPr>
            <a:t>Bitrix</a:t>
          </a:r>
          <a:r>
            <a:rPr lang="en-US" sz="1700" b="1">
              <a:latin typeface="Calibri" panose="020F0502020204030204" pitchFamily="34" charset="0"/>
              <a:ea typeface="Calibri" panose="020F0502020204030204" pitchFamily="34" charset="0"/>
              <a:cs typeface="Calibri" panose="020F0502020204030204" pitchFamily="34" charset="0"/>
            </a:rPr>
            <a:t> CRM Configuration</a:t>
          </a:r>
        </a:p>
      </dgm:t>
    </dgm:pt>
    <dgm:pt modelId="{E61710A1-C302-45FD-A230-8A2C8B2BB7DC}" type="parTrans" cxnId="{E1959D9B-6449-4AE4-870F-5218A1894006}">
      <dgm:prSet/>
      <dgm:spPr/>
      <dgm:t>
        <a:bodyPr/>
        <a:lstStyle/>
        <a:p>
          <a:endParaRPr lang="en-US"/>
        </a:p>
      </dgm:t>
    </dgm:pt>
    <dgm:pt modelId="{9B34FE59-C657-429A-B216-43D391260CC8}" type="sibTrans" cxnId="{E1959D9B-6449-4AE4-870F-5218A1894006}">
      <dgm:prSet/>
      <dgm:spPr/>
      <dgm:t>
        <a:bodyPr/>
        <a:lstStyle/>
        <a:p>
          <a:endParaRPr lang="en-US"/>
        </a:p>
      </dgm:t>
    </dgm:pt>
    <dgm:pt modelId="{A685C66B-5593-4345-AA9D-BEF8C7B22EAE}">
      <dgm:prSet phldrT="[Text]"/>
      <dgm:spPr/>
      <dgm:t>
        <a:bodyPr/>
        <a:lstStyle/>
        <a:p>
          <a:pPr>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Centralizes customer, booking, and communication data in a single system.</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Improves organization, tracking, and visibility of customer interactions.</a:t>
          </a:r>
        </a:p>
      </dgm:t>
    </dgm:pt>
    <dgm:pt modelId="{1660CD30-CE6C-466B-B4DB-11F87A39950F}" type="parTrans" cxnId="{8FEA0414-C5B2-4042-9E57-0F81A874BB2F}">
      <dgm:prSet/>
      <dgm:spPr/>
      <dgm:t>
        <a:bodyPr/>
        <a:lstStyle/>
        <a:p>
          <a:endParaRPr lang="en-US"/>
        </a:p>
      </dgm:t>
    </dgm:pt>
    <dgm:pt modelId="{0001CB03-446C-466B-804F-FCCDE85B38FB}" type="sibTrans" cxnId="{8FEA0414-C5B2-4042-9E57-0F81A874BB2F}">
      <dgm:prSet/>
      <dgm:spPr/>
      <dgm:t>
        <a:bodyPr/>
        <a:lstStyle/>
        <a:p>
          <a:endParaRPr lang="en-US"/>
        </a:p>
      </dgm:t>
    </dgm:pt>
    <dgm:pt modelId="{354ED325-D6A0-49B0-902E-4AD6F63C2217}">
      <dgm:prSet phldrT="[Text]" custT="1"/>
      <dgm:spPr/>
      <dgm:t>
        <a:bodyPr/>
        <a:lstStyle/>
        <a:p>
          <a:pPr>
            <a:buNone/>
          </a:pPr>
          <a:r>
            <a:rPr lang="en-US" sz="1700" b="1">
              <a:latin typeface="Calibri" panose="020F0502020204030204" pitchFamily="34" charset="0"/>
              <a:ea typeface="Calibri" panose="020F0502020204030204" pitchFamily="34" charset="0"/>
              <a:cs typeface="Calibri" panose="020F0502020204030204" pitchFamily="34" charset="0"/>
            </a:rPr>
            <a:t>Dialpad AI Assistant Setup</a:t>
          </a:r>
        </a:p>
      </dgm:t>
    </dgm:pt>
    <dgm:pt modelId="{4DF2BDB8-613C-4F2F-B034-FF16B0C31B78}" type="parTrans" cxnId="{26AE50F3-2605-4609-B595-B566AFE9B094}">
      <dgm:prSet/>
      <dgm:spPr/>
      <dgm:t>
        <a:bodyPr/>
        <a:lstStyle/>
        <a:p>
          <a:endParaRPr lang="en-US"/>
        </a:p>
      </dgm:t>
    </dgm:pt>
    <dgm:pt modelId="{183F2D04-12E4-4696-AD6F-00293C2A03F5}" type="sibTrans" cxnId="{26AE50F3-2605-4609-B595-B566AFE9B094}">
      <dgm:prSet/>
      <dgm:spPr/>
      <dgm:t>
        <a:bodyPr/>
        <a:lstStyle/>
        <a:p>
          <a:endParaRPr lang="en-US"/>
        </a:p>
      </dgm:t>
    </dgm:pt>
    <dgm:pt modelId="{ED5E85E0-1B85-4D32-A818-DEEBBC010DC3}">
      <dgm:prSet phldrT="[Text]"/>
      <dgm:spPr/>
      <dgm:t>
        <a:bodyPr/>
        <a:lstStyle/>
        <a:p>
          <a:pPr>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Enables AI-powered call handling and automated responses to common customer inquiries.</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Reduces response time and improves customer support efficiency.</a:t>
          </a:r>
        </a:p>
      </dgm:t>
    </dgm:pt>
    <dgm:pt modelId="{E45DED60-DDEC-44F4-84B4-A3041CD7C058}" type="parTrans" cxnId="{A7867B65-C82D-46DE-A8E6-55D625C302F7}">
      <dgm:prSet/>
      <dgm:spPr/>
      <dgm:t>
        <a:bodyPr/>
        <a:lstStyle/>
        <a:p>
          <a:endParaRPr lang="en-US"/>
        </a:p>
      </dgm:t>
    </dgm:pt>
    <dgm:pt modelId="{70F8B574-3390-4FF0-BC2E-56BA2B12774C}" type="sibTrans" cxnId="{A7867B65-C82D-46DE-A8E6-55D625C302F7}">
      <dgm:prSet/>
      <dgm:spPr/>
      <dgm:t>
        <a:bodyPr/>
        <a:lstStyle/>
        <a:p>
          <a:endParaRPr lang="en-US"/>
        </a:p>
      </dgm:t>
    </dgm:pt>
    <dgm:pt modelId="{EDCD2E9A-3C7B-40BC-84E1-1BDA3E11CD06}">
      <dgm:prSet custT="1"/>
      <dgm:spPr/>
      <dgm:t>
        <a:bodyPr/>
        <a:lstStyle/>
        <a:p>
          <a:r>
            <a:rPr lang="en-US" sz="1700" b="1">
              <a:latin typeface="Calibri" panose="020F0502020204030204" pitchFamily="34" charset="0"/>
              <a:ea typeface="Calibri" panose="020F0502020204030204" pitchFamily="34" charset="0"/>
              <a:cs typeface="Calibri" panose="020F0502020204030204" pitchFamily="34" charset="0"/>
            </a:rPr>
            <a:t>CRM Automation</a:t>
          </a:r>
        </a:p>
      </dgm:t>
    </dgm:pt>
    <dgm:pt modelId="{70BCA049-CB11-45DA-9FAA-B7355FDCBE94}" type="parTrans" cxnId="{0D735541-557D-4369-9668-4247CC8B33B8}">
      <dgm:prSet/>
      <dgm:spPr/>
      <dgm:t>
        <a:bodyPr/>
        <a:lstStyle/>
        <a:p>
          <a:endParaRPr lang="en-US"/>
        </a:p>
      </dgm:t>
    </dgm:pt>
    <dgm:pt modelId="{289B7F32-85E8-4D71-8012-947299C60407}" type="sibTrans" cxnId="{0D735541-557D-4369-9668-4247CC8B33B8}">
      <dgm:prSet/>
      <dgm:spPr/>
      <dgm:t>
        <a:bodyPr/>
        <a:lstStyle/>
        <a:p>
          <a:endParaRPr lang="en-US"/>
        </a:p>
      </dgm:t>
    </dgm:pt>
    <dgm:pt modelId="{D820B2F5-590A-4C35-9C93-619B028C59C2}">
      <dgm:prSet custT="1"/>
      <dgm:spPr/>
      <dgm:t>
        <a:bodyPr/>
        <a:lstStyle/>
        <a:p>
          <a:r>
            <a:rPr lang="en-US" sz="1700" b="1">
              <a:latin typeface="Calibri" panose="020F0502020204030204" pitchFamily="34" charset="0"/>
              <a:ea typeface="Calibri" panose="020F0502020204030204" pitchFamily="34" charset="0"/>
              <a:cs typeface="Calibri" panose="020F0502020204030204" pitchFamily="34" charset="0"/>
            </a:rPr>
            <a:t>Booking + CRM Sync</a:t>
          </a:r>
        </a:p>
      </dgm:t>
    </dgm:pt>
    <dgm:pt modelId="{25D5869A-17D2-4C74-A5C6-CC86F6E0507E}" type="parTrans" cxnId="{C1676083-4718-443B-96D6-DDF07300B746}">
      <dgm:prSet/>
      <dgm:spPr/>
      <dgm:t>
        <a:bodyPr/>
        <a:lstStyle/>
        <a:p>
          <a:endParaRPr lang="en-US"/>
        </a:p>
      </dgm:t>
    </dgm:pt>
    <dgm:pt modelId="{60754BEE-B196-4D65-8A11-C491B58D5D82}" type="sibTrans" cxnId="{C1676083-4718-443B-96D6-DDF07300B746}">
      <dgm:prSet/>
      <dgm:spPr/>
      <dgm:t>
        <a:bodyPr/>
        <a:lstStyle/>
        <a:p>
          <a:endParaRPr lang="en-US"/>
        </a:p>
      </dgm:t>
    </dgm:pt>
    <dgm:pt modelId="{3B3D88C9-96D0-4C15-9040-6BB6202FBCE3}">
      <dgm:prSet custT="1"/>
      <dgm:spPr/>
      <dgm:t>
        <a:bodyPr/>
        <a:lstStyle/>
        <a:p>
          <a:r>
            <a:rPr lang="en-US" sz="1700" b="1">
              <a:latin typeface="Calibri" panose="020F0502020204030204" pitchFamily="34" charset="0"/>
              <a:ea typeface="Calibri" panose="020F0502020204030204" pitchFamily="34" charset="0"/>
              <a:cs typeface="Calibri" panose="020F0502020204030204" pitchFamily="34" charset="0"/>
            </a:rPr>
            <a:t>Admin Dashboard</a:t>
          </a:r>
        </a:p>
      </dgm:t>
    </dgm:pt>
    <dgm:pt modelId="{CFF55917-2F1B-4E26-863F-232B952C4913}" type="parTrans" cxnId="{F00B1BA6-A189-4993-A0ED-23CD06F776D5}">
      <dgm:prSet/>
      <dgm:spPr/>
      <dgm:t>
        <a:bodyPr/>
        <a:lstStyle/>
        <a:p>
          <a:endParaRPr lang="en-US"/>
        </a:p>
      </dgm:t>
    </dgm:pt>
    <dgm:pt modelId="{C476CC31-CCBE-46D7-AD40-F9B1A446076A}" type="sibTrans" cxnId="{F00B1BA6-A189-4993-A0ED-23CD06F776D5}">
      <dgm:prSet/>
      <dgm:spPr/>
      <dgm:t>
        <a:bodyPr/>
        <a:lstStyle/>
        <a:p>
          <a:endParaRPr lang="en-US"/>
        </a:p>
      </dgm:t>
    </dgm:pt>
    <dgm:pt modelId="{D8BAD07E-A7AC-4FF0-88EE-A724DED07C40}">
      <dgm:prSet/>
      <dgm:spPr/>
      <dgm:t>
        <a:bodyPr/>
        <a:lstStyle/>
        <a:p>
          <a:pPr>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Automates follow-ups, notifications, and workflow tasks within the CRM.</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Minimizes manual effort and ensures consistent customer communication.</a:t>
          </a:r>
        </a:p>
      </dgm:t>
    </dgm:pt>
    <dgm:pt modelId="{C53054F9-E03D-431D-8622-21DB64C5B5CB}" type="parTrans" cxnId="{57A4B015-EB15-4949-AAE1-9878CFAAF4EB}">
      <dgm:prSet/>
      <dgm:spPr/>
      <dgm:t>
        <a:bodyPr/>
        <a:lstStyle/>
        <a:p>
          <a:endParaRPr lang="en-US"/>
        </a:p>
      </dgm:t>
    </dgm:pt>
    <dgm:pt modelId="{847060CB-A07B-4931-85CE-D1B0BD67C601}" type="sibTrans" cxnId="{57A4B015-EB15-4949-AAE1-9878CFAAF4EB}">
      <dgm:prSet/>
      <dgm:spPr/>
      <dgm:t>
        <a:bodyPr/>
        <a:lstStyle/>
        <a:p>
          <a:endParaRPr lang="en-US"/>
        </a:p>
      </dgm:t>
    </dgm:pt>
    <dgm:pt modelId="{9C32B6E2-EFEA-461A-9E02-FF7AA66C3215}">
      <dgm:prSet/>
      <dgm:spPr/>
      <dgm:t>
        <a:bodyPr/>
        <a:lstStyle/>
        <a:p>
          <a:pPr>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Synchronizes booking data between the web application and </a:t>
          </a:r>
          <a:r>
            <a:rPr lang="en-US" err="1">
              <a:latin typeface="Calibri" panose="020F0502020204030204" pitchFamily="34" charset="0"/>
              <a:ea typeface="Calibri" panose="020F0502020204030204" pitchFamily="34" charset="0"/>
              <a:cs typeface="Calibri" panose="020F0502020204030204" pitchFamily="34" charset="0"/>
            </a:rPr>
            <a:t>Bitrix</a:t>
          </a:r>
          <a:r>
            <a:rPr lang="en-US">
              <a:latin typeface="Calibri" panose="020F0502020204030204" pitchFamily="34" charset="0"/>
              <a:ea typeface="Calibri" panose="020F0502020204030204" pitchFamily="34" charset="0"/>
              <a:cs typeface="Calibri" panose="020F0502020204030204" pitchFamily="34" charset="0"/>
            </a:rPr>
            <a:t> CRM.</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Eliminates duplicate data entry and improves data accuracy across systems.</a:t>
          </a:r>
        </a:p>
      </dgm:t>
    </dgm:pt>
    <dgm:pt modelId="{A4B184E4-AD1E-412D-AEE4-07585158A1CC}" type="parTrans" cxnId="{05DA9AAC-1B65-4530-831E-1C236AE5439D}">
      <dgm:prSet/>
      <dgm:spPr/>
      <dgm:t>
        <a:bodyPr/>
        <a:lstStyle/>
        <a:p>
          <a:endParaRPr lang="en-US"/>
        </a:p>
      </dgm:t>
    </dgm:pt>
    <dgm:pt modelId="{F5FB845A-1051-461A-B3B4-4CB5820D4B72}" type="sibTrans" cxnId="{05DA9AAC-1B65-4530-831E-1C236AE5439D}">
      <dgm:prSet/>
      <dgm:spPr/>
      <dgm:t>
        <a:bodyPr/>
        <a:lstStyle/>
        <a:p>
          <a:endParaRPr lang="en-US"/>
        </a:p>
      </dgm:t>
    </dgm:pt>
    <dgm:pt modelId="{938C1DAD-0BC1-45D3-A58A-482B47A83023}">
      <dgm:prSet/>
      <dgm:spPr/>
      <dgm:t>
        <a:bodyPr/>
        <a:lstStyle/>
        <a:p>
          <a:pPr>
            <a:buFont typeface="Arial" panose="020B0604020202020204" pitchFamily="34" charset="0"/>
            <a:buChar char="•"/>
          </a:pPr>
          <a:r>
            <a:rPr lang="en-US" b="0">
              <a:latin typeface="Calibri" panose="020F0502020204030204" pitchFamily="34" charset="0"/>
              <a:ea typeface="Calibri" panose="020F0502020204030204" pitchFamily="34" charset="0"/>
              <a:cs typeface="Calibri" panose="020F0502020204030204" pitchFamily="34" charset="0"/>
            </a:rPr>
            <a:t>Provides administrators with a consolidated view of bookings, customers, and system activity.</a:t>
          </a:r>
          <a:br>
            <a:rPr lang="en-US" b="0">
              <a:latin typeface="Calibri" panose="020F0502020204030204" pitchFamily="34" charset="0"/>
              <a:ea typeface="Calibri" panose="020F0502020204030204" pitchFamily="34" charset="0"/>
              <a:cs typeface="Calibri" panose="020F0502020204030204" pitchFamily="34" charset="0"/>
            </a:rPr>
          </a:br>
          <a:r>
            <a:rPr lang="en-US" b="0">
              <a:latin typeface="Calibri" panose="020F0502020204030204" pitchFamily="34" charset="0"/>
              <a:ea typeface="Calibri" panose="020F0502020204030204" pitchFamily="34" charset="0"/>
              <a:cs typeface="Calibri" panose="020F0502020204030204" pitchFamily="34" charset="0"/>
            </a:rPr>
            <a:t>Supports informed decision-making and easier system management.</a:t>
          </a:r>
        </a:p>
      </dgm:t>
    </dgm:pt>
    <dgm:pt modelId="{07A4A156-574D-4DDA-84E9-4C1B1E00EDC8}" type="parTrans" cxnId="{6171BABE-3471-4A77-99ED-46D1EEBD9838}">
      <dgm:prSet/>
      <dgm:spPr/>
      <dgm:t>
        <a:bodyPr/>
        <a:lstStyle/>
        <a:p>
          <a:endParaRPr lang="en-US"/>
        </a:p>
      </dgm:t>
    </dgm:pt>
    <dgm:pt modelId="{2EB5A5DE-E97B-4CF1-A2FD-9208B7BE0F54}" type="sibTrans" cxnId="{6171BABE-3471-4A77-99ED-46D1EEBD9838}">
      <dgm:prSet/>
      <dgm:spPr/>
      <dgm:t>
        <a:bodyPr/>
        <a:lstStyle/>
        <a:p>
          <a:endParaRPr lang="en-US"/>
        </a:p>
      </dgm:t>
    </dgm:pt>
    <dgm:pt modelId="{2998DD1B-8578-4D0B-990B-E0923ED4A15B}" type="pres">
      <dgm:prSet presAssocID="{91DA0655-B20F-425F-ABC1-87CFFCC22815}" presName="Name0" presStyleCnt="0">
        <dgm:presLayoutVars>
          <dgm:dir/>
          <dgm:animLvl val="lvl"/>
          <dgm:resizeHandles val="exact"/>
        </dgm:presLayoutVars>
      </dgm:prSet>
      <dgm:spPr/>
    </dgm:pt>
    <dgm:pt modelId="{AB53CBB1-A8E3-4D01-9698-05BD8B220245}" type="pres">
      <dgm:prSet presAssocID="{FA4DB857-DA34-43AA-8206-48203670B1BD}" presName="composite" presStyleCnt="0"/>
      <dgm:spPr/>
    </dgm:pt>
    <dgm:pt modelId="{BC4779F2-BAA4-4D13-9F1A-147BB0F8F0AC}" type="pres">
      <dgm:prSet presAssocID="{FA4DB857-DA34-43AA-8206-48203670B1BD}" presName="parTx" presStyleLbl="alignNode1" presStyleIdx="0" presStyleCnt="6">
        <dgm:presLayoutVars>
          <dgm:chMax val="0"/>
          <dgm:chPref val="0"/>
          <dgm:bulletEnabled val="1"/>
        </dgm:presLayoutVars>
      </dgm:prSet>
      <dgm:spPr/>
    </dgm:pt>
    <dgm:pt modelId="{75CD5BD7-A7CB-4443-A479-5CA454AD22A9}" type="pres">
      <dgm:prSet presAssocID="{FA4DB857-DA34-43AA-8206-48203670B1BD}" presName="desTx" presStyleLbl="alignAccFollowNode1" presStyleIdx="0" presStyleCnt="6">
        <dgm:presLayoutVars>
          <dgm:bulletEnabled val="1"/>
        </dgm:presLayoutVars>
      </dgm:prSet>
      <dgm:spPr/>
    </dgm:pt>
    <dgm:pt modelId="{337D9B5E-F105-4745-891D-B4636A268B34}" type="pres">
      <dgm:prSet presAssocID="{72347EFD-A37A-47F8-BDF2-C223C3971B19}" presName="space" presStyleCnt="0"/>
      <dgm:spPr/>
    </dgm:pt>
    <dgm:pt modelId="{C1123213-1BB5-4031-99BA-F1C180E845B2}" type="pres">
      <dgm:prSet presAssocID="{49115CF3-9339-4BA9-8D13-853EEDEF4FE2}" presName="composite" presStyleCnt="0"/>
      <dgm:spPr/>
    </dgm:pt>
    <dgm:pt modelId="{47C9D0FB-2D27-48F9-91DC-F0E10140EE20}" type="pres">
      <dgm:prSet presAssocID="{49115CF3-9339-4BA9-8D13-853EEDEF4FE2}" presName="parTx" presStyleLbl="alignNode1" presStyleIdx="1" presStyleCnt="6">
        <dgm:presLayoutVars>
          <dgm:chMax val="0"/>
          <dgm:chPref val="0"/>
          <dgm:bulletEnabled val="1"/>
        </dgm:presLayoutVars>
      </dgm:prSet>
      <dgm:spPr/>
    </dgm:pt>
    <dgm:pt modelId="{1EE58027-747E-4F90-95A9-326375C0B51C}" type="pres">
      <dgm:prSet presAssocID="{49115CF3-9339-4BA9-8D13-853EEDEF4FE2}" presName="desTx" presStyleLbl="alignAccFollowNode1" presStyleIdx="1" presStyleCnt="6">
        <dgm:presLayoutVars>
          <dgm:bulletEnabled val="1"/>
        </dgm:presLayoutVars>
      </dgm:prSet>
      <dgm:spPr/>
    </dgm:pt>
    <dgm:pt modelId="{FF4B9D34-2093-4E40-8940-63CFB7C14884}" type="pres">
      <dgm:prSet presAssocID="{9B34FE59-C657-429A-B216-43D391260CC8}" presName="space" presStyleCnt="0"/>
      <dgm:spPr/>
    </dgm:pt>
    <dgm:pt modelId="{795C5C2F-6244-4A33-B3BF-DD2B41D16AD6}" type="pres">
      <dgm:prSet presAssocID="{354ED325-D6A0-49B0-902E-4AD6F63C2217}" presName="composite" presStyleCnt="0"/>
      <dgm:spPr/>
    </dgm:pt>
    <dgm:pt modelId="{D94AD982-8021-4973-A3FD-16CD1F127C1D}" type="pres">
      <dgm:prSet presAssocID="{354ED325-D6A0-49B0-902E-4AD6F63C2217}" presName="parTx" presStyleLbl="alignNode1" presStyleIdx="2" presStyleCnt="6">
        <dgm:presLayoutVars>
          <dgm:chMax val="0"/>
          <dgm:chPref val="0"/>
          <dgm:bulletEnabled val="1"/>
        </dgm:presLayoutVars>
      </dgm:prSet>
      <dgm:spPr/>
    </dgm:pt>
    <dgm:pt modelId="{6529F674-B2AA-4AAF-AF24-7041EC07EF0C}" type="pres">
      <dgm:prSet presAssocID="{354ED325-D6A0-49B0-902E-4AD6F63C2217}" presName="desTx" presStyleLbl="alignAccFollowNode1" presStyleIdx="2" presStyleCnt="6" custLinFactNeighborX="-1020" custLinFactNeighborY="417">
        <dgm:presLayoutVars>
          <dgm:bulletEnabled val="1"/>
        </dgm:presLayoutVars>
      </dgm:prSet>
      <dgm:spPr/>
    </dgm:pt>
    <dgm:pt modelId="{84FD7573-FF42-429E-9247-740214BBA94A}" type="pres">
      <dgm:prSet presAssocID="{183F2D04-12E4-4696-AD6F-00293C2A03F5}" presName="space" presStyleCnt="0"/>
      <dgm:spPr/>
    </dgm:pt>
    <dgm:pt modelId="{125D5528-908B-4092-AF90-811D202B810B}" type="pres">
      <dgm:prSet presAssocID="{EDCD2E9A-3C7B-40BC-84E1-1BDA3E11CD06}" presName="composite" presStyleCnt="0"/>
      <dgm:spPr/>
    </dgm:pt>
    <dgm:pt modelId="{61EF5A16-9720-498A-95EA-BBAA63B7FCF7}" type="pres">
      <dgm:prSet presAssocID="{EDCD2E9A-3C7B-40BC-84E1-1BDA3E11CD06}" presName="parTx" presStyleLbl="alignNode1" presStyleIdx="3" presStyleCnt="6">
        <dgm:presLayoutVars>
          <dgm:chMax val="0"/>
          <dgm:chPref val="0"/>
          <dgm:bulletEnabled val="1"/>
        </dgm:presLayoutVars>
      </dgm:prSet>
      <dgm:spPr/>
    </dgm:pt>
    <dgm:pt modelId="{BFE8FB95-E2D9-475C-AE8F-C36B31338392}" type="pres">
      <dgm:prSet presAssocID="{EDCD2E9A-3C7B-40BC-84E1-1BDA3E11CD06}" presName="desTx" presStyleLbl="alignAccFollowNode1" presStyleIdx="3" presStyleCnt="6">
        <dgm:presLayoutVars>
          <dgm:bulletEnabled val="1"/>
        </dgm:presLayoutVars>
      </dgm:prSet>
      <dgm:spPr/>
    </dgm:pt>
    <dgm:pt modelId="{5506994E-4605-414C-B3D9-1D7F0AF47257}" type="pres">
      <dgm:prSet presAssocID="{289B7F32-85E8-4D71-8012-947299C60407}" presName="space" presStyleCnt="0"/>
      <dgm:spPr/>
    </dgm:pt>
    <dgm:pt modelId="{AC3991AE-7A6C-42C6-839B-C111F8ABB07A}" type="pres">
      <dgm:prSet presAssocID="{D820B2F5-590A-4C35-9C93-619B028C59C2}" presName="composite" presStyleCnt="0"/>
      <dgm:spPr/>
    </dgm:pt>
    <dgm:pt modelId="{A8026DB1-6263-42E6-86AE-6AF2B7D2703E}" type="pres">
      <dgm:prSet presAssocID="{D820B2F5-590A-4C35-9C93-619B028C59C2}" presName="parTx" presStyleLbl="alignNode1" presStyleIdx="4" presStyleCnt="6">
        <dgm:presLayoutVars>
          <dgm:chMax val="0"/>
          <dgm:chPref val="0"/>
          <dgm:bulletEnabled val="1"/>
        </dgm:presLayoutVars>
      </dgm:prSet>
      <dgm:spPr/>
    </dgm:pt>
    <dgm:pt modelId="{769DF31C-8650-4F06-9E4E-160C9A65DE0D}" type="pres">
      <dgm:prSet presAssocID="{D820B2F5-590A-4C35-9C93-619B028C59C2}" presName="desTx" presStyleLbl="alignAccFollowNode1" presStyleIdx="4" presStyleCnt="6">
        <dgm:presLayoutVars>
          <dgm:bulletEnabled val="1"/>
        </dgm:presLayoutVars>
      </dgm:prSet>
      <dgm:spPr/>
    </dgm:pt>
    <dgm:pt modelId="{895A0B5F-4CD7-45C1-9308-14FC77C4AD78}" type="pres">
      <dgm:prSet presAssocID="{60754BEE-B196-4D65-8A11-C491B58D5D82}" presName="space" presStyleCnt="0"/>
      <dgm:spPr/>
    </dgm:pt>
    <dgm:pt modelId="{A690A401-9E9A-401B-8EE6-F16B6B61B1D9}" type="pres">
      <dgm:prSet presAssocID="{3B3D88C9-96D0-4C15-9040-6BB6202FBCE3}" presName="composite" presStyleCnt="0"/>
      <dgm:spPr/>
    </dgm:pt>
    <dgm:pt modelId="{07484F56-A663-4B5E-9E8C-AE8AA55E091A}" type="pres">
      <dgm:prSet presAssocID="{3B3D88C9-96D0-4C15-9040-6BB6202FBCE3}" presName="parTx" presStyleLbl="alignNode1" presStyleIdx="5" presStyleCnt="6">
        <dgm:presLayoutVars>
          <dgm:chMax val="0"/>
          <dgm:chPref val="0"/>
          <dgm:bulletEnabled val="1"/>
        </dgm:presLayoutVars>
      </dgm:prSet>
      <dgm:spPr/>
    </dgm:pt>
    <dgm:pt modelId="{AEDE156A-1DB9-4C27-A5E9-D3DE4058E933}" type="pres">
      <dgm:prSet presAssocID="{3B3D88C9-96D0-4C15-9040-6BB6202FBCE3}" presName="desTx" presStyleLbl="alignAccFollowNode1" presStyleIdx="5" presStyleCnt="6">
        <dgm:presLayoutVars>
          <dgm:bulletEnabled val="1"/>
        </dgm:presLayoutVars>
      </dgm:prSet>
      <dgm:spPr/>
    </dgm:pt>
  </dgm:ptLst>
  <dgm:cxnLst>
    <dgm:cxn modelId="{A80BF901-2032-4586-A128-7E36FE9DCEF3}" type="presOf" srcId="{938C1DAD-0BC1-45D3-A58A-482B47A83023}" destId="{AEDE156A-1DB9-4C27-A5E9-D3DE4058E933}" srcOrd="0" destOrd="0" presId="urn:microsoft.com/office/officeart/2005/8/layout/hList1"/>
    <dgm:cxn modelId="{582D8B02-3001-42F8-BD24-E1D94B0CED37}" type="presOf" srcId="{3073F3FD-BCF3-467C-97D8-E2F38A587E6A}" destId="{75CD5BD7-A7CB-4443-A479-5CA454AD22A9}" srcOrd="0" destOrd="0" presId="urn:microsoft.com/office/officeart/2005/8/layout/hList1"/>
    <dgm:cxn modelId="{9153FB05-994F-41B0-9BC7-642BB00F16B9}" type="presOf" srcId="{EDCD2E9A-3C7B-40BC-84E1-1BDA3E11CD06}" destId="{61EF5A16-9720-498A-95EA-BBAA63B7FCF7}" srcOrd="0" destOrd="0" presId="urn:microsoft.com/office/officeart/2005/8/layout/hList1"/>
    <dgm:cxn modelId="{4DFD2C06-27C1-48F3-9877-7009FFD8F4FC}" srcId="{FA4DB857-DA34-43AA-8206-48203670B1BD}" destId="{3073F3FD-BCF3-467C-97D8-E2F38A587E6A}" srcOrd="0" destOrd="0" parTransId="{926147AC-E0D8-4FE1-A5CA-4451DA51D6A9}" sibTransId="{FD116DBA-CF27-4DB0-A0CD-0F5D3A7E19AE}"/>
    <dgm:cxn modelId="{2CB69C0B-E97F-42F7-AD6F-B4E5D3D3FA71}" type="presOf" srcId="{D8BAD07E-A7AC-4FF0-88EE-A724DED07C40}" destId="{BFE8FB95-E2D9-475C-AE8F-C36B31338392}" srcOrd="0" destOrd="0" presId="urn:microsoft.com/office/officeart/2005/8/layout/hList1"/>
    <dgm:cxn modelId="{8FEA0414-C5B2-4042-9E57-0F81A874BB2F}" srcId="{49115CF3-9339-4BA9-8D13-853EEDEF4FE2}" destId="{A685C66B-5593-4345-AA9D-BEF8C7B22EAE}" srcOrd="0" destOrd="0" parTransId="{1660CD30-CE6C-466B-B4DB-11F87A39950F}" sibTransId="{0001CB03-446C-466B-804F-FCCDE85B38FB}"/>
    <dgm:cxn modelId="{57A4B015-EB15-4949-AAE1-9878CFAAF4EB}" srcId="{EDCD2E9A-3C7B-40BC-84E1-1BDA3E11CD06}" destId="{D8BAD07E-A7AC-4FF0-88EE-A724DED07C40}" srcOrd="0" destOrd="0" parTransId="{C53054F9-E03D-431D-8622-21DB64C5B5CB}" sibTransId="{847060CB-A07B-4931-85CE-D1B0BD67C601}"/>
    <dgm:cxn modelId="{21B38336-5D92-406E-ABB4-5BBE47F684CB}" type="presOf" srcId="{ED5E85E0-1B85-4D32-A818-DEEBBC010DC3}" destId="{6529F674-B2AA-4AAF-AF24-7041EC07EF0C}" srcOrd="0" destOrd="0" presId="urn:microsoft.com/office/officeart/2005/8/layout/hList1"/>
    <dgm:cxn modelId="{0D735541-557D-4369-9668-4247CC8B33B8}" srcId="{91DA0655-B20F-425F-ABC1-87CFFCC22815}" destId="{EDCD2E9A-3C7B-40BC-84E1-1BDA3E11CD06}" srcOrd="3" destOrd="0" parTransId="{70BCA049-CB11-45DA-9FAA-B7355FDCBE94}" sibTransId="{289B7F32-85E8-4D71-8012-947299C60407}"/>
    <dgm:cxn modelId="{A7867B65-C82D-46DE-A8E6-55D625C302F7}" srcId="{354ED325-D6A0-49B0-902E-4AD6F63C2217}" destId="{ED5E85E0-1B85-4D32-A818-DEEBBC010DC3}" srcOrd="0" destOrd="0" parTransId="{E45DED60-DDEC-44F4-84B4-A3041CD7C058}" sibTransId="{70F8B574-3390-4FF0-BC2E-56BA2B12774C}"/>
    <dgm:cxn modelId="{9E944769-EED2-4E8E-8579-27AEEE0FDDBD}" srcId="{91DA0655-B20F-425F-ABC1-87CFFCC22815}" destId="{FA4DB857-DA34-43AA-8206-48203670B1BD}" srcOrd="0" destOrd="0" parTransId="{034A8EA4-D9A0-416F-AF46-87DD0AD896D9}" sibTransId="{72347EFD-A37A-47F8-BDF2-C223C3971B19}"/>
    <dgm:cxn modelId="{C7B2FD4A-ACF8-426F-8C6B-124EF5D24602}" type="presOf" srcId="{3B3D88C9-96D0-4C15-9040-6BB6202FBCE3}" destId="{07484F56-A663-4B5E-9E8C-AE8AA55E091A}" srcOrd="0" destOrd="0" presId="urn:microsoft.com/office/officeart/2005/8/layout/hList1"/>
    <dgm:cxn modelId="{1DB5CD56-E0AD-4478-B230-98D7C5A24D8A}" type="presOf" srcId="{354ED325-D6A0-49B0-902E-4AD6F63C2217}" destId="{D94AD982-8021-4973-A3FD-16CD1F127C1D}" srcOrd="0" destOrd="0" presId="urn:microsoft.com/office/officeart/2005/8/layout/hList1"/>
    <dgm:cxn modelId="{C1676083-4718-443B-96D6-DDF07300B746}" srcId="{91DA0655-B20F-425F-ABC1-87CFFCC22815}" destId="{D820B2F5-590A-4C35-9C93-619B028C59C2}" srcOrd="4" destOrd="0" parTransId="{25D5869A-17D2-4C74-A5C6-CC86F6E0507E}" sibTransId="{60754BEE-B196-4D65-8A11-C491B58D5D82}"/>
    <dgm:cxn modelId="{E1959D9B-6449-4AE4-870F-5218A1894006}" srcId="{91DA0655-B20F-425F-ABC1-87CFFCC22815}" destId="{49115CF3-9339-4BA9-8D13-853EEDEF4FE2}" srcOrd="1" destOrd="0" parTransId="{E61710A1-C302-45FD-A230-8A2C8B2BB7DC}" sibTransId="{9B34FE59-C657-429A-B216-43D391260CC8}"/>
    <dgm:cxn modelId="{04F5E2A4-093E-408D-87F8-F7A4A7101778}" type="presOf" srcId="{D820B2F5-590A-4C35-9C93-619B028C59C2}" destId="{A8026DB1-6263-42E6-86AE-6AF2B7D2703E}" srcOrd="0" destOrd="0" presId="urn:microsoft.com/office/officeart/2005/8/layout/hList1"/>
    <dgm:cxn modelId="{F00B1BA6-A189-4993-A0ED-23CD06F776D5}" srcId="{91DA0655-B20F-425F-ABC1-87CFFCC22815}" destId="{3B3D88C9-96D0-4C15-9040-6BB6202FBCE3}" srcOrd="5" destOrd="0" parTransId="{CFF55917-2F1B-4E26-863F-232B952C4913}" sibTransId="{C476CC31-CCBE-46D7-AD40-F9B1A446076A}"/>
    <dgm:cxn modelId="{34F65BA6-ACD4-48C1-A8EC-FFE25C2975A8}" type="presOf" srcId="{A685C66B-5593-4345-AA9D-BEF8C7B22EAE}" destId="{1EE58027-747E-4F90-95A9-326375C0B51C}" srcOrd="0" destOrd="0" presId="urn:microsoft.com/office/officeart/2005/8/layout/hList1"/>
    <dgm:cxn modelId="{05DA9AAC-1B65-4530-831E-1C236AE5439D}" srcId="{D820B2F5-590A-4C35-9C93-619B028C59C2}" destId="{9C32B6E2-EFEA-461A-9E02-FF7AA66C3215}" srcOrd="0" destOrd="0" parTransId="{A4B184E4-AD1E-412D-AEE4-07585158A1CC}" sibTransId="{F5FB845A-1051-461A-B3B4-4CB5820D4B72}"/>
    <dgm:cxn modelId="{3F6A5EB8-88AE-448B-B419-D98E7AF53C6E}" type="presOf" srcId="{9C32B6E2-EFEA-461A-9E02-FF7AA66C3215}" destId="{769DF31C-8650-4F06-9E4E-160C9A65DE0D}" srcOrd="0" destOrd="0" presId="urn:microsoft.com/office/officeart/2005/8/layout/hList1"/>
    <dgm:cxn modelId="{6171BABE-3471-4A77-99ED-46D1EEBD9838}" srcId="{3B3D88C9-96D0-4C15-9040-6BB6202FBCE3}" destId="{938C1DAD-0BC1-45D3-A58A-482B47A83023}" srcOrd="0" destOrd="0" parTransId="{07A4A156-574D-4DDA-84E9-4C1B1E00EDC8}" sibTransId="{2EB5A5DE-E97B-4CF1-A2FD-9208B7BE0F54}"/>
    <dgm:cxn modelId="{57412DC6-BDE8-4026-8C78-2BF54F3F472C}" type="presOf" srcId="{49115CF3-9339-4BA9-8D13-853EEDEF4FE2}" destId="{47C9D0FB-2D27-48F9-91DC-F0E10140EE20}" srcOrd="0" destOrd="0" presId="urn:microsoft.com/office/officeart/2005/8/layout/hList1"/>
    <dgm:cxn modelId="{42536DD2-1430-4634-99E7-F80C72B24285}" type="presOf" srcId="{91DA0655-B20F-425F-ABC1-87CFFCC22815}" destId="{2998DD1B-8578-4D0B-990B-E0923ED4A15B}" srcOrd="0" destOrd="0" presId="urn:microsoft.com/office/officeart/2005/8/layout/hList1"/>
    <dgm:cxn modelId="{CA18BDED-6B03-4047-A5D4-EFAC0CBCD22A}" type="presOf" srcId="{FA4DB857-DA34-43AA-8206-48203670B1BD}" destId="{BC4779F2-BAA4-4D13-9F1A-147BB0F8F0AC}" srcOrd="0" destOrd="0" presId="urn:microsoft.com/office/officeart/2005/8/layout/hList1"/>
    <dgm:cxn modelId="{26AE50F3-2605-4609-B595-B566AFE9B094}" srcId="{91DA0655-B20F-425F-ABC1-87CFFCC22815}" destId="{354ED325-D6A0-49B0-902E-4AD6F63C2217}" srcOrd="2" destOrd="0" parTransId="{4DF2BDB8-613C-4F2F-B034-FF16B0C31B78}" sibTransId="{183F2D04-12E4-4696-AD6F-00293C2A03F5}"/>
    <dgm:cxn modelId="{932F779E-872A-4469-BC45-7C20E37BD2C9}" type="presParOf" srcId="{2998DD1B-8578-4D0B-990B-E0923ED4A15B}" destId="{AB53CBB1-A8E3-4D01-9698-05BD8B220245}" srcOrd="0" destOrd="0" presId="urn:microsoft.com/office/officeart/2005/8/layout/hList1"/>
    <dgm:cxn modelId="{3B51FEEC-D3BA-4093-A924-DF4B978E00C1}" type="presParOf" srcId="{AB53CBB1-A8E3-4D01-9698-05BD8B220245}" destId="{BC4779F2-BAA4-4D13-9F1A-147BB0F8F0AC}" srcOrd="0" destOrd="0" presId="urn:microsoft.com/office/officeart/2005/8/layout/hList1"/>
    <dgm:cxn modelId="{190EA254-FBAC-434A-B2AD-F3B1C16B61B0}" type="presParOf" srcId="{AB53CBB1-A8E3-4D01-9698-05BD8B220245}" destId="{75CD5BD7-A7CB-4443-A479-5CA454AD22A9}" srcOrd="1" destOrd="0" presId="urn:microsoft.com/office/officeart/2005/8/layout/hList1"/>
    <dgm:cxn modelId="{90DFA002-295F-4D94-AD36-8A11E7A74ED2}" type="presParOf" srcId="{2998DD1B-8578-4D0B-990B-E0923ED4A15B}" destId="{337D9B5E-F105-4745-891D-B4636A268B34}" srcOrd="1" destOrd="0" presId="urn:microsoft.com/office/officeart/2005/8/layout/hList1"/>
    <dgm:cxn modelId="{0EDDA40E-5F78-448B-91AA-70118F350D2C}" type="presParOf" srcId="{2998DD1B-8578-4D0B-990B-E0923ED4A15B}" destId="{C1123213-1BB5-4031-99BA-F1C180E845B2}" srcOrd="2" destOrd="0" presId="urn:microsoft.com/office/officeart/2005/8/layout/hList1"/>
    <dgm:cxn modelId="{B75BDD8E-54D5-4E4A-B4C0-9CB8727E29BA}" type="presParOf" srcId="{C1123213-1BB5-4031-99BA-F1C180E845B2}" destId="{47C9D0FB-2D27-48F9-91DC-F0E10140EE20}" srcOrd="0" destOrd="0" presId="urn:microsoft.com/office/officeart/2005/8/layout/hList1"/>
    <dgm:cxn modelId="{13CC4A65-E11D-45CD-B99D-DA50E1A564FC}" type="presParOf" srcId="{C1123213-1BB5-4031-99BA-F1C180E845B2}" destId="{1EE58027-747E-4F90-95A9-326375C0B51C}" srcOrd="1" destOrd="0" presId="urn:microsoft.com/office/officeart/2005/8/layout/hList1"/>
    <dgm:cxn modelId="{CD7AE0C7-E28A-4CA1-B674-55E1F2C7B400}" type="presParOf" srcId="{2998DD1B-8578-4D0B-990B-E0923ED4A15B}" destId="{FF4B9D34-2093-4E40-8940-63CFB7C14884}" srcOrd="3" destOrd="0" presId="urn:microsoft.com/office/officeart/2005/8/layout/hList1"/>
    <dgm:cxn modelId="{87433CD8-FFD9-4A09-A338-01E6842ADF1E}" type="presParOf" srcId="{2998DD1B-8578-4D0B-990B-E0923ED4A15B}" destId="{795C5C2F-6244-4A33-B3BF-DD2B41D16AD6}" srcOrd="4" destOrd="0" presId="urn:microsoft.com/office/officeart/2005/8/layout/hList1"/>
    <dgm:cxn modelId="{0A2FA973-C16C-400C-8693-F4B86CE047F3}" type="presParOf" srcId="{795C5C2F-6244-4A33-B3BF-DD2B41D16AD6}" destId="{D94AD982-8021-4973-A3FD-16CD1F127C1D}" srcOrd="0" destOrd="0" presId="urn:microsoft.com/office/officeart/2005/8/layout/hList1"/>
    <dgm:cxn modelId="{A5F1BD87-DC1E-4164-BAC9-AB9E695EC355}" type="presParOf" srcId="{795C5C2F-6244-4A33-B3BF-DD2B41D16AD6}" destId="{6529F674-B2AA-4AAF-AF24-7041EC07EF0C}" srcOrd="1" destOrd="0" presId="urn:microsoft.com/office/officeart/2005/8/layout/hList1"/>
    <dgm:cxn modelId="{A3E5E38A-A2DD-4502-923C-1665336311AF}" type="presParOf" srcId="{2998DD1B-8578-4D0B-990B-E0923ED4A15B}" destId="{84FD7573-FF42-429E-9247-740214BBA94A}" srcOrd="5" destOrd="0" presId="urn:microsoft.com/office/officeart/2005/8/layout/hList1"/>
    <dgm:cxn modelId="{AA071EFF-4627-41DA-95D1-17DCAD3CCB6F}" type="presParOf" srcId="{2998DD1B-8578-4D0B-990B-E0923ED4A15B}" destId="{125D5528-908B-4092-AF90-811D202B810B}" srcOrd="6" destOrd="0" presId="urn:microsoft.com/office/officeart/2005/8/layout/hList1"/>
    <dgm:cxn modelId="{59404CA2-E1D4-48F2-9EB4-D41091AE74B3}" type="presParOf" srcId="{125D5528-908B-4092-AF90-811D202B810B}" destId="{61EF5A16-9720-498A-95EA-BBAA63B7FCF7}" srcOrd="0" destOrd="0" presId="urn:microsoft.com/office/officeart/2005/8/layout/hList1"/>
    <dgm:cxn modelId="{DCBF3190-C2C3-4BBD-9B55-3534F10E474A}" type="presParOf" srcId="{125D5528-908B-4092-AF90-811D202B810B}" destId="{BFE8FB95-E2D9-475C-AE8F-C36B31338392}" srcOrd="1" destOrd="0" presId="urn:microsoft.com/office/officeart/2005/8/layout/hList1"/>
    <dgm:cxn modelId="{95BEFD8B-902C-48ED-AEE2-324F40CB05EF}" type="presParOf" srcId="{2998DD1B-8578-4D0B-990B-E0923ED4A15B}" destId="{5506994E-4605-414C-B3D9-1D7F0AF47257}" srcOrd="7" destOrd="0" presId="urn:microsoft.com/office/officeart/2005/8/layout/hList1"/>
    <dgm:cxn modelId="{7390E6C9-A93D-437C-AD42-FB1BFFDF22B5}" type="presParOf" srcId="{2998DD1B-8578-4D0B-990B-E0923ED4A15B}" destId="{AC3991AE-7A6C-42C6-839B-C111F8ABB07A}" srcOrd="8" destOrd="0" presId="urn:microsoft.com/office/officeart/2005/8/layout/hList1"/>
    <dgm:cxn modelId="{F3747F42-F85E-4880-97A1-C0CE0B3398E3}" type="presParOf" srcId="{AC3991AE-7A6C-42C6-839B-C111F8ABB07A}" destId="{A8026DB1-6263-42E6-86AE-6AF2B7D2703E}" srcOrd="0" destOrd="0" presId="urn:microsoft.com/office/officeart/2005/8/layout/hList1"/>
    <dgm:cxn modelId="{EF43A34A-A0CA-4C10-AA44-8AF245D2614E}" type="presParOf" srcId="{AC3991AE-7A6C-42C6-839B-C111F8ABB07A}" destId="{769DF31C-8650-4F06-9E4E-160C9A65DE0D}" srcOrd="1" destOrd="0" presId="urn:microsoft.com/office/officeart/2005/8/layout/hList1"/>
    <dgm:cxn modelId="{F588557D-C419-4E36-8BF6-03B8B444A114}" type="presParOf" srcId="{2998DD1B-8578-4D0B-990B-E0923ED4A15B}" destId="{895A0B5F-4CD7-45C1-9308-14FC77C4AD78}" srcOrd="9" destOrd="0" presId="urn:microsoft.com/office/officeart/2005/8/layout/hList1"/>
    <dgm:cxn modelId="{6149F15A-B78C-4327-BF11-C0CDE8F8975F}" type="presParOf" srcId="{2998DD1B-8578-4D0B-990B-E0923ED4A15B}" destId="{A690A401-9E9A-401B-8EE6-F16B6B61B1D9}" srcOrd="10" destOrd="0" presId="urn:microsoft.com/office/officeart/2005/8/layout/hList1"/>
    <dgm:cxn modelId="{BD7F6B80-9293-45D4-9563-17E717CB2A4B}" type="presParOf" srcId="{A690A401-9E9A-401B-8EE6-F16B6B61B1D9}" destId="{07484F56-A663-4B5E-9E8C-AE8AA55E091A}" srcOrd="0" destOrd="0" presId="urn:microsoft.com/office/officeart/2005/8/layout/hList1"/>
    <dgm:cxn modelId="{C591D6DB-164C-4137-BECB-AD0984CD5550}" type="presParOf" srcId="{A690A401-9E9A-401B-8EE6-F16B6B61B1D9}" destId="{AEDE156A-1DB9-4C27-A5E9-D3DE4058E93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BEBECE-B060-4610-99F0-03BDB0571F76}">
      <dsp:nvSpPr>
        <dsp:cNvPr id="0" name=""/>
        <dsp:cNvSpPr/>
      </dsp:nvSpPr>
      <dsp:spPr>
        <a:xfrm>
          <a:off x="795256" y="1416"/>
          <a:ext cx="1982573" cy="118954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Product Development Roadmap</a:t>
          </a:r>
        </a:p>
      </dsp:txBody>
      <dsp:txXfrm>
        <a:off x="830097" y="36257"/>
        <a:ext cx="1912891" cy="1119861"/>
      </dsp:txXfrm>
    </dsp:sp>
    <dsp:sp modelId="{0B47573D-EE65-4725-82B6-565402AABD35}">
      <dsp:nvSpPr>
        <dsp:cNvPr id="0" name=""/>
        <dsp:cNvSpPr/>
      </dsp:nvSpPr>
      <dsp:spPr>
        <a:xfrm>
          <a:off x="2952296" y="350349"/>
          <a:ext cx="420305" cy="49167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2952296" y="448685"/>
        <a:ext cx="294214" cy="295006"/>
      </dsp:txXfrm>
    </dsp:sp>
    <dsp:sp modelId="{FDA144FF-648D-4935-802D-E59BC7955699}">
      <dsp:nvSpPr>
        <dsp:cNvPr id="0" name=""/>
        <dsp:cNvSpPr/>
      </dsp:nvSpPr>
      <dsp:spPr>
        <a:xfrm>
          <a:off x="3570859" y="1416"/>
          <a:ext cx="1982573" cy="118954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Agile Approach</a:t>
          </a:r>
        </a:p>
      </dsp:txBody>
      <dsp:txXfrm>
        <a:off x="3605700" y="36257"/>
        <a:ext cx="1912891" cy="1119861"/>
      </dsp:txXfrm>
    </dsp:sp>
    <dsp:sp modelId="{70917F89-B976-457D-BAFC-F9853FE27EAD}">
      <dsp:nvSpPr>
        <dsp:cNvPr id="0" name=""/>
        <dsp:cNvSpPr/>
      </dsp:nvSpPr>
      <dsp:spPr>
        <a:xfrm>
          <a:off x="5727899" y="350349"/>
          <a:ext cx="420305" cy="49167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5727899" y="448685"/>
        <a:ext cx="294214" cy="295006"/>
      </dsp:txXfrm>
    </dsp:sp>
    <dsp:sp modelId="{ADEB433F-05CA-4616-A763-177FB75AEA1D}">
      <dsp:nvSpPr>
        <dsp:cNvPr id="0" name=""/>
        <dsp:cNvSpPr/>
      </dsp:nvSpPr>
      <dsp:spPr>
        <a:xfrm>
          <a:off x="6346461" y="1416"/>
          <a:ext cx="1982573" cy="118954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Milestones</a:t>
          </a:r>
        </a:p>
      </dsp:txBody>
      <dsp:txXfrm>
        <a:off x="6381302" y="36257"/>
        <a:ext cx="1912891" cy="1119861"/>
      </dsp:txXfrm>
    </dsp:sp>
    <dsp:sp modelId="{0D4AFA68-3BF9-42EE-83DB-E363E9767EFF}">
      <dsp:nvSpPr>
        <dsp:cNvPr id="0" name=""/>
        <dsp:cNvSpPr/>
      </dsp:nvSpPr>
      <dsp:spPr>
        <a:xfrm rot="5400000">
          <a:off x="7127595" y="1329740"/>
          <a:ext cx="420305" cy="49167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rot="-5400000">
        <a:off x="7190245" y="1365427"/>
        <a:ext cx="295006" cy="294214"/>
      </dsp:txXfrm>
    </dsp:sp>
    <dsp:sp modelId="{C51B61EF-5ACF-4FB6-B6E4-094C4598566B}">
      <dsp:nvSpPr>
        <dsp:cNvPr id="0" name=""/>
        <dsp:cNvSpPr/>
      </dsp:nvSpPr>
      <dsp:spPr>
        <a:xfrm>
          <a:off x="6346461" y="1983989"/>
          <a:ext cx="1982573" cy="1189543"/>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Releases</a:t>
          </a:r>
        </a:p>
      </dsp:txBody>
      <dsp:txXfrm>
        <a:off x="6381302" y="2018830"/>
        <a:ext cx="1912891" cy="1119861"/>
      </dsp:txXfrm>
    </dsp:sp>
    <dsp:sp modelId="{DD8BABFB-723A-4A08-AFFF-909C3730B9AF}">
      <dsp:nvSpPr>
        <dsp:cNvPr id="0" name=""/>
        <dsp:cNvSpPr/>
      </dsp:nvSpPr>
      <dsp:spPr>
        <a:xfrm rot="10800000">
          <a:off x="5751689" y="2332922"/>
          <a:ext cx="420305" cy="49167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rot="10800000">
        <a:off x="5877780" y="2431258"/>
        <a:ext cx="294214" cy="295006"/>
      </dsp:txXfrm>
    </dsp:sp>
    <dsp:sp modelId="{2246EE26-80F2-474D-9885-5BF6DCA2D7CF}">
      <dsp:nvSpPr>
        <dsp:cNvPr id="0" name=""/>
        <dsp:cNvSpPr/>
      </dsp:nvSpPr>
      <dsp:spPr>
        <a:xfrm>
          <a:off x="3570859" y="1983989"/>
          <a:ext cx="1982573" cy="1189543"/>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Features</a:t>
          </a:r>
        </a:p>
      </dsp:txBody>
      <dsp:txXfrm>
        <a:off x="3605700" y="2018830"/>
        <a:ext cx="1912891" cy="1119861"/>
      </dsp:txXfrm>
    </dsp:sp>
    <dsp:sp modelId="{44CFA787-AF0E-40A8-A04E-4C2E81A3A2DE}">
      <dsp:nvSpPr>
        <dsp:cNvPr id="0" name=""/>
        <dsp:cNvSpPr/>
      </dsp:nvSpPr>
      <dsp:spPr>
        <a:xfrm rot="10800000">
          <a:off x="2976087" y="2332922"/>
          <a:ext cx="420305" cy="491678"/>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rot="10800000">
        <a:off x="3102178" y="2431258"/>
        <a:ext cx="294214" cy="295006"/>
      </dsp:txXfrm>
    </dsp:sp>
    <dsp:sp modelId="{F802AC0E-95FD-4CF1-84FF-5AA202117892}">
      <dsp:nvSpPr>
        <dsp:cNvPr id="0" name=""/>
        <dsp:cNvSpPr/>
      </dsp:nvSpPr>
      <dsp:spPr>
        <a:xfrm>
          <a:off x="795256" y="1983989"/>
          <a:ext cx="1982573" cy="118954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Integration &amp; Testing</a:t>
          </a:r>
        </a:p>
      </dsp:txBody>
      <dsp:txXfrm>
        <a:off x="830097" y="2018830"/>
        <a:ext cx="1912891" cy="1119861"/>
      </dsp:txXfrm>
    </dsp:sp>
    <dsp:sp modelId="{E26F7D48-6B65-4E48-88C5-25FFC9C7845F}">
      <dsp:nvSpPr>
        <dsp:cNvPr id="0" name=""/>
        <dsp:cNvSpPr/>
      </dsp:nvSpPr>
      <dsp:spPr>
        <a:xfrm rot="5400000">
          <a:off x="1576390" y="3312313"/>
          <a:ext cx="420305" cy="49167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rot="-5400000">
        <a:off x="1639040" y="3348000"/>
        <a:ext cx="295006" cy="294214"/>
      </dsp:txXfrm>
    </dsp:sp>
    <dsp:sp modelId="{D2590791-E6DB-487F-9050-FC0480BDA5ED}">
      <dsp:nvSpPr>
        <dsp:cNvPr id="0" name=""/>
        <dsp:cNvSpPr/>
      </dsp:nvSpPr>
      <dsp:spPr>
        <a:xfrm>
          <a:off x="795256" y="3966562"/>
          <a:ext cx="1982573" cy="118954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Communication</a:t>
          </a:r>
        </a:p>
      </dsp:txBody>
      <dsp:txXfrm>
        <a:off x="830097" y="4001403"/>
        <a:ext cx="1912891" cy="1119861"/>
      </dsp:txXfrm>
    </dsp:sp>
    <dsp:sp modelId="{84473B66-23E8-4F64-A7DC-426C11ABF03D}">
      <dsp:nvSpPr>
        <dsp:cNvPr id="0" name=""/>
        <dsp:cNvSpPr/>
      </dsp:nvSpPr>
      <dsp:spPr>
        <a:xfrm>
          <a:off x="2952296" y="4315495"/>
          <a:ext cx="420305" cy="49167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2952296" y="4413831"/>
        <a:ext cx="294214" cy="295006"/>
      </dsp:txXfrm>
    </dsp:sp>
    <dsp:sp modelId="{D6C01E62-5DBF-42D0-A19F-697186748423}">
      <dsp:nvSpPr>
        <dsp:cNvPr id="0" name=""/>
        <dsp:cNvSpPr/>
      </dsp:nvSpPr>
      <dsp:spPr>
        <a:xfrm>
          <a:off x="3570859" y="3966562"/>
          <a:ext cx="1982573" cy="118954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ea typeface="Calibri" panose="020F0502020204030204" pitchFamily="34" charset="0"/>
              <a:cs typeface="Calibri" panose="020F0502020204030204" pitchFamily="34" charset="0"/>
            </a:rPr>
            <a:t>Citations</a:t>
          </a:r>
        </a:p>
      </dsp:txBody>
      <dsp:txXfrm>
        <a:off x="3605700" y="4001403"/>
        <a:ext cx="1912891" cy="11198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83D25-8555-2743-8411-B0A4F1E58A4A}">
      <dsp:nvSpPr>
        <dsp:cNvPr id="0" name=""/>
        <dsp:cNvSpPr/>
      </dsp:nvSpPr>
      <dsp:spPr>
        <a:xfrm>
          <a:off x="0" y="347539"/>
          <a:ext cx="1845512" cy="738204"/>
        </a:xfrm>
        <a:prstGeom prst="homePlate">
          <a:avLst/>
        </a:prstGeom>
        <a:solidFill>
          <a:srgbClr val="9CCCB9"/>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dsp:txBody>
      <dsp:txXfrm>
        <a:off x="0" y="347539"/>
        <a:ext cx="1660961" cy="738204"/>
      </dsp:txXfrm>
    </dsp:sp>
    <dsp:sp modelId="{7154808B-895F-354B-B850-366E08A6ED55}">
      <dsp:nvSpPr>
        <dsp:cNvPr id="0" name=""/>
        <dsp:cNvSpPr/>
      </dsp:nvSpPr>
      <dsp:spPr>
        <a:xfrm>
          <a:off x="1476409" y="347539"/>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dsp:txBody>
      <dsp:txXfrm>
        <a:off x="1845511" y="347539"/>
        <a:ext cx="1107308" cy="738204"/>
      </dsp:txXfrm>
    </dsp:sp>
    <dsp:sp modelId="{86D3D9E3-86CC-EB4B-B339-03304F336BCB}">
      <dsp:nvSpPr>
        <dsp:cNvPr id="0" name=""/>
        <dsp:cNvSpPr/>
      </dsp:nvSpPr>
      <dsp:spPr>
        <a:xfrm>
          <a:off x="2952818" y="347539"/>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dsp:txBody>
      <dsp:txXfrm>
        <a:off x="3321920" y="347539"/>
        <a:ext cx="1107308" cy="738204"/>
      </dsp:txXfrm>
    </dsp:sp>
    <dsp:sp modelId="{598569D2-5F05-894D-984C-6E8C867FA02B}">
      <dsp:nvSpPr>
        <dsp:cNvPr id="0" name=""/>
        <dsp:cNvSpPr/>
      </dsp:nvSpPr>
      <dsp:spPr>
        <a:xfrm>
          <a:off x="4429228" y="347539"/>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dsp:txBody>
      <dsp:txXfrm>
        <a:off x="4798330" y="347539"/>
        <a:ext cx="1107308" cy="738204"/>
      </dsp:txXfrm>
    </dsp:sp>
    <dsp:sp modelId="{D1A94B47-88D0-B746-B414-08011CE46DC9}">
      <dsp:nvSpPr>
        <dsp:cNvPr id="0" name=""/>
        <dsp:cNvSpPr/>
      </dsp:nvSpPr>
      <dsp:spPr>
        <a:xfrm>
          <a:off x="5905638" y="347539"/>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dsp:txBody>
      <dsp:txXfrm>
        <a:off x="6274740" y="347539"/>
        <a:ext cx="1107308" cy="738204"/>
      </dsp:txXfrm>
    </dsp:sp>
    <dsp:sp modelId="{E14607B2-FC8F-E34A-977F-5260FF1E8543}">
      <dsp:nvSpPr>
        <dsp:cNvPr id="0" name=""/>
        <dsp:cNvSpPr/>
      </dsp:nvSpPr>
      <dsp:spPr>
        <a:xfrm>
          <a:off x="7382047" y="347539"/>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dsp:txBody>
      <dsp:txXfrm>
        <a:off x="7751149" y="347539"/>
        <a:ext cx="1107308" cy="738204"/>
      </dsp:txXfrm>
    </dsp:sp>
    <dsp:sp modelId="{980512B4-4015-264E-BCBB-6FC2645B48FB}">
      <dsp:nvSpPr>
        <dsp:cNvPr id="0" name=""/>
        <dsp:cNvSpPr/>
      </dsp:nvSpPr>
      <dsp:spPr>
        <a:xfrm>
          <a:off x="8858457" y="334450"/>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dsp:txBody>
      <dsp:txXfrm>
        <a:off x="9227559" y="334450"/>
        <a:ext cx="1107308" cy="738204"/>
      </dsp:txXfrm>
    </dsp:sp>
    <dsp:sp modelId="{33C73B34-5B79-3140-B20F-78392C209F6F}">
      <dsp:nvSpPr>
        <dsp:cNvPr id="0" name=""/>
        <dsp:cNvSpPr/>
      </dsp:nvSpPr>
      <dsp:spPr>
        <a:xfrm>
          <a:off x="10340820"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dsp:txBody>
      <dsp:txXfrm>
        <a:off x="10709922" y="321362"/>
        <a:ext cx="1107308" cy="7382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283D25-8555-2743-8411-B0A4F1E58A4A}">
      <dsp:nvSpPr>
        <dsp:cNvPr id="0" name=""/>
        <dsp:cNvSpPr/>
      </dsp:nvSpPr>
      <dsp:spPr>
        <a:xfrm>
          <a:off x="0" y="321362"/>
          <a:ext cx="1845512" cy="738204"/>
        </a:xfrm>
        <a:prstGeom prst="homePlate">
          <a:avLst/>
        </a:prstGeom>
        <a:solidFill>
          <a:schemeClr val="bg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dsp:txBody>
      <dsp:txXfrm>
        <a:off x="0" y="321362"/>
        <a:ext cx="1660961" cy="738204"/>
      </dsp:txXfrm>
    </dsp:sp>
    <dsp:sp modelId="{7154808B-895F-354B-B850-366E08A6ED55}">
      <dsp:nvSpPr>
        <dsp:cNvPr id="0" name=""/>
        <dsp:cNvSpPr/>
      </dsp:nvSpPr>
      <dsp:spPr>
        <a:xfrm>
          <a:off x="1476409" y="321362"/>
          <a:ext cx="1845512" cy="738204"/>
        </a:xfrm>
        <a:prstGeom prst="chevron">
          <a:avLst/>
        </a:prstGeom>
        <a:solidFill>
          <a:srgbClr val="9CCCB9"/>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dsp:txBody>
      <dsp:txXfrm>
        <a:off x="1845511" y="321362"/>
        <a:ext cx="1107308" cy="738204"/>
      </dsp:txXfrm>
    </dsp:sp>
    <dsp:sp modelId="{86D3D9E3-86CC-EB4B-B339-03304F336BCB}">
      <dsp:nvSpPr>
        <dsp:cNvPr id="0" name=""/>
        <dsp:cNvSpPr/>
      </dsp:nvSpPr>
      <dsp:spPr>
        <a:xfrm>
          <a:off x="2952818"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dsp:txBody>
      <dsp:txXfrm>
        <a:off x="3321920" y="321362"/>
        <a:ext cx="1107308" cy="738204"/>
      </dsp:txXfrm>
    </dsp:sp>
    <dsp:sp modelId="{598569D2-5F05-894D-984C-6E8C867FA02B}">
      <dsp:nvSpPr>
        <dsp:cNvPr id="0" name=""/>
        <dsp:cNvSpPr/>
      </dsp:nvSpPr>
      <dsp:spPr>
        <a:xfrm>
          <a:off x="4429228"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dsp:txBody>
      <dsp:txXfrm>
        <a:off x="4798330" y="321362"/>
        <a:ext cx="1107308" cy="738204"/>
      </dsp:txXfrm>
    </dsp:sp>
    <dsp:sp modelId="{D1A94B47-88D0-B746-B414-08011CE46DC9}">
      <dsp:nvSpPr>
        <dsp:cNvPr id="0" name=""/>
        <dsp:cNvSpPr/>
      </dsp:nvSpPr>
      <dsp:spPr>
        <a:xfrm>
          <a:off x="5905638"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dsp:txBody>
      <dsp:txXfrm>
        <a:off x="6274740" y="321362"/>
        <a:ext cx="1107308" cy="738204"/>
      </dsp:txXfrm>
    </dsp:sp>
    <dsp:sp modelId="{E14607B2-FC8F-E34A-977F-5260FF1E8543}">
      <dsp:nvSpPr>
        <dsp:cNvPr id="0" name=""/>
        <dsp:cNvSpPr/>
      </dsp:nvSpPr>
      <dsp:spPr>
        <a:xfrm>
          <a:off x="7382047"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dsp:txBody>
      <dsp:txXfrm>
        <a:off x="7751149" y="321362"/>
        <a:ext cx="1107308" cy="738204"/>
      </dsp:txXfrm>
    </dsp:sp>
    <dsp:sp modelId="{980512B4-4015-264E-BCBB-6FC2645B48FB}">
      <dsp:nvSpPr>
        <dsp:cNvPr id="0" name=""/>
        <dsp:cNvSpPr/>
      </dsp:nvSpPr>
      <dsp:spPr>
        <a:xfrm>
          <a:off x="8858457"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dsp:txBody>
      <dsp:txXfrm>
        <a:off x="9227559" y="321362"/>
        <a:ext cx="1107308" cy="738204"/>
      </dsp:txXfrm>
    </dsp:sp>
    <dsp:sp modelId="{33C73B34-5B79-3140-B20F-78392C209F6F}">
      <dsp:nvSpPr>
        <dsp:cNvPr id="0" name=""/>
        <dsp:cNvSpPr/>
      </dsp:nvSpPr>
      <dsp:spPr>
        <a:xfrm>
          <a:off x="10340820" y="321362"/>
          <a:ext cx="1845512" cy="738204"/>
        </a:xfrm>
        <a:prstGeom prst="chevron">
          <a:avLst/>
        </a:prstGeom>
        <a:solidFill>
          <a:schemeClr val="lt1"/>
        </a:solidFill>
        <a:ln w="12700" cap="flat" cmpd="sng" algn="ctr">
          <a:solidFill>
            <a:srgbClr val="9CCCB9"/>
          </a:solidFill>
          <a:prstDash val="solid"/>
        </a:ln>
        <a:effectLst>
          <a:outerShdw blurRad="50800" dist="38100" dir="2700000" algn="tl" rotWithShape="0">
            <a:prstClr val="black">
              <a:alpha val="40000"/>
            </a:prstClr>
          </a:outerShdw>
        </a:effectLst>
      </dsp:spPr>
      <dsp:style>
        <a:lnRef idx="2">
          <a:schemeClr val="dk1"/>
        </a:lnRef>
        <a:fillRef idx="1">
          <a:schemeClr val="lt1"/>
        </a:fillRef>
        <a:effectRef idx="0">
          <a:schemeClr val="dk1"/>
        </a:effectRef>
        <a:fontRef idx="minor">
          <a:schemeClr val="dk1"/>
        </a:fontRef>
      </dsp:style>
      <ds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dsp:txBody>
      <dsp:txXfrm>
        <a:off x="10709922" y="321362"/>
        <a:ext cx="1107308" cy="7382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16C7BB-0DE3-4838-96E1-BCA25A75A4A8}">
      <dsp:nvSpPr>
        <dsp:cNvPr id="0" name=""/>
        <dsp:cNvSpPr/>
      </dsp:nvSpPr>
      <dsp:spPr>
        <a:xfrm>
          <a:off x="0" y="368259"/>
          <a:ext cx="8791243" cy="5494526"/>
        </a:xfrm>
        <a:prstGeom prst="swooshArrow">
          <a:avLst>
            <a:gd name="adj1" fmla="val 25000"/>
            <a:gd name="adj2" fmla="val 25000"/>
          </a:avLst>
        </a:prstGeom>
        <a:solidFill>
          <a:srgbClr val="9CCCB9"/>
        </a:solidFill>
        <a:ln w="3175" cap="flat" cmpd="sng" algn="ctr">
          <a:solidFill>
            <a:schemeClr val="tx1">
              <a:lumMod val="50000"/>
              <a:lumOff val="50000"/>
            </a:schemeClr>
          </a:solidFill>
          <a:prstDash val="solid"/>
        </a:ln>
        <a:effectLst>
          <a:outerShdw blurRad="50800" dist="38100" dir="16200000" rotWithShape="0">
            <a:prstClr val="black">
              <a:alpha val="40000"/>
            </a:prstClr>
          </a:outerShdw>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C6072FCA-C116-443C-BB3B-1569C545D940}">
      <dsp:nvSpPr>
        <dsp:cNvPr id="0" name=""/>
        <dsp:cNvSpPr/>
      </dsp:nvSpPr>
      <dsp:spPr>
        <a:xfrm>
          <a:off x="649368" y="4363687"/>
          <a:ext cx="202198" cy="202198"/>
        </a:xfrm>
        <a:prstGeom prst="ellipse">
          <a:avLst/>
        </a:prstGeom>
        <a:solidFill>
          <a:srgbClr val="9CCCB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B62C8CE-ABDF-4BB4-8573-96139B5D993F}">
      <dsp:nvSpPr>
        <dsp:cNvPr id="0" name=""/>
        <dsp:cNvSpPr/>
      </dsp:nvSpPr>
      <dsp:spPr>
        <a:xfrm>
          <a:off x="789947" y="4555088"/>
          <a:ext cx="1151652" cy="1307697"/>
        </a:xfrm>
        <a:prstGeom prst="rect">
          <a:avLst/>
        </a:prstGeom>
        <a:noFill/>
        <a:ln w="9525" cap="flat" cmpd="sng" algn="ctr">
          <a:solidFill>
            <a:schemeClr val="tx1">
              <a:alpha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07141" tIns="0" rIns="0" bIns="0" numCol="1" spcCol="1270" anchor="t" anchorCtr="0">
          <a:noAutofit/>
        </a:bodyPr>
        <a:lstStyle/>
        <a:p>
          <a:pPr marL="0" lvl="0" indent="0" algn="l" defTabSz="577850">
            <a:lnSpc>
              <a:spcPct val="90000"/>
            </a:lnSpc>
            <a:spcBef>
              <a:spcPct val="0"/>
            </a:spcBef>
            <a:spcAft>
              <a:spcPct val="35000"/>
            </a:spcAft>
            <a:buNone/>
          </a:pPr>
          <a:r>
            <a:rPr lang="en-US" sz="1300" b="1" kern="1200">
              <a:latin typeface="Calibri" panose="020F0502020204030204" pitchFamily="34" charset="0"/>
              <a:ea typeface="Calibri" panose="020F0502020204030204" pitchFamily="34" charset="0"/>
              <a:cs typeface="Calibri" panose="020F0502020204030204" pitchFamily="34" charset="0"/>
            </a:rPr>
            <a:t>Jan 22 – Jan 31</a:t>
          </a:r>
        </a:p>
        <a:p>
          <a:pPr marL="0" lvl="0" indent="0" algn="l" defTabSz="577850">
            <a:lnSpc>
              <a:spcPct val="90000"/>
            </a:lnSpc>
            <a:spcBef>
              <a:spcPct val="0"/>
            </a:spcBef>
            <a:spcAft>
              <a:spcPct val="35000"/>
            </a:spcAft>
            <a:buNone/>
          </a:pPr>
          <a:r>
            <a:rPr lang="en-US" sz="1300" b="1" kern="1200">
              <a:latin typeface="Calibri" panose="020F0502020204030204" pitchFamily="34" charset="0"/>
              <a:ea typeface="Calibri" panose="020F0502020204030204" pitchFamily="34" charset="0"/>
              <a:cs typeface="Calibri" panose="020F0502020204030204" pitchFamily="34" charset="0"/>
            </a:rPr>
            <a:t>Requirements Finalization </a:t>
          </a:r>
        </a:p>
        <a:p>
          <a:pPr marL="0" lvl="0" indent="0" algn="l" defTabSz="577850">
            <a:lnSpc>
              <a:spcPct val="90000"/>
            </a:lnSpc>
            <a:spcBef>
              <a:spcPct val="0"/>
            </a:spcBef>
            <a:spcAft>
              <a:spcPct val="35000"/>
            </a:spcAft>
            <a:buNone/>
          </a:pPr>
          <a:r>
            <a:rPr lang="en-US" sz="1300" kern="1200">
              <a:latin typeface="Calibri" panose="020F0502020204030204" pitchFamily="34" charset="0"/>
              <a:ea typeface="Calibri" panose="020F0502020204030204" pitchFamily="34" charset="0"/>
              <a:cs typeface="Calibri" panose="020F0502020204030204" pitchFamily="34" charset="0"/>
            </a:rPr>
            <a:t>Sponsor confirms scope + priorities</a:t>
          </a:r>
        </a:p>
      </dsp:txBody>
      <dsp:txXfrm>
        <a:off x="789947" y="4555088"/>
        <a:ext cx="1151652" cy="1307697"/>
      </dsp:txXfrm>
    </dsp:sp>
    <dsp:sp modelId="{834563D8-4746-4828-8674-A5B2FC8A627A}">
      <dsp:nvSpPr>
        <dsp:cNvPr id="0" name=""/>
        <dsp:cNvSpPr/>
      </dsp:nvSpPr>
      <dsp:spPr>
        <a:xfrm>
          <a:off x="1584621" y="3282048"/>
          <a:ext cx="316484" cy="316484"/>
        </a:xfrm>
        <a:prstGeom prst="ellipse">
          <a:avLst/>
        </a:prstGeom>
        <a:solidFill>
          <a:srgbClr val="9CCCB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F6F721A-DF1F-4CDC-8DBA-5FB275E1DD24}">
      <dsp:nvSpPr>
        <dsp:cNvPr id="0" name=""/>
        <dsp:cNvSpPr/>
      </dsp:nvSpPr>
      <dsp:spPr>
        <a:xfrm>
          <a:off x="1746103" y="3586595"/>
          <a:ext cx="1927037" cy="1208428"/>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67699" tIns="0" rIns="0" bIns="0" numCol="1" spcCol="1270" anchor="t" anchorCtr="0">
          <a:noAutofit/>
        </a:bodyPr>
        <a:lstStyle/>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Feb 1 – Feb 7</a:t>
          </a:r>
        </a:p>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System Architecture Approval</a:t>
          </a:r>
        </a:p>
        <a:p>
          <a:pPr marL="0" lvl="0" indent="0" algn="l" defTabSz="533400">
            <a:lnSpc>
              <a:spcPct val="90000"/>
            </a:lnSpc>
            <a:spcBef>
              <a:spcPct val="0"/>
            </a:spcBef>
            <a:spcAft>
              <a:spcPct val="35000"/>
            </a:spcAft>
            <a:buNone/>
          </a:pPr>
          <a:r>
            <a:rPr lang="en-US" sz="1200" kern="1200">
              <a:latin typeface="Calibri" panose="020F0502020204030204" pitchFamily="34" charset="0"/>
              <a:ea typeface="Calibri" panose="020F0502020204030204" pitchFamily="34" charset="0"/>
              <a:cs typeface="Calibri" panose="020F0502020204030204" pitchFamily="34" charset="0"/>
            </a:rPr>
            <a:t>Sponsor approves design &amp; workflows</a:t>
          </a:r>
        </a:p>
      </dsp:txBody>
      <dsp:txXfrm>
        <a:off x="1746103" y="3586595"/>
        <a:ext cx="1927037" cy="1208428"/>
      </dsp:txXfrm>
    </dsp:sp>
    <dsp:sp modelId="{CB980BCB-D53B-4613-89E0-F5590C8BEB26}">
      <dsp:nvSpPr>
        <dsp:cNvPr id="0" name=""/>
        <dsp:cNvSpPr/>
      </dsp:nvSpPr>
      <dsp:spPr>
        <a:xfrm>
          <a:off x="2756057" y="2359964"/>
          <a:ext cx="421979" cy="421979"/>
        </a:xfrm>
        <a:prstGeom prst="ellipse">
          <a:avLst/>
        </a:prstGeom>
        <a:solidFill>
          <a:srgbClr val="9CCCB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35D8E15-7091-41DA-A17B-06D90D2C984E}">
      <dsp:nvSpPr>
        <dsp:cNvPr id="0" name=""/>
        <dsp:cNvSpPr/>
      </dsp:nvSpPr>
      <dsp:spPr>
        <a:xfrm rot="10800000" flipV="1">
          <a:off x="2867402" y="2827205"/>
          <a:ext cx="2628135" cy="19441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23598" tIns="0" rIns="0" bIns="0" numCol="1" spcCol="1270" anchor="t" anchorCtr="0">
          <a:noAutofit/>
        </a:bodyPr>
        <a:lstStyle/>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Feb 18 – Feb 21</a:t>
          </a:r>
        </a:p>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Mid-Sprint Review</a:t>
          </a:r>
          <a:r>
            <a:rPr lang="en-US" sz="1200" kern="1200">
              <a:latin typeface="Calibri" panose="020F0502020204030204" pitchFamily="34" charset="0"/>
              <a:ea typeface="Calibri" panose="020F0502020204030204" pitchFamily="34" charset="0"/>
              <a:cs typeface="Calibri" panose="020F0502020204030204" pitchFamily="34" charset="0"/>
            </a:rPr>
            <a:t>	</a:t>
          </a:r>
        </a:p>
        <a:p>
          <a:pPr marL="0" lvl="0" indent="0" algn="l" defTabSz="533400">
            <a:lnSpc>
              <a:spcPct val="90000"/>
            </a:lnSpc>
            <a:spcBef>
              <a:spcPct val="0"/>
            </a:spcBef>
            <a:spcAft>
              <a:spcPct val="35000"/>
            </a:spcAft>
            <a:buNone/>
          </a:pPr>
          <a:r>
            <a:rPr lang="en-US" sz="1200" kern="1200">
              <a:latin typeface="Calibri" panose="020F0502020204030204" pitchFamily="34" charset="0"/>
              <a:ea typeface="Calibri" panose="020F0502020204030204" pitchFamily="34" charset="0"/>
              <a:cs typeface="Calibri" panose="020F0502020204030204" pitchFamily="34" charset="0"/>
            </a:rPr>
            <a:t>Validate integrations &amp; progress</a:t>
          </a:r>
        </a:p>
      </dsp:txBody>
      <dsp:txXfrm rot="-10800000">
        <a:off x="2867402" y="2827205"/>
        <a:ext cx="2628135" cy="194415"/>
      </dsp:txXfrm>
    </dsp:sp>
    <dsp:sp modelId="{6664B68E-3CC4-47DD-AD3B-2364269CEB75}">
      <dsp:nvSpPr>
        <dsp:cNvPr id="0" name=""/>
        <dsp:cNvSpPr/>
      </dsp:nvSpPr>
      <dsp:spPr>
        <a:xfrm>
          <a:off x="4237376" y="1510919"/>
          <a:ext cx="545057" cy="545057"/>
        </a:xfrm>
        <a:prstGeom prst="ellipse">
          <a:avLst/>
        </a:prstGeom>
        <a:solidFill>
          <a:srgbClr val="9CCCB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86E0B87-1195-4812-BFCE-857AD6C830C2}">
      <dsp:nvSpPr>
        <dsp:cNvPr id="0" name=""/>
        <dsp:cNvSpPr/>
      </dsp:nvSpPr>
      <dsp:spPr>
        <a:xfrm>
          <a:off x="5274745" y="1997323"/>
          <a:ext cx="1758248" cy="3681333"/>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88814" tIns="0" rIns="0" bIns="0" numCol="1" spcCol="1270" anchor="t" anchorCtr="0">
          <a:noAutofit/>
        </a:bodyPr>
        <a:lstStyle/>
        <a:p>
          <a:pPr marL="0" lvl="0" indent="0" algn="l" defTabSz="577850">
            <a:lnSpc>
              <a:spcPct val="90000"/>
            </a:lnSpc>
            <a:spcBef>
              <a:spcPct val="0"/>
            </a:spcBef>
            <a:spcAft>
              <a:spcPct val="35000"/>
            </a:spcAft>
            <a:buNone/>
          </a:pPr>
          <a:endParaRPr lang="en-US" sz="1300" kern="1200"/>
        </a:p>
      </dsp:txBody>
      <dsp:txXfrm>
        <a:off x="5274745" y="1997323"/>
        <a:ext cx="1758248" cy="3681333"/>
      </dsp:txXfrm>
    </dsp:sp>
    <dsp:sp modelId="{1F7D745E-4E5A-4627-B809-656E45107576}">
      <dsp:nvSpPr>
        <dsp:cNvPr id="0" name=""/>
        <dsp:cNvSpPr/>
      </dsp:nvSpPr>
      <dsp:spPr>
        <a:xfrm>
          <a:off x="6042882" y="913632"/>
          <a:ext cx="694508" cy="694508"/>
        </a:xfrm>
        <a:prstGeom prst="ellipse">
          <a:avLst/>
        </a:prstGeom>
        <a:solidFill>
          <a:srgbClr val="9CCCB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2E5D356-FE3D-4914-A4A5-3E29A2F71763}">
      <dsp:nvSpPr>
        <dsp:cNvPr id="0" name=""/>
        <dsp:cNvSpPr/>
      </dsp:nvSpPr>
      <dsp:spPr>
        <a:xfrm>
          <a:off x="7032994" y="1634684"/>
          <a:ext cx="1758248" cy="4043971"/>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368006" tIns="0" rIns="0" bIns="0" numCol="1" spcCol="1270" anchor="t" anchorCtr="0">
          <a:noAutofit/>
        </a:bodyPr>
        <a:lstStyle/>
        <a:p>
          <a:pPr marL="0" lvl="0" indent="0" algn="l" defTabSz="577850">
            <a:lnSpc>
              <a:spcPct val="90000"/>
            </a:lnSpc>
            <a:spcBef>
              <a:spcPct val="0"/>
            </a:spcBef>
            <a:spcAft>
              <a:spcPct val="35000"/>
            </a:spcAft>
            <a:buNone/>
          </a:pPr>
          <a:endParaRPr lang="en-US" sz="1300" kern="1200"/>
        </a:p>
      </dsp:txBody>
      <dsp:txXfrm>
        <a:off x="7032994" y="1634684"/>
        <a:ext cx="1758248" cy="40439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779F2-BAA4-4D13-9F1A-147BB0F8F0AC}">
      <dsp:nvSpPr>
        <dsp:cNvPr id="0" name=""/>
        <dsp:cNvSpPr/>
      </dsp:nvSpPr>
      <dsp:spPr>
        <a:xfrm>
          <a:off x="3251" y="60293"/>
          <a:ext cx="1727509" cy="619065"/>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latin typeface="Calibri" panose="020F0502020204030204" pitchFamily="34" charset="0"/>
              <a:ea typeface="Calibri" panose="020F0502020204030204" pitchFamily="34" charset="0"/>
              <a:cs typeface="Calibri" panose="020F0502020204030204" pitchFamily="34" charset="0"/>
            </a:rPr>
            <a:t>Booking Web Application</a:t>
          </a:r>
        </a:p>
      </dsp:txBody>
      <dsp:txXfrm>
        <a:off x="3251" y="60293"/>
        <a:ext cx="1727509" cy="619065"/>
      </dsp:txXfrm>
    </dsp:sp>
    <dsp:sp modelId="{75CD5BD7-A7CB-4443-A479-5CA454AD22A9}">
      <dsp:nvSpPr>
        <dsp:cNvPr id="0" name=""/>
        <dsp:cNvSpPr/>
      </dsp:nvSpPr>
      <dsp:spPr>
        <a:xfrm>
          <a:off x="3251" y="679359"/>
          <a:ext cx="1727509" cy="342576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alibri" panose="020F0502020204030204" pitchFamily="34" charset="0"/>
              <a:ea typeface="Calibri" panose="020F0502020204030204" pitchFamily="34" charset="0"/>
              <a:cs typeface="Calibri" panose="020F0502020204030204" pitchFamily="34" charset="0"/>
            </a:rPr>
            <a:t>Provides a centralized platform for customers to browse tours and submit booking requests.</a:t>
          </a:r>
          <a:br>
            <a:rPr lang="en-US" sz="1600" kern="1200">
              <a:latin typeface="Calibri" panose="020F0502020204030204" pitchFamily="34" charset="0"/>
              <a:ea typeface="Calibri" panose="020F0502020204030204" pitchFamily="34" charset="0"/>
              <a:cs typeface="Calibri" panose="020F0502020204030204" pitchFamily="34" charset="0"/>
            </a:rPr>
          </a:br>
          <a:r>
            <a:rPr lang="en-US" sz="1600" kern="1200">
              <a:latin typeface="Calibri" panose="020F0502020204030204" pitchFamily="34" charset="0"/>
              <a:ea typeface="Calibri" panose="020F0502020204030204" pitchFamily="34" charset="0"/>
              <a:cs typeface="Calibri" panose="020F0502020204030204" pitchFamily="34" charset="0"/>
            </a:rPr>
            <a:t>Reduces manual coordination while improving accessibility and overall user experience.</a:t>
          </a:r>
        </a:p>
      </dsp:txBody>
      <dsp:txXfrm>
        <a:off x="3251" y="679359"/>
        <a:ext cx="1727509" cy="3425760"/>
      </dsp:txXfrm>
    </dsp:sp>
    <dsp:sp modelId="{47C9D0FB-2D27-48F9-91DC-F0E10140EE20}">
      <dsp:nvSpPr>
        <dsp:cNvPr id="0" name=""/>
        <dsp:cNvSpPr/>
      </dsp:nvSpPr>
      <dsp:spPr>
        <a:xfrm>
          <a:off x="1972612" y="60293"/>
          <a:ext cx="1727509" cy="619065"/>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err="1">
              <a:latin typeface="Calibri" panose="020F0502020204030204" pitchFamily="34" charset="0"/>
              <a:ea typeface="Calibri" panose="020F0502020204030204" pitchFamily="34" charset="0"/>
              <a:cs typeface="Calibri" panose="020F0502020204030204" pitchFamily="34" charset="0"/>
            </a:rPr>
            <a:t>Bitrix</a:t>
          </a:r>
          <a:r>
            <a:rPr lang="en-US" sz="1700" b="1" kern="1200">
              <a:latin typeface="Calibri" panose="020F0502020204030204" pitchFamily="34" charset="0"/>
              <a:ea typeface="Calibri" panose="020F0502020204030204" pitchFamily="34" charset="0"/>
              <a:cs typeface="Calibri" panose="020F0502020204030204" pitchFamily="34" charset="0"/>
            </a:rPr>
            <a:t> CRM Configuration</a:t>
          </a:r>
        </a:p>
      </dsp:txBody>
      <dsp:txXfrm>
        <a:off x="1972612" y="60293"/>
        <a:ext cx="1727509" cy="619065"/>
      </dsp:txXfrm>
    </dsp:sp>
    <dsp:sp modelId="{1EE58027-747E-4F90-95A9-326375C0B51C}">
      <dsp:nvSpPr>
        <dsp:cNvPr id="0" name=""/>
        <dsp:cNvSpPr/>
      </dsp:nvSpPr>
      <dsp:spPr>
        <a:xfrm>
          <a:off x="1972612" y="679359"/>
          <a:ext cx="1727509" cy="342576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Calibri" panose="020F0502020204030204" pitchFamily="34" charset="0"/>
              <a:ea typeface="Calibri" panose="020F0502020204030204" pitchFamily="34" charset="0"/>
              <a:cs typeface="Calibri" panose="020F0502020204030204" pitchFamily="34" charset="0"/>
            </a:rPr>
            <a:t>Centralizes customer, booking, and communication data in a single system.</a:t>
          </a:r>
          <a:br>
            <a:rPr lang="en-US" sz="1600" kern="1200">
              <a:latin typeface="Calibri" panose="020F0502020204030204" pitchFamily="34" charset="0"/>
              <a:ea typeface="Calibri" panose="020F0502020204030204" pitchFamily="34" charset="0"/>
              <a:cs typeface="Calibri" panose="020F0502020204030204" pitchFamily="34" charset="0"/>
            </a:rPr>
          </a:br>
          <a:r>
            <a:rPr lang="en-US" sz="1600" kern="1200">
              <a:latin typeface="Calibri" panose="020F0502020204030204" pitchFamily="34" charset="0"/>
              <a:ea typeface="Calibri" panose="020F0502020204030204" pitchFamily="34" charset="0"/>
              <a:cs typeface="Calibri" panose="020F0502020204030204" pitchFamily="34" charset="0"/>
            </a:rPr>
            <a:t>Improves organization, tracking, and visibility of customer interactions.</a:t>
          </a:r>
        </a:p>
      </dsp:txBody>
      <dsp:txXfrm>
        <a:off x="1972612" y="679359"/>
        <a:ext cx="1727509" cy="3425760"/>
      </dsp:txXfrm>
    </dsp:sp>
    <dsp:sp modelId="{D94AD982-8021-4973-A3FD-16CD1F127C1D}">
      <dsp:nvSpPr>
        <dsp:cNvPr id="0" name=""/>
        <dsp:cNvSpPr/>
      </dsp:nvSpPr>
      <dsp:spPr>
        <a:xfrm>
          <a:off x="3941972" y="60293"/>
          <a:ext cx="1727509" cy="619065"/>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latin typeface="Calibri" panose="020F0502020204030204" pitchFamily="34" charset="0"/>
              <a:ea typeface="Calibri" panose="020F0502020204030204" pitchFamily="34" charset="0"/>
              <a:cs typeface="Calibri" panose="020F0502020204030204" pitchFamily="34" charset="0"/>
            </a:rPr>
            <a:t>Dialpad AI Assistant Setup</a:t>
          </a:r>
        </a:p>
      </dsp:txBody>
      <dsp:txXfrm>
        <a:off x="3941972" y="60293"/>
        <a:ext cx="1727509" cy="619065"/>
      </dsp:txXfrm>
    </dsp:sp>
    <dsp:sp modelId="{6529F674-B2AA-4AAF-AF24-7041EC07EF0C}">
      <dsp:nvSpPr>
        <dsp:cNvPr id="0" name=""/>
        <dsp:cNvSpPr/>
      </dsp:nvSpPr>
      <dsp:spPr>
        <a:xfrm>
          <a:off x="3924352" y="693644"/>
          <a:ext cx="1727509" cy="3425760"/>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Calibri" panose="020F0502020204030204" pitchFamily="34" charset="0"/>
              <a:ea typeface="Calibri" panose="020F0502020204030204" pitchFamily="34" charset="0"/>
              <a:cs typeface="Calibri" panose="020F0502020204030204" pitchFamily="34" charset="0"/>
            </a:rPr>
            <a:t>Enables AI-powered call handling and automated responses to common customer inquiries.</a:t>
          </a:r>
          <a:br>
            <a:rPr lang="en-US" sz="1600" kern="1200">
              <a:latin typeface="Calibri" panose="020F0502020204030204" pitchFamily="34" charset="0"/>
              <a:ea typeface="Calibri" panose="020F0502020204030204" pitchFamily="34" charset="0"/>
              <a:cs typeface="Calibri" panose="020F0502020204030204" pitchFamily="34" charset="0"/>
            </a:rPr>
          </a:br>
          <a:r>
            <a:rPr lang="en-US" sz="1600" kern="1200">
              <a:latin typeface="Calibri" panose="020F0502020204030204" pitchFamily="34" charset="0"/>
              <a:ea typeface="Calibri" panose="020F0502020204030204" pitchFamily="34" charset="0"/>
              <a:cs typeface="Calibri" panose="020F0502020204030204" pitchFamily="34" charset="0"/>
            </a:rPr>
            <a:t>Reduces response time and improves customer support efficiency.</a:t>
          </a:r>
        </a:p>
      </dsp:txBody>
      <dsp:txXfrm>
        <a:off x="3924352" y="693644"/>
        <a:ext cx="1727509" cy="3425760"/>
      </dsp:txXfrm>
    </dsp:sp>
    <dsp:sp modelId="{61EF5A16-9720-498A-95EA-BBAA63B7FCF7}">
      <dsp:nvSpPr>
        <dsp:cNvPr id="0" name=""/>
        <dsp:cNvSpPr/>
      </dsp:nvSpPr>
      <dsp:spPr>
        <a:xfrm>
          <a:off x="5911333" y="60293"/>
          <a:ext cx="1727509" cy="619065"/>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latin typeface="Calibri" panose="020F0502020204030204" pitchFamily="34" charset="0"/>
              <a:ea typeface="Calibri" panose="020F0502020204030204" pitchFamily="34" charset="0"/>
              <a:cs typeface="Calibri" panose="020F0502020204030204" pitchFamily="34" charset="0"/>
            </a:rPr>
            <a:t>CRM Automation</a:t>
          </a:r>
        </a:p>
      </dsp:txBody>
      <dsp:txXfrm>
        <a:off x="5911333" y="60293"/>
        <a:ext cx="1727509" cy="619065"/>
      </dsp:txXfrm>
    </dsp:sp>
    <dsp:sp modelId="{BFE8FB95-E2D9-475C-AE8F-C36B31338392}">
      <dsp:nvSpPr>
        <dsp:cNvPr id="0" name=""/>
        <dsp:cNvSpPr/>
      </dsp:nvSpPr>
      <dsp:spPr>
        <a:xfrm>
          <a:off x="5911333" y="679359"/>
          <a:ext cx="1727509" cy="3425760"/>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Calibri" panose="020F0502020204030204" pitchFamily="34" charset="0"/>
              <a:ea typeface="Calibri" panose="020F0502020204030204" pitchFamily="34" charset="0"/>
              <a:cs typeface="Calibri" panose="020F0502020204030204" pitchFamily="34" charset="0"/>
            </a:rPr>
            <a:t>Automates follow-ups, notifications, and workflow tasks within the CRM.</a:t>
          </a:r>
          <a:br>
            <a:rPr lang="en-US" sz="1600" kern="1200">
              <a:latin typeface="Calibri" panose="020F0502020204030204" pitchFamily="34" charset="0"/>
              <a:ea typeface="Calibri" panose="020F0502020204030204" pitchFamily="34" charset="0"/>
              <a:cs typeface="Calibri" panose="020F0502020204030204" pitchFamily="34" charset="0"/>
            </a:rPr>
          </a:br>
          <a:r>
            <a:rPr lang="en-US" sz="1600" kern="1200">
              <a:latin typeface="Calibri" panose="020F0502020204030204" pitchFamily="34" charset="0"/>
              <a:ea typeface="Calibri" panose="020F0502020204030204" pitchFamily="34" charset="0"/>
              <a:cs typeface="Calibri" panose="020F0502020204030204" pitchFamily="34" charset="0"/>
            </a:rPr>
            <a:t>Minimizes manual effort and ensures consistent customer communication.</a:t>
          </a:r>
        </a:p>
      </dsp:txBody>
      <dsp:txXfrm>
        <a:off x="5911333" y="679359"/>
        <a:ext cx="1727509" cy="3425760"/>
      </dsp:txXfrm>
    </dsp:sp>
    <dsp:sp modelId="{A8026DB1-6263-42E6-86AE-6AF2B7D2703E}">
      <dsp:nvSpPr>
        <dsp:cNvPr id="0" name=""/>
        <dsp:cNvSpPr/>
      </dsp:nvSpPr>
      <dsp:spPr>
        <a:xfrm>
          <a:off x="7880694" y="60293"/>
          <a:ext cx="1727509" cy="619065"/>
        </a:xfrm>
        <a:prstGeom prst="rect">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latin typeface="Calibri" panose="020F0502020204030204" pitchFamily="34" charset="0"/>
              <a:ea typeface="Calibri" panose="020F0502020204030204" pitchFamily="34" charset="0"/>
              <a:cs typeface="Calibri" panose="020F0502020204030204" pitchFamily="34" charset="0"/>
            </a:rPr>
            <a:t>Booking + CRM Sync</a:t>
          </a:r>
        </a:p>
      </dsp:txBody>
      <dsp:txXfrm>
        <a:off x="7880694" y="60293"/>
        <a:ext cx="1727509" cy="619065"/>
      </dsp:txXfrm>
    </dsp:sp>
    <dsp:sp modelId="{769DF31C-8650-4F06-9E4E-160C9A65DE0D}">
      <dsp:nvSpPr>
        <dsp:cNvPr id="0" name=""/>
        <dsp:cNvSpPr/>
      </dsp:nvSpPr>
      <dsp:spPr>
        <a:xfrm>
          <a:off x="7880694" y="679359"/>
          <a:ext cx="1727509" cy="3425760"/>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kern="1200">
              <a:latin typeface="Calibri" panose="020F0502020204030204" pitchFamily="34" charset="0"/>
              <a:ea typeface="Calibri" panose="020F0502020204030204" pitchFamily="34" charset="0"/>
              <a:cs typeface="Calibri" panose="020F0502020204030204" pitchFamily="34" charset="0"/>
            </a:rPr>
            <a:t>Synchronizes booking data between the web application and </a:t>
          </a:r>
          <a:r>
            <a:rPr lang="en-US" sz="1600" kern="1200" err="1">
              <a:latin typeface="Calibri" panose="020F0502020204030204" pitchFamily="34" charset="0"/>
              <a:ea typeface="Calibri" panose="020F0502020204030204" pitchFamily="34" charset="0"/>
              <a:cs typeface="Calibri" panose="020F0502020204030204" pitchFamily="34" charset="0"/>
            </a:rPr>
            <a:t>Bitrix</a:t>
          </a:r>
          <a:r>
            <a:rPr lang="en-US" sz="1600" kern="1200">
              <a:latin typeface="Calibri" panose="020F0502020204030204" pitchFamily="34" charset="0"/>
              <a:ea typeface="Calibri" panose="020F0502020204030204" pitchFamily="34" charset="0"/>
              <a:cs typeface="Calibri" panose="020F0502020204030204" pitchFamily="34" charset="0"/>
            </a:rPr>
            <a:t> CRM.</a:t>
          </a:r>
          <a:br>
            <a:rPr lang="en-US" sz="1600" kern="1200">
              <a:latin typeface="Calibri" panose="020F0502020204030204" pitchFamily="34" charset="0"/>
              <a:ea typeface="Calibri" panose="020F0502020204030204" pitchFamily="34" charset="0"/>
              <a:cs typeface="Calibri" panose="020F0502020204030204" pitchFamily="34" charset="0"/>
            </a:rPr>
          </a:br>
          <a:r>
            <a:rPr lang="en-US" sz="1600" kern="1200">
              <a:latin typeface="Calibri" panose="020F0502020204030204" pitchFamily="34" charset="0"/>
              <a:ea typeface="Calibri" panose="020F0502020204030204" pitchFamily="34" charset="0"/>
              <a:cs typeface="Calibri" panose="020F0502020204030204" pitchFamily="34" charset="0"/>
            </a:rPr>
            <a:t>Eliminates duplicate data entry and improves data accuracy across systems.</a:t>
          </a:r>
        </a:p>
      </dsp:txBody>
      <dsp:txXfrm>
        <a:off x="7880694" y="679359"/>
        <a:ext cx="1727509" cy="3425760"/>
      </dsp:txXfrm>
    </dsp:sp>
    <dsp:sp modelId="{07484F56-A663-4B5E-9E8C-AE8AA55E091A}">
      <dsp:nvSpPr>
        <dsp:cNvPr id="0" name=""/>
        <dsp:cNvSpPr/>
      </dsp:nvSpPr>
      <dsp:spPr>
        <a:xfrm>
          <a:off x="9850055" y="60293"/>
          <a:ext cx="1727509" cy="619065"/>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latin typeface="Calibri" panose="020F0502020204030204" pitchFamily="34" charset="0"/>
              <a:ea typeface="Calibri" panose="020F0502020204030204" pitchFamily="34" charset="0"/>
              <a:cs typeface="Calibri" panose="020F0502020204030204" pitchFamily="34" charset="0"/>
            </a:rPr>
            <a:t>Admin Dashboard</a:t>
          </a:r>
        </a:p>
      </dsp:txBody>
      <dsp:txXfrm>
        <a:off x="9850055" y="60293"/>
        <a:ext cx="1727509" cy="619065"/>
      </dsp:txXfrm>
    </dsp:sp>
    <dsp:sp modelId="{AEDE156A-1DB9-4C27-A5E9-D3DE4058E933}">
      <dsp:nvSpPr>
        <dsp:cNvPr id="0" name=""/>
        <dsp:cNvSpPr/>
      </dsp:nvSpPr>
      <dsp:spPr>
        <a:xfrm>
          <a:off x="9850055" y="679359"/>
          <a:ext cx="1727509" cy="342576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0" kern="1200">
              <a:latin typeface="Calibri" panose="020F0502020204030204" pitchFamily="34" charset="0"/>
              <a:ea typeface="Calibri" panose="020F0502020204030204" pitchFamily="34" charset="0"/>
              <a:cs typeface="Calibri" panose="020F0502020204030204" pitchFamily="34" charset="0"/>
            </a:rPr>
            <a:t>Provides administrators with a consolidated view of bookings, customers, and system activity.</a:t>
          </a:r>
          <a:br>
            <a:rPr lang="en-US" sz="1600" b="0" kern="1200">
              <a:latin typeface="Calibri" panose="020F0502020204030204" pitchFamily="34" charset="0"/>
              <a:ea typeface="Calibri" panose="020F0502020204030204" pitchFamily="34" charset="0"/>
              <a:cs typeface="Calibri" panose="020F0502020204030204" pitchFamily="34" charset="0"/>
            </a:rPr>
          </a:br>
          <a:r>
            <a:rPr lang="en-US" sz="1600" b="0" kern="1200">
              <a:latin typeface="Calibri" panose="020F0502020204030204" pitchFamily="34" charset="0"/>
              <a:ea typeface="Calibri" panose="020F0502020204030204" pitchFamily="34" charset="0"/>
              <a:cs typeface="Calibri" panose="020F0502020204030204" pitchFamily="34" charset="0"/>
            </a:rPr>
            <a:t>Supports informed decision-making and easier system management.</a:t>
          </a:r>
        </a:p>
      </dsp:txBody>
      <dsp:txXfrm>
        <a:off x="9850055" y="679359"/>
        <a:ext cx="1727509" cy="34257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64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3884760" y="0"/>
            <a:ext cx="2971800" cy="45864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685800" y="1143000"/>
            <a:ext cx="548640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360"/>
            <a:ext cx="2971800" cy="45864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a:t>
            </a:fld>
            <a:endParaRPr sz="1200" b="0" i="0" u="none" strike="noStrike" cap="none">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notes"/>
          <p:cNvSpPr txBox="1">
            <a:spLocks noGrp="1"/>
          </p:cNvSpPr>
          <p:nvPr>
            <p:ph type="body" idx="1"/>
          </p:nvPr>
        </p:nvSpPr>
        <p:spPr>
          <a:xfrm>
            <a:off x="685800" y="4400640"/>
            <a:ext cx="5486400" cy="360036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notes"/>
          <p:cNvSpPr txBox="1">
            <a:spLocks noGrp="1"/>
          </p:cNvSpPr>
          <p:nvPr>
            <p:ph type="body" idx="1"/>
          </p:nvPr>
        </p:nvSpPr>
        <p:spPr>
          <a:xfrm>
            <a:off x="685800" y="4400640"/>
            <a:ext cx="5486400" cy="360036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notes"/>
          <p:cNvSpPr txBox="1">
            <a:spLocks noGrp="1"/>
          </p:cNvSpPr>
          <p:nvPr>
            <p:ph type="body" idx="1"/>
          </p:nvPr>
        </p:nvSpPr>
        <p:spPr>
          <a:xfrm>
            <a:off x="685800" y="4400640"/>
            <a:ext cx="5486400" cy="360036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18C70F26-930B-A3CB-AEDE-680CE4426D1D}"/>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58C291E2-B258-5686-8287-813B83B487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E70EFAA7-E54D-2714-40AD-14EF177256AD}"/>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9F4CF13F-B400-769D-9FFF-5993046E434D}"/>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625492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0CAF851-DFA9-8042-29C1-4ECFE85F5DED}"/>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2F3627CA-637D-64CC-BA58-ECD9D6EBC8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8169F950-8369-9969-B4C1-DEB591C708CC}"/>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57E0FE27-7DF8-B9FF-375F-7F52A4F5DF6C}"/>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2421609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1D3624D3-AF37-F4B6-8A04-115B85AE18BE}"/>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3475F498-7950-1B04-F818-43497F23C2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61ACBD7E-F3F9-5186-2E48-72E5A74B201C}"/>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BB28C43B-E20B-7B90-A668-A5EABC3B6641}"/>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2005461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64A1C4F6-6E8E-F831-D271-CBD62E3A1991}"/>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A11F0381-5A54-C5A8-0C85-5E061DBC14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451AB555-9C49-6AFB-CFDA-EA62366EDD26}"/>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CDB73D12-D834-25B3-BDED-980921713EC9}"/>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2719382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246222C0-8456-39B1-AEC4-B4D648C3E03B}"/>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6D916C04-94CF-59DC-D9FA-9873C5C0DB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42F8D280-A7A0-6E39-53E4-EB3418FC7617}"/>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63126BCA-7216-A411-8861-4971553200EC}"/>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1134040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969F9EC-C7C6-D3B6-87F4-0986DE7177D0}"/>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1E540AEE-9D0C-A3F5-92CD-B6D6D520FE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36FE081B-D2F1-010F-EA85-50343DBADF27}"/>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C48D2C4E-0586-9742-53B2-C16FE2BD85F5}"/>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284449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95B0FBD4-A19A-AC36-91F4-DDD6D219BCED}"/>
            </a:ext>
          </a:extLst>
        </p:cNvPr>
        <p:cNvGrpSpPr/>
        <p:nvPr/>
      </p:nvGrpSpPr>
      <p:grpSpPr>
        <a:xfrm>
          <a:off x="0" y="0"/>
          <a:ext cx="0" cy="0"/>
          <a:chOff x="0" y="0"/>
          <a:chExt cx="0" cy="0"/>
        </a:xfrm>
      </p:grpSpPr>
      <p:sp>
        <p:nvSpPr>
          <p:cNvPr id="334" name="Google Shape;334;p4:notes">
            <a:extLst>
              <a:ext uri="{FF2B5EF4-FFF2-40B4-BE49-F238E27FC236}">
                <a16:creationId xmlns:a16="http://schemas.microsoft.com/office/drawing/2014/main" id="{C6D45EAC-2045-C283-2A11-1F0C0D873E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4:notes">
            <a:extLst>
              <a:ext uri="{FF2B5EF4-FFF2-40B4-BE49-F238E27FC236}">
                <a16:creationId xmlns:a16="http://schemas.microsoft.com/office/drawing/2014/main" id="{ACD633B1-F6F2-8A6E-6634-BD6BAC71E8B0}"/>
              </a:ext>
            </a:extLst>
          </p:cNvPr>
          <p:cNvSpPr txBox="1">
            <a:spLocks noGrp="1"/>
          </p:cNvSpPr>
          <p:nvPr>
            <p:ph type="body" idx="1"/>
          </p:nvPr>
        </p:nvSpPr>
        <p:spPr>
          <a:xfrm>
            <a:off x="685800" y="4400640"/>
            <a:ext cx="5486400" cy="360036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36" name="Google Shape;336;p4:notes">
            <a:extLst>
              <a:ext uri="{FF2B5EF4-FFF2-40B4-BE49-F238E27FC236}">
                <a16:creationId xmlns:a16="http://schemas.microsoft.com/office/drawing/2014/main" id="{A8119500-4D29-64A3-AB46-117763DE941C}"/>
              </a:ext>
            </a:extLst>
          </p:cNvPr>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latin typeface="Arial"/>
              <a:ea typeface="Arial"/>
              <a:cs typeface="Arial"/>
              <a:sym typeface="Arial"/>
            </a:endParaRPr>
          </a:p>
        </p:txBody>
      </p:sp>
    </p:spTree>
    <p:extLst>
      <p:ext uri="{BB962C8B-B14F-4D97-AF65-F5344CB8AC3E}">
        <p14:creationId xmlns:p14="http://schemas.microsoft.com/office/powerpoint/2010/main" val="4286749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txBox="1">
            <a:spLocks noGrp="1"/>
          </p:cNvSpPr>
          <p:nvPr>
            <p:ph type="body" idx="1"/>
          </p:nvPr>
        </p:nvSpPr>
        <p:spPr>
          <a:xfrm>
            <a:off x="685800" y="4400640"/>
            <a:ext cx="5486400" cy="360036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1:notes"/>
          <p:cNvSpPr txBox="1">
            <a:spLocks noGrp="1"/>
          </p:cNvSpPr>
          <p:nvPr>
            <p:ph type="body" idx="1"/>
          </p:nvPr>
        </p:nvSpPr>
        <p:spPr>
          <a:xfrm>
            <a:off x="685800" y="4400640"/>
            <a:ext cx="5486400" cy="360036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6" name="Google Shape;4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 name="Google Shape;25;p5"/>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8"/>
        <p:cNvGrpSpPr/>
        <p:nvPr/>
      </p:nvGrpSpPr>
      <p:grpSpPr>
        <a:xfrm>
          <a:off x="0" y="0"/>
          <a:ext cx="0" cy="0"/>
          <a:chOff x="0" y="0"/>
          <a:chExt cx="0" cy="0"/>
        </a:xfrm>
      </p:grpSpPr>
      <p:sp>
        <p:nvSpPr>
          <p:cNvPr id="29" name="Google Shape;29;p7"/>
          <p:cNvSpPr txBox="1">
            <a:spLocks noGrp="1"/>
          </p:cNvSpPr>
          <p:nvPr>
            <p:ph type="subTitle" idx="1"/>
          </p:nvPr>
        </p:nvSpPr>
        <p:spPr>
          <a:xfrm>
            <a:off x="838080" y="365040"/>
            <a:ext cx="10515600" cy="614556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8"/>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9"/>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9" name="Google Shape;39;p9"/>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10"/>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 name="Google Shape;44;p10"/>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 name="Google Shape;48;p11"/>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1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3" name="Google Shape;53;p12"/>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4" name="Google Shape;54;p12"/>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13"/>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13"/>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0" name="Google Shape;60;p13"/>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13"/>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2" name="Google Shape;62;p13"/>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5" name="Google Shape;75;p1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6" name="Google Shape;76;p15"/>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7" name="Google Shape;77;p15"/>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7"/>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8" name="Google Shape;88;p19"/>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9"/>
        <p:cNvGrpSpPr/>
        <p:nvPr/>
      </p:nvGrpSpPr>
      <p:grpSpPr>
        <a:xfrm>
          <a:off x="0" y="0"/>
          <a:ext cx="0" cy="0"/>
          <a:chOff x="0" y="0"/>
          <a:chExt cx="0" cy="0"/>
        </a:xfrm>
      </p:grpSpPr>
      <p:sp>
        <p:nvSpPr>
          <p:cNvPr id="90" name="Google Shape;90;p20"/>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91"/>
        <p:cNvGrpSpPr/>
        <p:nvPr/>
      </p:nvGrpSpPr>
      <p:grpSpPr>
        <a:xfrm>
          <a:off x="0" y="0"/>
          <a:ext cx="0" cy="0"/>
          <a:chOff x="0" y="0"/>
          <a:chExt cx="0" cy="0"/>
        </a:xfrm>
      </p:grpSpPr>
      <p:sp>
        <p:nvSpPr>
          <p:cNvPr id="92" name="Google Shape;92;p21"/>
          <p:cNvSpPr txBox="1">
            <a:spLocks noGrp="1"/>
          </p:cNvSpPr>
          <p:nvPr>
            <p:ph type="subTitle" idx="1"/>
          </p:nvPr>
        </p:nvSpPr>
        <p:spPr>
          <a:xfrm>
            <a:off x="838080" y="365040"/>
            <a:ext cx="10515600" cy="614556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93"/>
        <p:cNvGrpSpPr/>
        <p:nvPr/>
      </p:nvGrpSpPr>
      <p:grpSpPr>
        <a:xfrm>
          <a:off x="0" y="0"/>
          <a:ext cx="0" cy="0"/>
          <a:chOff x="0" y="0"/>
          <a:chExt cx="0" cy="0"/>
        </a:xfrm>
      </p:grpSpPr>
      <p:sp>
        <p:nvSpPr>
          <p:cNvPr id="94" name="Google Shape;94;p22"/>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6" name="Google Shape;96;p22"/>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7" name="Google Shape;97;p22"/>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98"/>
        <p:cNvGrpSpPr/>
        <p:nvPr/>
      </p:nvGrpSpPr>
      <p:grpSpPr>
        <a:xfrm>
          <a:off x="0" y="0"/>
          <a:ext cx="0" cy="0"/>
          <a:chOff x="0" y="0"/>
          <a:chExt cx="0" cy="0"/>
        </a:xfrm>
      </p:grpSpPr>
      <p:sp>
        <p:nvSpPr>
          <p:cNvPr id="99" name="Google Shape;99;p23"/>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3"/>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1" name="Google Shape;101;p23"/>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2" name="Google Shape;102;p23"/>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03"/>
        <p:cNvGrpSpPr/>
        <p:nvPr/>
      </p:nvGrpSpPr>
      <p:grpSpPr>
        <a:xfrm>
          <a:off x="0" y="0"/>
          <a:ext cx="0" cy="0"/>
          <a:chOff x="0" y="0"/>
          <a:chExt cx="0" cy="0"/>
        </a:xfrm>
      </p:grpSpPr>
      <p:sp>
        <p:nvSpPr>
          <p:cNvPr id="104" name="Google Shape;104;p24"/>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6" name="Google Shape;106;p2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7" name="Google Shape;107;p24"/>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5"/>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1" name="Google Shape;111;p25"/>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12"/>
        <p:cNvGrpSpPr/>
        <p:nvPr/>
      </p:nvGrpSpPr>
      <p:grpSpPr>
        <a:xfrm>
          <a:off x="0" y="0"/>
          <a:ext cx="0" cy="0"/>
          <a:chOff x="0" y="0"/>
          <a:chExt cx="0" cy="0"/>
        </a:xfrm>
      </p:grpSpPr>
      <p:sp>
        <p:nvSpPr>
          <p:cNvPr id="113" name="Google Shape;113;p26"/>
          <p:cNvSpPr txBox="1">
            <a:spLocks noGrp="1"/>
          </p:cNvSpPr>
          <p:nvPr>
            <p:ph type="title"/>
          </p:nvPr>
        </p:nvSpPr>
        <p:spPr>
          <a:xfrm>
            <a:off x="838080" y="365040"/>
            <a:ext cx="10515600" cy="1325520"/>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6"/>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5" name="Google Shape;115;p26"/>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6" name="Google Shape;116;p26"/>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7" name="Google Shape;117;p26"/>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8" name="Google Shape;118;p26"/>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9" name="Google Shape;119;p26"/>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dt" idx="10"/>
          </p:nvPr>
        </p:nvSpPr>
        <p:spPr>
          <a:xfrm>
            <a:off x="838080" y="6356520"/>
            <a:ext cx="2743200" cy="365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 name="Google Shape;11;p1"/>
          <p:cNvSpPr txBox="1">
            <a:spLocks noGrp="1"/>
          </p:cNvSpPr>
          <p:nvPr>
            <p:ph type="ftr" idx="11"/>
          </p:nvPr>
        </p:nvSpPr>
        <p:spPr>
          <a:xfrm>
            <a:off x="4038480" y="6356520"/>
            <a:ext cx="4114800" cy="365040"/>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2" name="Google Shape;12;p1"/>
          <p:cNvSpPr txBox="1">
            <a:spLocks noGrp="1"/>
          </p:cNvSpPr>
          <p:nvPr>
            <p:ph type="sldNum" idx="12"/>
          </p:nvPr>
        </p:nvSpPr>
        <p:spPr>
          <a:xfrm>
            <a:off x="8610480" y="6356520"/>
            <a:ext cx="2743200" cy="36504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3" name="Google Shape;13;p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 name="Google Shape;14;p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838080" y="365040"/>
            <a:ext cx="10515600" cy="132552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5" name="Google Shape;65;p14"/>
          <p:cNvSpPr txBox="1">
            <a:spLocks noGrp="1"/>
          </p:cNvSpPr>
          <p:nvPr>
            <p:ph type="title" idx="2"/>
          </p:nvPr>
        </p:nvSpPr>
        <p:spPr>
          <a:xfrm>
            <a:off x="838080" y="1825560"/>
            <a:ext cx="10515600" cy="435132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6" name="Google Shape;66;p14"/>
          <p:cNvSpPr txBox="1">
            <a:spLocks noGrp="1"/>
          </p:cNvSpPr>
          <p:nvPr>
            <p:ph type="dt" idx="10"/>
          </p:nvPr>
        </p:nvSpPr>
        <p:spPr>
          <a:xfrm>
            <a:off x="838080" y="6356520"/>
            <a:ext cx="2743200" cy="3650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7" name="Google Shape;67;p14"/>
          <p:cNvSpPr txBox="1">
            <a:spLocks noGrp="1"/>
          </p:cNvSpPr>
          <p:nvPr>
            <p:ph type="ftr" idx="11"/>
          </p:nvPr>
        </p:nvSpPr>
        <p:spPr>
          <a:xfrm>
            <a:off x="4038480" y="6356520"/>
            <a:ext cx="4114800" cy="365040"/>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8" name="Google Shape;68;p14"/>
          <p:cNvSpPr txBox="1">
            <a:spLocks noGrp="1"/>
          </p:cNvSpPr>
          <p:nvPr>
            <p:ph type="sldNum" idx="12"/>
          </p:nvPr>
        </p:nvSpPr>
        <p:spPr>
          <a:xfrm>
            <a:off x="8610480" y="6356520"/>
            <a:ext cx="2743200" cy="36504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69" name="Google Shape;69;p14"/>
          <p:cNvPicPr preferRelativeResize="0"/>
          <p:nvPr/>
        </p:nvPicPr>
        <p:blipFill rotWithShape="1">
          <a:blip r:embed="rId13">
            <a:alphaModFix/>
          </a:blip>
          <a:srcRect r="22221" b="18227"/>
          <a:stretch/>
        </p:blipFill>
        <p:spPr>
          <a:xfrm>
            <a:off x="11070360" y="5676840"/>
            <a:ext cx="1121400" cy="1194480"/>
          </a:xfrm>
          <a:prstGeom prst="rect">
            <a:avLst/>
          </a:prstGeom>
          <a:noFill/>
          <a:ln>
            <a:noFill/>
          </a:ln>
        </p:spPr>
      </p:pic>
      <p:pic>
        <p:nvPicPr>
          <p:cNvPr id="70" name="Google Shape;70;p14"/>
          <p:cNvPicPr preferRelativeResize="0"/>
          <p:nvPr/>
        </p:nvPicPr>
        <p:blipFill rotWithShape="1">
          <a:blip r:embed="rId14">
            <a:alphaModFix/>
          </a:blip>
          <a:srcRect l="29670" t="64973" r="26778"/>
          <a:stretch/>
        </p:blipFill>
        <p:spPr>
          <a:xfrm>
            <a:off x="0" y="0"/>
            <a:ext cx="2044800" cy="989640"/>
          </a:xfrm>
          <a:prstGeom prst="rect">
            <a:avLst/>
          </a:prstGeom>
          <a:noFill/>
          <a:ln>
            <a:noFill/>
          </a:ln>
        </p:spPr>
      </p:pic>
      <p:sp>
        <p:nvSpPr>
          <p:cNvPr id="71" name="Google Shape;71;p14"/>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hyperlink" Target="https://gmuedu.sharepoint.com/:x:/r/sites/ISTCapstone-ProfHine-GRP-IT492-006F25andIT493-006S25/Shared%20Documents/IT492-006%20F25%20and%20IT493-014%20S25/Team%20Folders/Team%204/IT493/Assignments%20(completed)/Assignment%205_IT493%20-%20Product%20Roadmap-Template.xlsx?d=w9054960e352f498e9407c41e4b877836&amp;csf=1&amp;web=1&amp;e=tcOrJs" TargetMode="External"/><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waterfall-model/"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hyperlink" Target="https://www.geeksforgeeks.org/what-is-agile-method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
        <p:cNvGrpSpPr/>
        <p:nvPr/>
      </p:nvGrpSpPr>
      <p:grpSpPr>
        <a:xfrm>
          <a:off x="0" y="0"/>
          <a:ext cx="0" cy="0"/>
          <a:chOff x="0" y="0"/>
          <a:chExt cx="0" cy="0"/>
        </a:xfrm>
      </p:grpSpPr>
      <p:sp>
        <p:nvSpPr>
          <p:cNvPr id="289" name="Google Shape;289;p66"/>
          <p:cNvSpPr txBox="1"/>
          <p:nvPr/>
        </p:nvSpPr>
        <p:spPr>
          <a:xfrm>
            <a:off x="8075160" y="6356520"/>
            <a:ext cx="4114800" cy="365040"/>
          </a:xfrm>
          <a:prstGeom prst="rect">
            <a:avLst/>
          </a:prstGeom>
          <a:no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None/>
            </a:pPr>
            <a:r>
              <a:rPr lang="en-US" sz="1200" b="0" i="0" u="none" strike="noStrike" cap="none">
                <a:solidFill>
                  <a:srgbClr val="898989"/>
                </a:solidFill>
                <a:latin typeface="Calibri"/>
                <a:ea typeface="Calibri"/>
                <a:cs typeface="Calibri"/>
                <a:sym typeface="Calibri"/>
              </a:rPr>
              <a:t>Tour Catchers LLC​ – Team 4</a:t>
            </a:r>
            <a:endParaRPr sz="1200" b="0" i="0" u="none" strike="noStrike" cap="none">
              <a:latin typeface="Arial"/>
              <a:ea typeface="Arial"/>
              <a:cs typeface="Arial"/>
              <a:sym typeface="Arial"/>
            </a:endParaRPr>
          </a:p>
        </p:txBody>
      </p:sp>
      <p:sp>
        <p:nvSpPr>
          <p:cNvPr id="290" name="Google Shape;290;p66"/>
          <p:cNvSpPr txBox="1"/>
          <p:nvPr/>
        </p:nvSpPr>
        <p:spPr>
          <a:xfrm>
            <a:off x="8610480" y="635652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1</a:t>
            </a:fld>
            <a:endParaRPr sz="1200" b="0" i="0" u="none" strike="noStrike" cap="none">
              <a:latin typeface="Arial"/>
              <a:ea typeface="Arial"/>
              <a:cs typeface="Arial"/>
              <a:sym typeface="Arial"/>
            </a:endParaRPr>
          </a:p>
        </p:txBody>
      </p:sp>
      <p:pic>
        <p:nvPicPr>
          <p:cNvPr id="291" name="Google Shape;291;p66"/>
          <p:cNvPicPr preferRelativeResize="0"/>
          <p:nvPr/>
        </p:nvPicPr>
        <p:blipFill rotWithShape="1">
          <a:blip r:embed="rId3">
            <a:alphaModFix/>
          </a:blip>
          <a:srcRect/>
          <a:stretch/>
        </p:blipFill>
        <p:spPr>
          <a:xfrm>
            <a:off x="-6120" y="0"/>
            <a:ext cx="5860800" cy="6858000"/>
          </a:xfrm>
          <a:prstGeom prst="rect">
            <a:avLst/>
          </a:prstGeom>
          <a:noFill/>
          <a:ln>
            <a:noFill/>
          </a:ln>
          <a:effectLst>
            <a:outerShdw dist="139498" dir="2700000">
              <a:srgbClr val="333333">
                <a:alpha val="64705"/>
              </a:srgbClr>
            </a:outerShdw>
          </a:effectLst>
        </p:spPr>
      </p:pic>
      <p:sp>
        <p:nvSpPr>
          <p:cNvPr id="292" name="Google Shape;292;p66"/>
          <p:cNvSpPr txBox="1"/>
          <p:nvPr/>
        </p:nvSpPr>
        <p:spPr>
          <a:xfrm>
            <a:off x="8762382" y="4894200"/>
            <a:ext cx="5536332" cy="1002240"/>
          </a:xfrm>
          <a:prstGeom prst="rect">
            <a:avLst/>
          </a:prstGeom>
          <a:noFill/>
          <a:ln>
            <a:noFill/>
          </a:ln>
        </p:spPr>
        <p:txBody>
          <a:bodyPr spcFirstLastPara="1" wrap="square" lIns="91425" tIns="45700" rIns="91425" bIns="45700" anchor="ctr" anchorCtr="0">
            <a:normAutofit/>
          </a:bodyPr>
          <a:lstStyle/>
          <a:p>
            <a:pPr marL="0" marR="0" lvl="0" indent="0" algn="l" rtl="0">
              <a:lnSpc>
                <a:spcPct val="80000"/>
              </a:lnSpc>
              <a:spcBef>
                <a:spcPts val="0"/>
              </a:spcBef>
              <a:spcAft>
                <a:spcPts val="0"/>
              </a:spcAft>
              <a:buNone/>
            </a:pPr>
            <a:r>
              <a:rPr lang="en-US" sz="2800" i="0" u="none" strike="noStrike" cap="none">
                <a:solidFill>
                  <a:srgbClr val="000000"/>
                </a:solidFill>
                <a:latin typeface="Calibri"/>
                <a:ea typeface="Calibri"/>
                <a:cs typeface="Calibri"/>
                <a:sym typeface="Calibri"/>
              </a:rPr>
              <a:t>Tour Catchers LLC</a:t>
            </a:r>
            <a:br>
              <a:rPr lang="en-US" sz="2800" i="0" u="none" strike="noStrike" cap="none"/>
            </a:br>
            <a:endParaRPr sz="2800" i="0" u="none" strike="noStrike" cap="none">
              <a:latin typeface="Arial"/>
              <a:ea typeface="Arial"/>
              <a:cs typeface="Arial"/>
              <a:sym typeface="Arial"/>
            </a:endParaRPr>
          </a:p>
        </p:txBody>
      </p:sp>
      <p:sp>
        <p:nvSpPr>
          <p:cNvPr id="293" name="Google Shape;293;p66"/>
          <p:cNvSpPr txBox="1"/>
          <p:nvPr/>
        </p:nvSpPr>
        <p:spPr>
          <a:xfrm>
            <a:off x="10283112" y="4997520"/>
            <a:ext cx="2101320" cy="1359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2400" b="0" i="0" u="none" strike="noStrike" cap="none">
                <a:solidFill>
                  <a:srgbClr val="000000"/>
                </a:solidFill>
                <a:latin typeface="Calibri"/>
                <a:ea typeface="Calibri"/>
                <a:cs typeface="Calibri"/>
                <a:sym typeface="Calibri"/>
              </a:rPr>
              <a:t>                           Team #4</a:t>
            </a:r>
            <a:endParaRPr sz="2400" b="0" i="0" u="none" strike="noStrike" cap="none">
              <a:latin typeface="Arial"/>
              <a:ea typeface="Arial"/>
              <a:cs typeface="Arial"/>
              <a:sym typeface="Arial"/>
            </a:endParaRPr>
          </a:p>
          <a:p>
            <a:pPr marL="0" marR="0" lvl="0" indent="0" algn="l" rtl="0">
              <a:lnSpc>
                <a:spcPct val="90000"/>
              </a:lnSpc>
              <a:spcBef>
                <a:spcPts val="1001"/>
              </a:spcBef>
              <a:spcAft>
                <a:spcPts val="0"/>
              </a:spcAft>
              <a:buNone/>
            </a:pPr>
            <a:endParaRPr sz="2400" b="0" i="0" u="none" strike="noStrike" cap="none">
              <a:latin typeface="Arial"/>
              <a:ea typeface="Arial"/>
              <a:cs typeface="Arial"/>
              <a:sym typeface="Arial"/>
            </a:endParaRPr>
          </a:p>
          <a:p>
            <a:pPr marL="0" marR="0" lvl="0" indent="0" algn="l" rtl="0">
              <a:lnSpc>
                <a:spcPct val="90000"/>
              </a:lnSpc>
              <a:spcBef>
                <a:spcPts val="1001"/>
              </a:spcBef>
              <a:spcAft>
                <a:spcPts val="0"/>
              </a:spcAft>
              <a:buNone/>
            </a:pPr>
            <a:endParaRPr sz="2400" b="0" i="0" u="none" strike="noStrike" cap="none">
              <a:latin typeface="Arial"/>
              <a:ea typeface="Arial"/>
              <a:cs typeface="Arial"/>
              <a:sym typeface="Arial"/>
            </a:endParaRPr>
          </a:p>
        </p:txBody>
      </p:sp>
      <p:pic>
        <p:nvPicPr>
          <p:cNvPr id="294" name="Google Shape;294;p66" descr="A close-up of a logo&#10;&#10;AI-generated content may be incorrect."/>
          <p:cNvPicPr preferRelativeResize="0"/>
          <p:nvPr/>
        </p:nvPicPr>
        <p:blipFill rotWithShape="1">
          <a:blip r:embed="rId4">
            <a:alphaModFix/>
          </a:blip>
          <a:srcRect/>
          <a:stretch/>
        </p:blipFill>
        <p:spPr>
          <a:xfrm>
            <a:off x="8610480" y="136440"/>
            <a:ext cx="3413520" cy="1002240"/>
          </a:xfrm>
          <a:prstGeom prst="rect">
            <a:avLst/>
          </a:prstGeom>
          <a:noFill/>
          <a:ln>
            <a:noFill/>
          </a:ln>
        </p:spPr>
      </p:pic>
      <p:pic>
        <p:nvPicPr>
          <p:cNvPr id="295" name="Google Shape;295;p66"/>
          <p:cNvPicPr preferRelativeResize="0"/>
          <p:nvPr/>
        </p:nvPicPr>
        <p:blipFill rotWithShape="1">
          <a:blip r:embed="rId5">
            <a:alphaModFix/>
          </a:blip>
          <a:srcRect/>
          <a:stretch/>
        </p:blipFill>
        <p:spPr>
          <a:xfrm>
            <a:off x="11453040" y="6049800"/>
            <a:ext cx="739080" cy="808200"/>
          </a:xfrm>
          <a:prstGeom prst="rect">
            <a:avLst/>
          </a:prstGeom>
          <a:noFill/>
          <a:ln>
            <a:noFill/>
          </a:ln>
        </p:spPr>
      </p:pic>
      <p:sp>
        <p:nvSpPr>
          <p:cNvPr id="2" name="Google Shape;292;p66">
            <a:extLst>
              <a:ext uri="{FF2B5EF4-FFF2-40B4-BE49-F238E27FC236}">
                <a16:creationId xmlns:a16="http://schemas.microsoft.com/office/drawing/2014/main" id="{078ADC92-41B1-9FF6-0A93-CB5D02EA5ADC}"/>
              </a:ext>
            </a:extLst>
          </p:cNvPr>
          <p:cNvSpPr txBox="1"/>
          <p:nvPr/>
        </p:nvSpPr>
        <p:spPr>
          <a:xfrm>
            <a:off x="5319732" y="3305898"/>
            <a:ext cx="6210816" cy="1002240"/>
          </a:xfrm>
          <a:prstGeom prst="rect">
            <a:avLst/>
          </a:prstGeom>
          <a:noFill/>
          <a:ln>
            <a:noFill/>
          </a:ln>
        </p:spPr>
        <p:txBody>
          <a:bodyPr spcFirstLastPara="1" wrap="square" lIns="91425" tIns="45700" rIns="91425" bIns="45700" anchor="ctr" anchorCtr="0">
            <a:noAutofit/>
          </a:bodyPr>
          <a:lstStyle/>
          <a:p>
            <a:pPr algn="r"/>
            <a:r>
              <a:rPr lang="en-US" sz="3200" b="1">
                <a:latin typeface="Calibri"/>
                <a:ea typeface="Calibri"/>
                <a:cs typeface="Calibri"/>
              </a:rPr>
              <a:t>IT 493 Assignment 5</a:t>
            </a:r>
            <a:endParaRPr lang="en-US"/>
          </a:p>
          <a:p>
            <a:r>
              <a:rPr lang="en-US"/>
              <a:t>                                                            </a:t>
            </a:r>
            <a:r>
              <a:rPr lang="en-US" sz="3200" b="1">
                <a:latin typeface="Calibri"/>
                <a:ea typeface="Calibri"/>
                <a:cs typeface="Calibri"/>
              </a:rPr>
              <a:t>Product Roadmap</a:t>
            </a:r>
            <a:endParaRPr sz="3200" b="1">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67"/>
          <p:cNvSpPr/>
          <p:nvPr/>
        </p:nvSpPr>
        <p:spPr>
          <a:xfrm>
            <a:off x="1440" y="0"/>
            <a:ext cx="12188880" cy="68580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a:lstStyle/>
          <a:p>
            <a:endParaRPr lang="en-US"/>
          </a:p>
        </p:txBody>
      </p:sp>
      <p:pic>
        <p:nvPicPr>
          <p:cNvPr id="301" name="Google Shape;301;p67" descr="A group of people in suits&#10;&#10;AI-generated content may be incorrect."/>
          <p:cNvPicPr preferRelativeResize="0"/>
          <p:nvPr/>
        </p:nvPicPr>
        <p:blipFill rotWithShape="1">
          <a:blip r:embed="rId3">
            <a:alphaModFix/>
          </a:blip>
          <a:srcRect b="458"/>
          <a:stretch/>
        </p:blipFill>
        <p:spPr>
          <a:xfrm>
            <a:off x="-720" y="-3240"/>
            <a:ext cx="12192120" cy="6856560"/>
          </a:xfrm>
          <a:prstGeom prst="rect">
            <a:avLst/>
          </a:prstGeom>
          <a:noFill/>
          <a:ln>
            <a:noFill/>
          </a:ln>
        </p:spPr>
      </p:pic>
      <p:sp>
        <p:nvSpPr>
          <p:cNvPr id="302" name="Google Shape;302;p67"/>
          <p:cNvSpPr txBox="1"/>
          <p:nvPr/>
        </p:nvSpPr>
        <p:spPr>
          <a:xfrm>
            <a:off x="4038480" y="6356520"/>
            <a:ext cx="4114800" cy="36504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US" sz="1200" b="0" i="0" u="none" strike="noStrike" cap="none">
                <a:solidFill>
                  <a:srgbClr val="FFFFFF"/>
                </a:solidFill>
                <a:latin typeface="Calibri"/>
                <a:ea typeface="Calibri"/>
                <a:cs typeface="Calibri"/>
                <a:sym typeface="Calibri"/>
              </a:rPr>
              <a:t>Tours Catchers LLC​ – Team 4</a:t>
            </a:r>
            <a:endParaRPr sz="1200" b="0" i="0" u="none" strike="noStrike" cap="none">
              <a:latin typeface="Arial"/>
              <a:ea typeface="Arial"/>
              <a:cs typeface="Arial"/>
              <a:sym typeface="Arial"/>
            </a:endParaRPr>
          </a:p>
        </p:txBody>
      </p:sp>
      <p:sp>
        <p:nvSpPr>
          <p:cNvPr id="303" name="Google Shape;303;p67"/>
          <p:cNvSpPr txBox="1"/>
          <p:nvPr/>
        </p:nvSpPr>
        <p:spPr>
          <a:xfrm>
            <a:off x="8610480" y="6356520"/>
            <a:ext cx="2743200" cy="365040"/>
          </a:xfrm>
          <a:prstGeom prst="rect">
            <a:avLst/>
          </a:prstGeom>
          <a:noFill/>
          <a:ln>
            <a:noFill/>
          </a:ln>
        </p:spPr>
        <p:txBody>
          <a:bodyPr spcFirstLastPara="1" wrap="square" lIns="91425" tIns="45700" rIns="91425" bIns="45700" anchor="ctr" anchorCtr="0">
            <a:norm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FFFFFF"/>
                </a:solidFill>
                <a:latin typeface="Calibri"/>
                <a:ea typeface="Calibri"/>
                <a:cs typeface="Calibri"/>
                <a:sym typeface="Calibri"/>
              </a:rPr>
              <a:t>2</a:t>
            </a:fld>
            <a:endParaRPr sz="1200" b="0" i="0" u="none" strike="noStrike" cap="non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7"/>
        <p:cNvGrpSpPr/>
        <p:nvPr/>
      </p:nvGrpSpPr>
      <p:grpSpPr>
        <a:xfrm>
          <a:off x="0" y="0"/>
          <a:ext cx="0" cy="0"/>
          <a:chOff x="0" y="0"/>
          <a:chExt cx="0" cy="0"/>
        </a:xfrm>
      </p:grpSpPr>
      <p:sp>
        <p:nvSpPr>
          <p:cNvPr id="309" name="Google Shape;309;p68"/>
          <p:cNvSpPr/>
          <p:nvPr/>
        </p:nvSpPr>
        <p:spPr>
          <a:xfrm rot="-2700000" flipH="1">
            <a:off x="-376560" y="-253440"/>
            <a:ext cx="1827720" cy="1377000"/>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rgbClr val="1D9A78">
              <a:alpha val="29803"/>
            </a:srgbClr>
          </a:solidFill>
          <a:ln>
            <a:noFill/>
          </a:ln>
        </p:spPr>
        <p:txBody>
          <a:bodyPr/>
          <a:lstStyle/>
          <a:p>
            <a:endParaRPr lang="en-US"/>
          </a:p>
        </p:txBody>
      </p:sp>
      <p:sp>
        <p:nvSpPr>
          <p:cNvPr id="310" name="Google Shape;310;p68"/>
          <p:cNvSpPr/>
          <p:nvPr/>
        </p:nvSpPr>
        <p:spPr>
          <a:xfrm rot="-2700000" flipH="1">
            <a:off x="891360" y="421920"/>
            <a:ext cx="645480" cy="645480"/>
          </a:xfrm>
          <a:custGeom>
            <a:avLst/>
            <a:gdLst/>
            <a:ahLst/>
            <a:cxnLst/>
            <a:rect l="l" t="t" r="r" b="b"/>
            <a:pathLst>
              <a:path w="21600" h="21600" extrusionOk="0">
                <a:moveTo>
                  <a:pt x="0" y="0"/>
                </a:moveTo>
                <a:lnTo>
                  <a:pt x="21600" y="0"/>
                </a:lnTo>
                <a:lnTo>
                  <a:pt x="21600" y="21600"/>
                </a:lnTo>
                <a:lnTo>
                  <a:pt x="0" y="21600"/>
                </a:lnTo>
                <a:close/>
              </a:path>
            </a:pathLst>
          </a:custGeom>
          <a:solidFill>
            <a:srgbClr val="1D9A78">
              <a:alpha val="29803"/>
            </a:srgbClr>
          </a:solidFill>
          <a:ln>
            <a:noFill/>
          </a:ln>
        </p:spPr>
        <p:txBody>
          <a:bodyPr/>
          <a:lstStyle/>
          <a:p>
            <a:endParaRPr lang="en-US"/>
          </a:p>
        </p:txBody>
      </p:sp>
      <p:sp>
        <p:nvSpPr>
          <p:cNvPr id="312" name="Google Shape;312;p68"/>
          <p:cNvSpPr txBox="1"/>
          <p:nvPr/>
        </p:nvSpPr>
        <p:spPr>
          <a:xfrm>
            <a:off x="8234280" y="6356520"/>
            <a:ext cx="4114800" cy="365040"/>
          </a:xfrm>
          <a:prstGeom prst="rect">
            <a:avLst/>
          </a:prstGeom>
          <a:noFill/>
          <a:ln>
            <a:noFill/>
          </a:ln>
        </p:spPr>
        <p:txBody>
          <a:bodyPr spcFirstLastPara="1" wrap="square" lIns="91425" tIns="45700" rIns="91425" bIns="45700" anchor="ctr" anchorCtr="1">
            <a:normAutofit/>
          </a:bodyPr>
          <a:lstStyle/>
          <a:p>
            <a:pPr marL="0" marR="0" lvl="0" indent="0" algn="ctr" rtl="0">
              <a:lnSpc>
                <a:spcPct val="100000"/>
              </a:lnSpc>
              <a:spcBef>
                <a:spcPts val="0"/>
              </a:spcBef>
              <a:spcAft>
                <a:spcPts val="0"/>
              </a:spcAft>
              <a:buNone/>
            </a:pPr>
            <a:r>
              <a:rPr lang="en-US" sz="1200" b="0" i="0" u="none" strike="noStrike" cap="none">
                <a:solidFill>
                  <a:srgbClr val="898989"/>
                </a:solidFill>
                <a:latin typeface="Calibri"/>
                <a:ea typeface="Calibri"/>
                <a:cs typeface="Calibri"/>
                <a:sym typeface="Calibri"/>
              </a:rPr>
              <a:t>Tour Catchers LLC​ – Team 4</a:t>
            </a:r>
            <a:endParaRPr sz="1200" b="0" i="0" u="none" strike="noStrike" cap="none">
              <a:latin typeface="Arial"/>
              <a:ea typeface="Arial"/>
              <a:cs typeface="Arial"/>
              <a:sym typeface="Arial"/>
            </a:endParaRPr>
          </a:p>
        </p:txBody>
      </p:sp>
      <p:sp>
        <p:nvSpPr>
          <p:cNvPr id="313" name="Google Shape;313;p68"/>
          <p:cNvSpPr txBox="1"/>
          <p:nvPr/>
        </p:nvSpPr>
        <p:spPr>
          <a:xfrm>
            <a:off x="8805240" y="6356520"/>
            <a:ext cx="2743200" cy="365040"/>
          </a:xfrm>
          <a:prstGeom prst="rect">
            <a:avLst/>
          </a:prstGeom>
          <a:noFill/>
          <a:ln>
            <a:noFill/>
          </a:ln>
        </p:spPr>
        <p:txBody>
          <a:bodyPr spcFirstLastPara="1" wrap="square" lIns="91425" tIns="45700" rIns="91425" bIns="45700" anchor="ctr" anchorCtr="0">
            <a:norm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3</a:t>
            </a:fld>
            <a:endParaRPr sz="1200" b="0" i="0" u="none" strike="noStrike" cap="none">
              <a:latin typeface="Arial"/>
              <a:ea typeface="Arial"/>
              <a:cs typeface="Arial"/>
              <a:sym typeface="Arial"/>
            </a:endParaRPr>
          </a:p>
        </p:txBody>
      </p:sp>
      <p:sp>
        <p:nvSpPr>
          <p:cNvPr id="314" name="Google Shape;314;p68"/>
          <p:cNvSpPr/>
          <p:nvPr/>
        </p:nvSpPr>
        <p:spPr>
          <a:xfrm flipH="1">
            <a:off x="7975800" y="6115320"/>
            <a:ext cx="1494360" cy="742680"/>
          </a:xfrm>
          <a:custGeom>
            <a:avLst/>
            <a:gdLst/>
            <a:ahLst/>
            <a:cxnLst/>
            <a:rect l="l" t="t" r="r" b="b"/>
            <a:pathLst>
              <a:path w="43451" h="21600" extrusionOk="0">
                <a:moveTo>
                  <a:pt x="0" y="21600"/>
                </a:moveTo>
                <a:lnTo>
                  <a:pt x="21726" y="0"/>
                </a:lnTo>
                <a:lnTo>
                  <a:pt x="43451" y="21600"/>
                </a:lnTo>
                <a:close/>
              </a:path>
            </a:pathLst>
          </a:custGeom>
          <a:solidFill>
            <a:srgbClr val="1D9A78">
              <a:alpha val="29803"/>
            </a:srgbClr>
          </a:solidFill>
          <a:ln>
            <a:noFill/>
          </a:ln>
        </p:spPr>
        <p:txBody>
          <a:bodyPr/>
          <a:lstStyle/>
          <a:p>
            <a:endParaRPr lang="en-US"/>
          </a:p>
        </p:txBody>
      </p:sp>
      <p:sp>
        <p:nvSpPr>
          <p:cNvPr id="315" name="Google Shape;315;p68"/>
          <p:cNvSpPr/>
          <p:nvPr/>
        </p:nvSpPr>
        <p:spPr>
          <a:xfrm flipH="1">
            <a:off x="7603920" y="6453000"/>
            <a:ext cx="815040" cy="405000"/>
          </a:xfrm>
          <a:custGeom>
            <a:avLst/>
            <a:gdLst/>
            <a:ahLst/>
            <a:cxnLst/>
            <a:rect l="l" t="t" r="r" b="b"/>
            <a:pathLst>
              <a:path w="43449" h="21600" extrusionOk="0">
                <a:moveTo>
                  <a:pt x="0" y="21600"/>
                </a:moveTo>
                <a:lnTo>
                  <a:pt x="21725" y="0"/>
                </a:lnTo>
                <a:lnTo>
                  <a:pt x="43449" y="21600"/>
                </a:lnTo>
                <a:close/>
              </a:path>
            </a:pathLst>
          </a:custGeom>
          <a:solidFill>
            <a:srgbClr val="1D9A78">
              <a:alpha val="29803"/>
            </a:srgbClr>
          </a:solidFill>
          <a:ln>
            <a:noFill/>
          </a:ln>
        </p:spPr>
        <p:txBody>
          <a:bodyPr/>
          <a:lstStyle/>
          <a:p>
            <a:endParaRPr lang="en-US"/>
          </a:p>
        </p:txBody>
      </p:sp>
      <p:sp>
        <p:nvSpPr>
          <p:cNvPr id="316" name="Google Shape;316;p68"/>
          <p:cNvSpPr/>
          <p:nvPr/>
        </p:nvSpPr>
        <p:spPr>
          <a:xfrm>
            <a:off x="4919170" y="116764"/>
            <a:ext cx="5656680" cy="132552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None/>
            </a:pPr>
            <a:r>
              <a:rPr lang="en-US" sz="4400" b="1" i="0" u="none" strike="noStrike" cap="none">
                <a:solidFill>
                  <a:srgbClr val="000000"/>
                </a:solidFill>
                <a:latin typeface="Calibri"/>
                <a:ea typeface="Calibri"/>
                <a:cs typeface="Calibri"/>
                <a:sym typeface="Calibri"/>
              </a:rPr>
              <a:t>AGENDA</a:t>
            </a:r>
            <a:endParaRPr sz="4400" b="0" i="0" u="none" strike="noStrike" cap="none">
              <a:latin typeface="Arial"/>
              <a:ea typeface="Arial"/>
              <a:cs typeface="Arial"/>
              <a:sym typeface="Arial"/>
            </a:endParaRPr>
          </a:p>
        </p:txBody>
      </p:sp>
      <p:graphicFrame>
        <p:nvGraphicFramePr>
          <p:cNvPr id="5" name="Diagram 4">
            <a:extLst>
              <a:ext uri="{FF2B5EF4-FFF2-40B4-BE49-F238E27FC236}">
                <a16:creationId xmlns:a16="http://schemas.microsoft.com/office/drawing/2014/main" id="{0B718BF8-E19C-8028-FA3A-7BABAAD5F644}"/>
              </a:ext>
            </a:extLst>
          </p:cNvPr>
          <p:cNvGraphicFramePr/>
          <p:nvPr>
            <p:extLst>
              <p:ext uri="{D42A27DB-BD31-4B8C-83A1-F6EECF244321}">
                <p14:modId xmlns:p14="http://schemas.microsoft.com/office/powerpoint/2010/main" val="661072618"/>
              </p:ext>
            </p:extLst>
          </p:nvPr>
        </p:nvGraphicFramePr>
        <p:xfrm>
          <a:off x="1533854" y="1381517"/>
          <a:ext cx="9124292" cy="51575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p:cNvGrpSpPr/>
        <p:nvPr/>
      </p:nvGrpSpPr>
      <p:grpSpPr>
        <a:xfrm>
          <a:off x="0" y="0"/>
          <a:ext cx="0" cy="0"/>
          <a:chOff x="0" y="0"/>
          <a:chExt cx="0" cy="0"/>
        </a:xfrm>
      </p:grpSpPr>
      <p:sp>
        <p:nvSpPr>
          <p:cNvPr id="345" name="Google Shape;345;p69"/>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4</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AC68FF6E-C495-F542-859B-9DD2C4697047}"/>
              </a:ext>
            </a:extLst>
          </p:cNvPr>
          <p:cNvSpPr txBox="1"/>
          <p:nvPr/>
        </p:nvSpPr>
        <p:spPr>
          <a:xfrm>
            <a:off x="2380594" y="690276"/>
            <a:ext cx="6701577" cy="646331"/>
          </a:xfrm>
          <a:prstGeom prst="rect">
            <a:avLst/>
          </a:prstGeom>
          <a:noFill/>
        </p:spPr>
        <p:txBody>
          <a:bodyPr wrap="square" lIns="91440" tIns="45720" rIns="91440" bIns="45720" rtlCol="0" anchor="t">
            <a:spAutoFit/>
          </a:bodyPr>
          <a:lstStyle/>
          <a:p>
            <a:r>
              <a:rPr lang="en-US" sz="1800" b="1">
                <a:latin typeface="Calibri"/>
                <a:ea typeface="Calibri"/>
                <a:cs typeface="Calibri"/>
              </a:rPr>
              <a:t>Product Development Roadmap </a:t>
            </a:r>
            <a:r>
              <a:rPr lang="en-US" sz="1800">
                <a:latin typeface="Calibri"/>
                <a:ea typeface="Calibri"/>
                <a:hlinkClick r:id="rId3"/>
              </a:rPr>
              <a:t>Assignment 5_IT493 - Product Roadmap-Template.xlsx</a:t>
            </a:r>
            <a:endParaRPr lang="en-US" sz="1800">
              <a:latin typeface="Calibri"/>
              <a:ea typeface="Calibri"/>
            </a:endParaRPr>
          </a:p>
        </p:txBody>
      </p:sp>
      <p:graphicFrame>
        <p:nvGraphicFramePr>
          <p:cNvPr id="3" name="Content Placeholder 5">
            <a:extLst>
              <a:ext uri="{FF2B5EF4-FFF2-40B4-BE49-F238E27FC236}">
                <a16:creationId xmlns:a16="http://schemas.microsoft.com/office/drawing/2014/main" id="{82CE2D40-87C4-6224-DC57-7B3CDAB24838}"/>
              </a:ext>
            </a:extLst>
          </p:cNvPr>
          <p:cNvGraphicFramePr>
            <a:graphicFrameLocks/>
          </p:cNvGraphicFramePr>
          <p:nvPr>
            <p:extLst>
              <p:ext uri="{D42A27DB-BD31-4B8C-83A1-F6EECF244321}">
                <p14:modId xmlns:p14="http://schemas.microsoft.com/office/powerpoint/2010/main" val="3242000398"/>
              </p:ext>
            </p:extLst>
          </p:nvPr>
        </p:nvGraphicFramePr>
        <p:xfrm>
          <a:off x="0" y="-363027"/>
          <a:ext cx="12192286" cy="13809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 name="Picture 14" descr="A screenshot of a project management&#10;&#10;AI-generated content may be incorrect.">
            <a:extLst>
              <a:ext uri="{FF2B5EF4-FFF2-40B4-BE49-F238E27FC236}">
                <a16:creationId xmlns:a16="http://schemas.microsoft.com/office/drawing/2014/main" id="{3974BDD3-E801-9EC9-F5ED-C2BC8E4B1C4E}"/>
              </a:ext>
            </a:extLst>
          </p:cNvPr>
          <p:cNvPicPr>
            <a:picLocks noChangeAspect="1"/>
          </p:cNvPicPr>
          <p:nvPr/>
        </p:nvPicPr>
        <p:blipFill>
          <a:blip r:embed="rId9"/>
          <a:stretch>
            <a:fillRect/>
          </a:stretch>
        </p:blipFill>
        <p:spPr>
          <a:xfrm>
            <a:off x="306099" y="1021772"/>
            <a:ext cx="10988386" cy="57600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B35BA351-101F-47F2-0C51-F3BAC693CF74}"/>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95B0D202-DA9C-B6B4-9DBE-15193303EBB2}"/>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5</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C57E3CE3-F4D6-3359-DC8E-89A080ADB428}"/>
              </a:ext>
            </a:extLst>
          </p:cNvPr>
          <p:cNvSpPr txBox="1"/>
          <p:nvPr/>
        </p:nvSpPr>
        <p:spPr>
          <a:xfrm>
            <a:off x="4736698" y="876622"/>
            <a:ext cx="2456122" cy="523220"/>
          </a:xfrm>
          <a:prstGeom prst="rect">
            <a:avLst/>
          </a:prstGeom>
          <a:noFill/>
        </p:spPr>
        <p:txBody>
          <a:bodyPr wrap="non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Agile Approach</a:t>
            </a:r>
          </a:p>
        </p:txBody>
      </p:sp>
      <p:graphicFrame>
        <p:nvGraphicFramePr>
          <p:cNvPr id="3" name="Content Placeholder 5">
            <a:extLst>
              <a:ext uri="{FF2B5EF4-FFF2-40B4-BE49-F238E27FC236}">
                <a16:creationId xmlns:a16="http://schemas.microsoft.com/office/drawing/2014/main" id="{178369E5-0BC6-BBF8-CA44-5FABA945953A}"/>
              </a:ext>
            </a:extLst>
          </p:cNvPr>
          <p:cNvGraphicFramePr>
            <a:graphicFrameLocks/>
          </p:cNvGraphicFramePr>
          <p:nvPr>
            <p:extLst>
              <p:ext uri="{D42A27DB-BD31-4B8C-83A1-F6EECF244321}">
                <p14:modId xmlns:p14="http://schemas.microsoft.com/office/powerpoint/2010/main" val="1986393547"/>
              </p:ext>
            </p:extLst>
          </p:nvPr>
        </p:nvGraphicFramePr>
        <p:xfrm>
          <a:off x="0" y="-334452"/>
          <a:ext cx="12192286" cy="13809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a:extLst>
              <a:ext uri="{FF2B5EF4-FFF2-40B4-BE49-F238E27FC236}">
                <a16:creationId xmlns:a16="http://schemas.microsoft.com/office/drawing/2014/main" id="{940E5B33-6DBC-194C-CB98-C36553CA2D9F}"/>
              </a:ext>
            </a:extLst>
          </p:cNvPr>
          <p:cNvGraphicFramePr>
            <a:graphicFrameLocks noGrp="1"/>
          </p:cNvGraphicFramePr>
          <p:nvPr>
            <p:extLst>
              <p:ext uri="{D42A27DB-BD31-4B8C-83A1-F6EECF244321}">
                <p14:modId xmlns:p14="http://schemas.microsoft.com/office/powerpoint/2010/main" val="3491053089"/>
              </p:ext>
            </p:extLst>
          </p:nvPr>
        </p:nvGraphicFramePr>
        <p:xfrm>
          <a:off x="183519" y="1527231"/>
          <a:ext cx="11844615" cy="2956560"/>
        </p:xfrm>
        <a:graphic>
          <a:graphicData uri="http://schemas.openxmlformats.org/drawingml/2006/table">
            <a:tbl>
              <a:tblPr>
                <a:tableStyleId>{D7AC3CCA-C797-4891-BE02-D94E43425B78}</a:tableStyleId>
              </a:tblPr>
              <a:tblGrid>
                <a:gridCol w="3948205">
                  <a:extLst>
                    <a:ext uri="{9D8B030D-6E8A-4147-A177-3AD203B41FA5}">
                      <a16:colId xmlns:a16="http://schemas.microsoft.com/office/drawing/2014/main" val="2958755204"/>
                    </a:ext>
                  </a:extLst>
                </a:gridCol>
                <a:gridCol w="3948205">
                  <a:extLst>
                    <a:ext uri="{9D8B030D-6E8A-4147-A177-3AD203B41FA5}">
                      <a16:colId xmlns:a16="http://schemas.microsoft.com/office/drawing/2014/main" val="2794651794"/>
                    </a:ext>
                  </a:extLst>
                </a:gridCol>
                <a:gridCol w="3948205">
                  <a:extLst>
                    <a:ext uri="{9D8B030D-6E8A-4147-A177-3AD203B41FA5}">
                      <a16:colId xmlns:a16="http://schemas.microsoft.com/office/drawing/2014/main" val="3502896766"/>
                    </a:ext>
                  </a:extLst>
                </a:gridCol>
              </a:tblGrid>
              <a:tr h="0">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Sprint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extLst>
                  <a:ext uri="{0D108BD9-81ED-4DB2-BD59-A6C34878D82A}">
                    <a16:rowId xmlns:a16="http://schemas.microsoft.com/office/drawing/2014/main" val="563169417"/>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Sprint 1</a:t>
                      </a: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Jan 22 – Feb 3</a:t>
                      </a: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Requirements + prototype kickoff</a:t>
                      </a:r>
                    </a:p>
                  </a:txBody>
                  <a:tcPr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233628079"/>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Sprint 2</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Feb 4 – Feb 17</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Core Booking Web App + CRM base</a:t>
                      </a:r>
                    </a:p>
                  </a:txBody>
                  <a:tcPr anchor="ctr">
                    <a:solidFill>
                      <a:schemeClr val="bg1"/>
                    </a:solidFill>
                  </a:tcPr>
                </a:tc>
                <a:extLst>
                  <a:ext uri="{0D108BD9-81ED-4DB2-BD59-A6C34878D82A}">
                    <a16:rowId xmlns:a16="http://schemas.microsoft.com/office/drawing/2014/main" val="439583581"/>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Sprint 3</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Feb 18 – Mar 3</a:t>
                      </a:r>
                    </a:p>
                  </a:txBody>
                  <a:tcPr anchor="ctr">
                    <a:solidFill>
                      <a:schemeClr val="bg1"/>
                    </a:solidFill>
                  </a:tcPr>
                </a:tc>
                <a:tc>
                  <a:txBody>
                    <a:bodyPr/>
                    <a:lstStyle/>
                    <a:p>
                      <a:pPr>
                        <a:buNone/>
                      </a:pPr>
                      <a:r>
                        <a:rPr lang="it-IT" sz="1800">
                          <a:latin typeface="Calibri" panose="020F0502020204030204" pitchFamily="34" charset="0"/>
                          <a:ea typeface="Calibri" panose="020F0502020204030204" pitchFamily="34" charset="0"/>
                          <a:cs typeface="Calibri" panose="020F0502020204030204" pitchFamily="34" charset="0"/>
                        </a:rPr>
                        <a:t>Bitrix CRM + Dialpad AI setup</a:t>
                      </a:r>
                    </a:p>
                  </a:txBody>
                  <a:tcPr anchor="ctr">
                    <a:solidFill>
                      <a:schemeClr val="bg1"/>
                    </a:solidFill>
                  </a:tcPr>
                </a:tc>
                <a:extLst>
                  <a:ext uri="{0D108BD9-81ED-4DB2-BD59-A6C34878D82A}">
                    <a16:rowId xmlns:a16="http://schemas.microsoft.com/office/drawing/2014/main" val="961507342"/>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Sprint 4</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Mar 4 – Mar 17</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Full integration + system testing</a:t>
                      </a:r>
                    </a:p>
                  </a:txBody>
                  <a:tcPr anchor="ctr">
                    <a:solidFill>
                      <a:schemeClr val="bg1"/>
                    </a:solidFill>
                  </a:tcPr>
                </a:tc>
                <a:extLst>
                  <a:ext uri="{0D108BD9-81ED-4DB2-BD59-A6C34878D82A}">
                    <a16:rowId xmlns:a16="http://schemas.microsoft.com/office/drawing/2014/main" val="2145625779"/>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Sprint 5</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Mar 18 – Mar 31</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UAT build + sponsor validation</a:t>
                      </a:r>
                    </a:p>
                  </a:txBody>
                  <a:tcPr anchor="ctr">
                    <a:solidFill>
                      <a:schemeClr val="bg1"/>
                    </a:solidFill>
                  </a:tcPr>
                </a:tc>
                <a:extLst>
                  <a:ext uri="{0D108BD9-81ED-4DB2-BD59-A6C34878D82A}">
                    <a16:rowId xmlns:a16="http://schemas.microsoft.com/office/drawing/2014/main" val="955901354"/>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Final Sprint</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Apr 1 – Apr 5</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Final fixes + production readiness</a:t>
                      </a:r>
                    </a:p>
                  </a:txBody>
                  <a:tcPr anchor="ctr">
                    <a:solidFill>
                      <a:schemeClr val="bg1"/>
                    </a:solidFill>
                  </a:tcPr>
                </a:tc>
                <a:extLst>
                  <a:ext uri="{0D108BD9-81ED-4DB2-BD59-A6C34878D82A}">
                    <a16:rowId xmlns:a16="http://schemas.microsoft.com/office/drawing/2014/main" val="2387741690"/>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Launch/Handoff</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Apr 6 – Apr 10</a:t>
                      </a:r>
                    </a:p>
                  </a:txBody>
                  <a:tcPr anchor="ctr">
                    <a:solidFill>
                      <a:schemeClr val="bg1"/>
                    </a:solid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Deployment + documentation + training</a:t>
                      </a:r>
                    </a:p>
                  </a:txBody>
                  <a:tcPr anchor="ctr">
                    <a:solidFill>
                      <a:schemeClr val="bg1"/>
                    </a:solidFill>
                  </a:tcPr>
                </a:tc>
                <a:extLst>
                  <a:ext uri="{0D108BD9-81ED-4DB2-BD59-A6C34878D82A}">
                    <a16:rowId xmlns:a16="http://schemas.microsoft.com/office/drawing/2014/main" val="839563860"/>
                  </a:ext>
                </a:extLst>
              </a:tr>
            </a:tbl>
          </a:graphicData>
        </a:graphic>
      </p:graphicFrame>
      <p:sp>
        <p:nvSpPr>
          <p:cNvPr id="4" name="TextBox 3">
            <a:extLst>
              <a:ext uri="{FF2B5EF4-FFF2-40B4-BE49-F238E27FC236}">
                <a16:creationId xmlns:a16="http://schemas.microsoft.com/office/drawing/2014/main" id="{6B293D0F-CEA2-4C46-26C8-451FBFDF47A2}"/>
              </a:ext>
            </a:extLst>
          </p:cNvPr>
          <p:cNvSpPr txBox="1"/>
          <p:nvPr/>
        </p:nvSpPr>
        <p:spPr>
          <a:xfrm>
            <a:off x="396063" y="5058048"/>
            <a:ext cx="9308215" cy="923330"/>
          </a:xfrm>
          <a:prstGeom prst="rect">
            <a:avLst/>
          </a:prstGeom>
          <a:noFill/>
          <a:ln w="3175">
            <a:solidFill>
              <a:schemeClr val="tx1"/>
            </a:solidFill>
          </a:ln>
        </p:spPr>
        <p:txBody>
          <a:bodyPr wrap="square" rtlCol="0">
            <a:spAutoFit/>
          </a:bodyPr>
          <a:lstStyle/>
          <a:p>
            <a:r>
              <a:rPr lang="en-US" sz="1800" b="1">
                <a:latin typeface="Calibri" panose="020F0502020204030204" pitchFamily="34" charset="0"/>
                <a:ea typeface="Calibri" panose="020F0502020204030204" pitchFamily="34" charset="0"/>
                <a:cs typeface="Calibri" panose="020F0502020204030204" pitchFamily="34" charset="0"/>
              </a:rPr>
              <a:t>These sprints show the work plan exactly by start and end date, which matches the </a:t>
            </a:r>
          </a:p>
          <a:p>
            <a:r>
              <a:rPr lang="en-US" sz="1800" b="1">
                <a:latin typeface="Calibri" panose="020F0502020204030204" pitchFamily="34" charset="0"/>
                <a:ea typeface="Calibri" panose="020F0502020204030204" pitchFamily="34" charset="0"/>
                <a:cs typeface="Calibri" panose="020F0502020204030204" pitchFamily="34" charset="0"/>
              </a:rPr>
              <a:t>Agile requirement. Each sprint concludes with a formal review and sponsor validation to ensure</a:t>
            </a:r>
          </a:p>
          <a:p>
            <a:r>
              <a:rPr lang="en-US" sz="1800" b="1">
                <a:latin typeface="Calibri" panose="020F0502020204030204" pitchFamily="34" charset="0"/>
                <a:ea typeface="Calibri" panose="020F0502020204030204" pitchFamily="34" charset="0"/>
                <a:cs typeface="Calibri" panose="020F0502020204030204" pitchFamily="34" charset="0"/>
              </a:rPr>
              <a:t>progress aligns with project goals before moving forward.</a:t>
            </a:r>
          </a:p>
        </p:txBody>
      </p:sp>
      <p:pic>
        <p:nvPicPr>
          <p:cNvPr id="1028" name="Picture 4" descr="Sprint in Agile: Sprint Project Management | Adobe Workfront">
            <a:extLst>
              <a:ext uri="{FF2B5EF4-FFF2-40B4-BE49-F238E27FC236}">
                <a16:creationId xmlns:a16="http://schemas.microsoft.com/office/drawing/2014/main" id="{9636B77C-CEB8-BCEA-9DC0-303D42B53C8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4388" t="21834" r="30539" b="14235"/>
          <a:stretch>
            <a:fillRect/>
          </a:stretch>
        </p:blipFill>
        <p:spPr bwMode="auto">
          <a:xfrm>
            <a:off x="9902952" y="4605313"/>
            <a:ext cx="1778845"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53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174F7542-6CD2-DD4A-811A-CC9DDB5C0216}"/>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AC0921DB-1E09-2C45-22EB-673E6DE885CD}"/>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6</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3C4915A0-A5D3-172C-4C26-6B33B86C54D8}"/>
              </a:ext>
            </a:extLst>
          </p:cNvPr>
          <p:cNvSpPr txBox="1"/>
          <p:nvPr/>
        </p:nvSpPr>
        <p:spPr>
          <a:xfrm>
            <a:off x="3812362" y="876622"/>
            <a:ext cx="4567276" cy="523220"/>
          </a:xfrm>
          <a:prstGeom prst="rect">
            <a:avLst/>
          </a:prstGeom>
          <a:noFill/>
        </p:spPr>
        <p:txBody>
          <a:bodyPr wrap="non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SDLC Phases (Plan → Review)</a:t>
            </a:r>
          </a:p>
        </p:txBody>
      </p:sp>
      <p:sp>
        <p:nvSpPr>
          <p:cNvPr id="4" name="TextBox 3">
            <a:extLst>
              <a:ext uri="{FF2B5EF4-FFF2-40B4-BE49-F238E27FC236}">
                <a16:creationId xmlns:a16="http://schemas.microsoft.com/office/drawing/2014/main" id="{9BA2A5BF-DE5A-43FA-CF83-929D2FFB31FC}"/>
              </a:ext>
            </a:extLst>
          </p:cNvPr>
          <p:cNvSpPr txBox="1"/>
          <p:nvPr/>
        </p:nvSpPr>
        <p:spPr>
          <a:xfrm>
            <a:off x="505539" y="5480555"/>
            <a:ext cx="11175115" cy="923330"/>
          </a:xfrm>
          <a:prstGeom prst="rect">
            <a:avLst/>
          </a:prstGeom>
          <a:noFill/>
          <a:ln w="3175">
            <a:solidFill>
              <a:schemeClr val="tx1"/>
            </a:solidFill>
          </a:ln>
        </p:spPr>
        <p:txBody>
          <a:bodyPr wrap="square" lIns="91440" tIns="45720" rIns="91440" bIns="45720" rtlCol="0" anchor="t">
            <a:spAutoFit/>
          </a:bodyPr>
          <a:lstStyle/>
          <a:p>
            <a:r>
              <a:rPr lang="en-US" sz="1800" b="1">
                <a:latin typeface="Calibri"/>
                <a:ea typeface="Calibri"/>
                <a:cs typeface="Calibri"/>
              </a:rPr>
              <a:t>In an Agile approach, each sprint follows a complete SDLC cycle from planning through review. Planning, design, development, testing, deployment, and review occur within every sprint to deliver incremental value.</a:t>
            </a:r>
            <a:br>
              <a:rPr lang="en-US" sz="1800" b="1">
                <a:latin typeface="Calibri"/>
                <a:ea typeface="Calibri"/>
                <a:cs typeface="Calibri"/>
              </a:rPr>
            </a:br>
            <a:r>
              <a:rPr lang="en-US" sz="1800" b="1">
                <a:latin typeface="Calibri"/>
                <a:ea typeface="Calibri"/>
                <a:cs typeface="Calibri"/>
              </a:rPr>
              <a:t> This enables continuous feedback, early issue detection, and regular sponsor validation</a:t>
            </a:r>
            <a:r>
              <a:rPr lang="en-US" sz="1800">
                <a:ea typeface="Calibri"/>
              </a:rPr>
              <a:t>.</a:t>
            </a:r>
          </a:p>
        </p:txBody>
      </p:sp>
      <p:grpSp>
        <p:nvGrpSpPr>
          <p:cNvPr id="6" name="Group 5">
            <a:extLst>
              <a:ext uri="{FF2B5EF4-FFF2-40B4-BE49-F238E27FC236}">
                <a16:creationId xmlns:a16="http://schemas.microsoft.com/office/drawing/2014/main" id="{3308343B-1D5E-0EFD-6886-6F205E83F0E5}"/>
              </a:ext>
            </a:extLst>
          </p:cNvPr>
          <p:cNvGrpSpPr/>
          <p:nvPr/>
        </p:nvGrpSpPr>
        <p:grpSpPr>
          <a:xfrm>
            <a:off x="0" y="-14026"/>
            <a:ext cx="1845512" cy="738204"/>
            <a:chOff x="0" y="321362"/>
            <a:chExt cx="1845512" cy="738204"/>
          </a:xfrm>
        </p:grpSpPr>
        <p:sp>
          <p:nvSpPr>
            <p:cNvPr id="29" name="Arrow: Pentagon 28">
              <a:extLst>
                <a:ext uri="{FF2B5EF4-FFF2-40B4-BE49-F238E27FC236}">
                  <a16:creationId xmlns:a16="http://schemas.microsoft.com/office/drawing/2014/main" id="{39825F2E-844E-1066-B74F-FEDA2000CEDA}"/>
                </a:ext>
              </a:extLst>
            </p:cNvPr>
            <p:cNvSpPr/>
            <p:nvPr/>
          </p:nvSpPr>
          <p:spPr>
            <a:xfrm>
              <a:off x="0" y="321362"/>
              <a:ext cx="1845512" cy="738204"/>
            </a:xfrm>
            <a:prstGeom prst="homePlate">
              <a:avLst/>
            </a:prstGeom>
            <a:solidFill>
              <a:schemeClr val="bg1"/>
            </a:solidFill>
            <a:ln w="12700">
              <a:solidFill>
                <a:srgbClr val="9CCCB9"/>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lstStyle/>
            <a:p>
              <a:endParaRPr lang="en-US"/>
            </a:p>
          </p:txBody>
        </p:sp>
        <p:sp>
          <p:nvSpPr>
            <p:cNvPr id="30" name="Arrow: Pentagon 4">
              <a:extLst>
                <a:ext uri="{FF2B5EF4-FFF2-40B4-BE49-F238E27FC236}">
                  <a16:creationId xmlns:a16="http://schemas.microsoft.com/office/drawing/2014/main" id="{49B1ED03-4763-9F47-F384-09333F2CF59B}"/>
                </a:ext>
              </a:extLst>
            </p:cNvPr>
            <p:cNvSpPr txBox="1"/>
            <p:nvPr/>
          </p:nvSpPr>
          <p:spPr>
            <a:xfrm>
              <a:off x="0" y="321362"/>
              <a:ext cx="1660961"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p:txBody>
        </p:sp>
      </p:grpSp>
      <p:grpSp>
        <p:nvGrpSpPr>
          <p:cNvPr id="7" name="Group 6">
            <a:extLst>
              <a:ext uri="{FF2B5EF4-FFF2-40B4-BE49-F238E27FC236}">
                <a16:creationId xmlns:a16="http://schemas.microsoft.com/office/drawing/2014/main" id="{A9705F0D-B2E8-286A-DEB1-5183125EFCCC}"/>
              </a:ext>
            </a:extLst>
          </p:cNvPr>
          <p:cNvGrpSpPr/>
          <p:nvPr/>
        </p:nvGrpSpPr>
        <p:grpSpPr>
          <a:xfrm>
            <a:off x="1476409" y="-14026"/>
            <a:ext cx="1845512" cy="738204"/>
            <a:chOff x="1476409" y="321362"/>
            <a:chExt cx="1845512" cy="738204"/>
          </a:xfrm>
        </p:grpSpPr>
        <p:sp>
          <p:nvSpPr>
            <p:cNvPr id="27" name="Arrow: Chevron 26">
              <a:extLst>
                <a:ext uri="{FF2B5EF4-FFF2-40B4-BE49-F238E27FC236}">
                  <a16:creationId xmlns:a16="http://schemas.microsoft.com/office/drawing/2014/main" id="{BE3CC591-FD7E-57DB-B77D-1071165E468E}"/>
                </a:ext>
              </a:extLst>
            </p:cNvPr>
            <p:cNvSpPr/>
            <p:nvPr/>
          </p:nvSpPr>
          <p:spPr>
            <a:xfrm>
              <a:off x="1476409" y="321362"/>
              <a:ext cx="1845512" cy="738204"/>
            </a:xfrm>
            <a:prstGeom prst="chevron">
              <a:avLst/>
            </a:prstGeom>
            <a:solidFill>
              <a:srgbClr val="9CCCB9"/>
            </a:solid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28" name="Arrow: Chevron 6">
              <a:extLst>
                <a:ext uri="{FF2B5EF4-FFF2-40B4-BE49-F238E27FC236}">
                  <a16:creationId xmlns:a16="http://schemas.microsoft.com/office/drawing/2014/main" id="{E4D568AB-4646-79CB-AF20-353C036B2D91}"/>
                </a:ext>
              </a:extLst>
            </p:cNvPr>
            <p:cNvSpPr txBox="1"/>
            <p:nvPr/>
          </p:nvSpPr>
          <p:spPr>
            <a:xfrm>
              <a:off x="1845511"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p:txBody>
        </p:sp>
      </p:grpSp>
      <p:grpSp>
        <p:nvGrpSpPr>
          <p:cNvPr id="9" name="Group 8">
            <a:extLst>
              <a:ext uri="{FF2B5EF4-FFF2-40B4-BE49-F238E27FC236}">
                <a16:creationId xmlns:a16="http://schemas.microsoft.com/office/drawing/2014/main" id="{ACB91CE2-656B-3A10-43FE-D7B7EB74FC0E}"/>
              </a:ext>
            </a:extLst>
          </p:cNvPr>
          <p:cNvGrpSpPr/>
          <p:nvPr/>
        </p:nvGrpSpPr>
        <p:grpSpPr>
          <a:xfrm>
            <a:off x="2952818" y="-14026"/>
            <a:ext cx="1845512" cy="738204"/>
            <a:chOff x="2952818" y="321362"/>
            <a:chExt cx="1845512" cy="738204"/>
          </a:xfrm>
        </p:grpSpPr>
        <p:sp>
          <p:nvSpPr>
            <p:cNvPr id="25" name="Arrow: Chevron 24">
              <a:extLst>
                <a:ext uri="{FF2B5EF4-FFF2-40B4-BE49-F238E27FC236}">
                  <a16:creationId xmlns:a16="http://schemas.microsoft.com/office/drawing/2014/main" id="{81670B63-4265-6134-FD88-B202083651A2}"/>
                </a:ext>
              </a:extLst>
            </p:cNvPr>
            <p:cNvSpPr/>
            <p:nvPr/>
          </p:nvSpPr>
          <p:spPr>
            <a:xfrm>
              <a:off x="2952818"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26" name="Arrow: Chevron 8">
              <a:extLst>
                <a:ext uri="{FF2B5EF4-FFF2-40B4-BE49-F238E27FC236}">
                  <a16:creationId xmlns:a16="http://schemas.microsoft.com/office/drawing/2014/main" id="{13017EFC-9CE7-3342-1621-517481D74F3E}"/>
                </a:ext>
              </a:extLst>
            </p:cNvPr>
            <p:cNvSpPr txBox="1"/>
            <p:nvPr/>
          </p:nvSpPr>
          <p:spPr>
            <a:xfrm>
              <a:off x="3321920"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p:txBody>
        </p:sp>
      </p:grpSp>
      <p:grpSp>
        <p:nvGrpSpPr>
          <p:cNvPr id="10" name="Group 9">
            <a:extLst>
              <a:ext uri="{FF2B5EF4-FFF2-40B4-BE49-F238E27FC236}">
                <a16:creationId xmlns:a16="http://schemas.microsoft.com/office/drawing/2014/main" id="{EBDB0BFB-EA43-4FAB-BF0D-478009F2C24C}"/>
              </a:ext>
            </a:extLst>
          </p:cNvPr>
          <p:cNvGrpSpPr/>
          <p:nvPr/>
        </p:nvGrpSpPr>
        <p:grpSpPr>
          <a:xfrm>
            <a:off x="4429228" y="-14026"/>
            <a:ext cx="1845512" cy="738204"/>
            <a:chOff x="4429228" y="321362"/>
            <a:chExt cx="1845512" cy="738204"/>
          </a:xfrm>
        </p:grpSpPr>
        <p:sp>
          <p:nvSpPr>
            <p:cNvPr id="23" name="Arrow: Chevron 22">
              <a:extLst>
                <a:ext uri="{FF2B5EF4-FFF2-40B4-BE49-F238E27FC236}">
                  <a16:creationId xmlns:a16="http://schemas.microsoft.com/office/drawing/2014/main" id="{3ACF2490-3B5D-9747-F30D-F880616D6B79}"/>
                </a:ext>
              </a:extLst>
            </p:cNvPr>
            <p:cNvSpPr/>
            <p:nvPr/>
          </p:nvSpPr>
          <p:spPr>
            <a:xfrm>
              <a:off x="4429228"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24" name="Arrow: Chevron 10">
              <a:extLst>
                <a:ext uri="{FF2B5EF4-FFF2-40B4-BE49-F238E27FC236}">
                  <a16:creationId xmlns:a16="http://schemas.microsoft.com/office/drawing/2014/main" id="{30722076-C931-B00B-1A29-3820E3B0E26F}"/>
                </a:ext>
              </a:extLst>
            </p:cNvPr>
            <p:cNvSpPr txBox="1"/>
            <p:nvPr/>
          </p:nvSpPr>
          <p:spPr>
            <a:xfrm>
              <a:off x="4798330"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p:txBody>
        </p:sp>
      </p:grpSp>
      <p:grpSp>
        <p:nvGrpSpPr>
          <p:cNvPr id="11" name="Group 10">
            <a:extLst>
              <a:ext uri="{FF2B5EF4-FFF2-40B4-BE49-F238E27FC236}">
                <a16:creationId xmlns:a16="http://schemas.microsoft.com/office/drawing/2014/main" id="{1794F73F-EAAD-701A-F1DD-C1C302767BD8}"/>
              </a:ext>
            </a:extLst>
          </p:cNvPr>
          <p:cNvGrpSpPr/>
          <p:nvPr/>
        </p:nvGrpSpPr>
        <p:grpSpPr>
          <a:xfrm>
            <a:off x="5905638" y="-14026"/>
            <a:ext cx="1845512" cy="738204"/>
            <a:chOff x="5905638" y="321362"/>
            <a:chExt cx="1845512" cy="738204"/>
          </a:xfrm>
        </p:grpSpPr>
        <p:sp>
          <p:nvSpPr>
            <p:cNvPr id="21" name="Arrow: Chevron 20">
              <a:extLst>
                <a:ext uri="{FF2B5EF4-FFF2-40B4-BE49-F238E27FC236}">
                  <a16:creationId xmlns:a16="http://schemas.microsoft.com/office/drawing/2014/main" id="{4B4D4F9E-DAFE-2854-FF45-0CDDC1EF1345}"/>
                </a:ext>
              </a:extLst>
            </p:cNvPr>
            <p:cNvSpPr/>
            <p:nvPr/>
          </p:nvSpPr>
          <p:spPr>
            <a:xfrm>
              <a:off x="5905638"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22" name="Arrow: Chevron 12">
              <a:extLst>
                <a:ext uri="{FF2B5EF4-FFF2-40B4-BE49-F238E27FC236}">
                  <a16:creationId xmlns:a16="http://schemas.microsoft.com/office/drawing/2014/main" id="{86526896-EAA1-0592-AE4D-C9E540397159}"/>
                </a:ext>
              </a:extLst>
            </p:cNvPr>
            <p:cNvSpPr txBox="1"/>
            <p:nvPr/>
          </p:nvSpPr>
          <p:spPr>
            <a:xfrm>
              <a:off x="6274740"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p:txBody>
        </p:sp>
      </p:grpSp>
      <p:grpSp>
        <p:nvGrpSpPr>
          <p:cNvPr id="12" name="Group 11">
            <a:extLst>
              <a:ext uri="{FF2B5EF4-FFF2-40B4-BE49-F238E27FC236}">
                <a16:creationId xmlns:a16="http://schemas.microsoft.com/office/drawing/2014/main" id="{186E53A8-FEB2-1082-5876-082E829C7B1D}"/>
              </a:ext>
            </a:extLst>
          </p:cNvPr>
          <p:cNvGrpSpPr/>
          <p:nvPr/>
        </p:nvGrpSpPr>
        <p:grpSpPr>
          <a:xfrm>
            <a:off x="7382047" y="-14026"/>
            <a:ext cx="1845512" cy="738204"/>
            <a:chOff x="7382047" y="321362"/>
            <a:chExt cx="1845512" cy="738204"/>
          </a:xfrm>
        </p:grpSpPr>
        <p:sp>
          <p:nvSpPr>
            <p:cNvPr id="19" name="Arrow: Chevron 18">
              <a:extLst>
                <a:ext uri="{FF2B5EF4-FFF2-40B4-BE49-F238E27FC236}">
                  <a16:creationId xmlns:a16="http://schemas.microsoft.com/office/drawing/2014/main" id="{951BE9A1-6184-4FAE-758F-F6EB1DED622F}"/>
                </a:ext>
              </a:extLst>
            </p:cNvPr>
            <p:cNvSpPr/>
            <p:nvPr/>
          </p:nvSpPr>
          <p:spPr>
            <a:xfrm>
              <a:off x="738204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20" name="Arrow: Chevron 14">
              <a:extLst>
                <a:ext uri="{FF2B5EF4-FFF2-40B4-BE49-F238E27FC236}">
                  <a16:creationId xmlns:a16="http://schemas.microsoft.com/office/drawing/2014/main" id="{76B18667-9346-AA0D-CB8D-6C4E16252657}"/>
                </a:ext>
              </a:extLst>
            </p:cNvPr>
            <p:cNvSpPr txBox="1"/>
            <p:nvPr/>
          </p:nvSpPr>
          <p:spPr>
            <a:xfrm>
              <a:off x="775114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p:txBody>
        </p:sp>
      </p:grpSp>
      <p:grpSp>
        <p:nvGrpSpPr>
          <p:cNvPr id="13" name="Group 12">
            <a:extLst>
              <a:ext uri="{FF2B5EF4-FFF2-40B4-BE49-F238E27FC236}">
                <a16:creationId xmlns:a16="http://schemas.microsoft.com/office/drawing/2014/main" id="{5E9CECAF-2A47-2641-C3FC-DCE825DC6E1D}"/>
              </a:ext>
            </a:extLst>
          </p:cNvPr>
          <p:cNvGrpSpPr/>
          <p:nvPr/>
        </p:nvGrpSpPr>
        <p:grpSpPr>
          <a:xfrm>
            <a:off x="8858457" y="-14026"/>
            <a:ext cx="1845512" cy="738204"/>
            <a:chOff x="8858457" y="321362"/>
            <a:chExt cx="1845512" cy="738204"/>
          </a:xfrm>
        </p:grpSpPr>
        <p:sp>
          <p:nvSpPr>
            <p:cNvPr id="17" name="Arrow: Chevron 16">
              <a:extLst>
                <a:ext uri="{FF2B5EF4-FFF2-40B4-BE49-F238E27FC236}">
                  <a16:creationId xmlns:a16="http://schemas.microsoft.com/office/drawing/2014/main" id="{9FCDA9CD-BFAB-48E2-954F-E5524CF72ECC}"/>
                </a:ext>
              </a:extLst>
            </p:cNvPr>
            <p:cNvSpPr/>
            <p:nvPr/>
          </p:nvSpPr>
          <p:spPr>
            <a:xfrm>
              <a:off x="885845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18" name="Arrow: Chevron 16">
              <a:extLst>
                <a:ext uri="{FF2B5EF4-FFF2-40B4-BE49-F238E27FC236}">
                  <a16:creationId xmlns:a16="http://schemas.microsoft.com/office/drawing/2014/main" id="{E7642005-6668-AE8B-8B86-118EBB08997E}"/>
                </a:ext>
              </a:extLst>
            </p:cNvPr>
            <p:cNvSpPr txBox="1"/>
            <p:nvPr/>
          </p:nvSpPr>
          <p:spPr>
            <a:xfrm>
              <a:off x="922755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p:txBody>
        </p:sp>
      </p:grpSp>
      <p:grpSp>
        <p:nvGrpSpPr>
          <p:cNvPr id="14" name="Group 13">
            <a:extLst>
              <a:ext uri="{FF2B5EF4-FFF2-40B4-BE49-F238E27FC236}">
                <a16:creationId xmlns:a16="http://schemas.microsoft.com/office/drawing/2014/main" id="{F484A5C5-145B-FE7E-A696-D49261C842A0}"/>
              </a:ext>
            </a:extLst>
          </p:cNvPr>
          <p:cNvGrpSpPr/>
          <p:nvPr/>
        </p:nvGrpSpPr>
        <p:grpSpPr>
          <a:xfrm>
            <a:off x="10340820" y="-14026"/>
            <a:ext cx="1845512" cy="738204"/>
            <a:chOff x="10340820" y="321362"/>
            <a:chExt cx="1845512" cy="738204"/>
          </a:xfrm>
        </p:grpSpPr>
        <p:sp>
          <p:nvSpPr>
            <p:cNvPr id="15" name="Arrow: Chevron 14">
              <a:extLst>
                <a:ext uri="{FF2B5EF4-FFF2-40B4-BE49-F238E27FC236}">
                  <a16:creationId xmlns:a16="http://schemas.microsoft.com/office/drawing/2014/main" id="{250BACEB-B527-769D-4752-24676CDDB52D}"/>
                </a:ext>
              </a:extLst>
            </p:cNvPr>
            <p:cNvSpPr/>
            <p:nvPr/>
          </p:nvSpPr>
          <p:spPr>
            <a:xfrm>
              <a:off x="10340820"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16" name="Arrow: Chevron 18">
              <a:extLst>
                <a:ext uri="{FF2B5EF4-FFF2-40B4-BE49-F238E27FC236}">
                  <a16:creationId xmlns:a16="http://schemas.microsoft.com/office/drawing/2014/main" id="{518FBA18-CAC5-BDA6-9237-EF268ADB657B}"/>
                </a:ext>
              </a:extLst>
            </p:cNvPr>
            <p:cNvSpPr txBox="1"/>
            <p:nvPr/>
          </p:nvSpPr>
          <p:spPr>
            <a:xfrm>
              <a:off x="10709922"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p:txBody>
        </p:sp>
      </p:grpSp>
      <p:graphicFrame>
        <p:nvGraphicFramePr>
          <p:cNvPr id="3" name="Table 2">
            <a:extLst>
              <a:ext uri="{FF2B5EF4-FFF2-40B4-BE49-F238E27FC236}">
                <a16:creationId xmlns:a16="http://schemas.microsoft.com/office/drawing/2014/main" id="{AA2602A5-08D2-FA13-EA23-15790E42971B}"/>
              </a:ext>
            </a:extLst>
          </p:cNvPr>
          <p:cNvGraphicFramePr>
            <a:graphicFrameLocks noGrp="1"/>
          </p:cNvGraphicFramePr>
          <p:nvPr>
            <p:extLst>
              <p:ext uri="{D42A27DB-BD31-4B8C-83A1-F6EECF244321}">
                <p14:modId xmlns:p14="http://schemas.microsoft.com/office/powerpoint/2010/main" val="3626702293"/>
              </p:ext>
            </p:extLst>
          </p:nvPr>
        </p:nvGraphicFramePr>
        <p:xfrm>
          <a:off x="419100" y="1400175"/>
          <a:ext cx="11582382" cy="3840480"/>
        </p:xfrm>
        <a:graphic>
          <a:graphicData uri="http://schemas.openxmlformats.org/drawingml/2006/table">
            <a:tbl>
              <a:tblPr bandRow="1">
                <a:tableStyleId>{5C22544A-7EE6-4342-B048-85BDC9FD1C3A}</a:tableStyleId>
              </a:tblPr>
              <a:tblGrid>
                <a:gridCol w="3860794">
                  <a:extLst>
                    <a:ext uri="{9D8B030D-6E8A-4147-A177-3AD203B41FA5}">
                      <a16:colId xmlns:a16="http://schemas.microsoft.com/office/drawing/2014/main" val="3678650193"/>
                    </a:ext>
                  </a:extLst>
                </a:gridCol>
                <a:gridCol w="3860794">
                  <a:extLst>
                    <a:ext uri="{9D8B030D-6E8A-4147-A177-3AD203B41FA5}">
                      <a16:colId xmlns:a16="http://schemas.microsoft.com/office/drawing/2014/main" val="4203269304"/>
                    </a:ext>
                  </a:extLst>
                </a:gridCol>
                <a:gridCol w="3860794">
                  <a:extLst>
                    <a:ext uri="{9D8B030D-6E8A-4147-A177-3AD203B41FA5}">
                      <a16:colId xmlns:a16="http://schemas.microsoft.com/office/drawing/2014/main" val="1759420271"/>
                    </a:ext>
                  </a:extLst>
                </a:gridCol>
              </a:tblGrid>
              <a:tr h="329608">
                <a:tc>
                  <a:txBody>
                    <a:bodyPr/>
                    <a:lstStyle/>
                    <a:p>
                      <a:pPr>
                        <a:buNone/>
                      </a:pPr>
                      <a:r>
                        <a:rPr lang="en-US" sz="1800" b="1">
                          <a:latin typeface="Calibri"/>
                        </a:rPr>
                        <a:t>SDLC Phase</a:t>
                      </a:r>
                      <a:endParaRPr lang="en-US" sz="18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9CCCB9"/>
                    </a:solidFill>
                  </a:tcPr>
                </a:tc>
                <a:tc>
                  <a:txBody>
                    <a:bodyPr/>
                    <a:lstStyle/>
                    <a:p>
                      <a:pPr>
                        <a:buNone/>
                      </a:pPr>
                      <a:r>
                        <a:rPr lang="en-US" sz="1800" b="1">
                          <a:latin typeface="Calibri"/>
                        </a:rPr>
                        <a:t>When It Happens (Every Sprint)</a:t>
                      </a:r>
                      <a:endParaRPr lang="en-US" sz="18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9CCCB9"/>
                    </a:solidFill>
                  </a:tcPr>
                </a:tc>
                <a:tc>
                  <a:txBody>
                    <a:bodyPr/>
                    <a:lstStyle/>
                    <a:p>
                      <a:pPr>
                        <a:buNone/>
                      </a:pPr>
                      <a:r>
                        <a:rPr lang="en-US" sz="1800" b="1">
                          <a:latin typeface="Calibri"/>
                        </a:rPr>
                        <a:t>What Happens</a:t>
                      </a:r>
                      <a:endParaRPr lang="en-US" sz="18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9CCCB9"/>
                    </a:solidFill>
                  </a:tcPr>
                </a:tc>
                <a:extLst>
                  <a:ext uri="{0D108BD9-81ED-4DB2-BD59-A6C34878D82A}">
                    <a16:rowId xmlns:a16="http://schemas.microsoft.com/office/drawing/2014/main" val="735367944"/>
                  </a:ext>
                </a:extLst>
              </a:tr>
              <a:tr h="523994">
                <a:tc>
                  <a:txBody>
                    <a:bodyPr/>
                    <a:lstStyle/>
                    <a:p>
                      <a:pPr>
                        <a:buNone/>
                      </a:pPr>
                      <a:r>
                        <a:rPr lang="en-US" sz="1600" b="1">
                          <a:latin typeface="Calibri"/>
                        </a:rPr>
                        <a:t>Plan</a:t>
                      </a:r>
                      <a:endParaRPr lang="en-US" sz="16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Start of each sprint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Define sprint goals, user stories, scope, and acceptance criteria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678179169"/>
                  </a:ext>
                </a:extLst>
              </a:tr>
              <a:tr h="523994">
                <a:tc>
                  <a:txBody>
                    <a:bodyPr/>
                    <a:lstStyle/>
                    <a:p>
                      <a:pPr>
                        <a:buNone/>
                      </a:pPr>
                      <a:r>
                        <a:rPr lang="en-US" sz="1600" b="1">
                          <a:latin typeface="Calibri"/>
                        </a:rPr>
                        <a:t>Design</a:t>
                      </a:r>
                      <a:endParaRPr lang="en-US" sz="16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Early in the sprint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Design architecture, workflows, and UI needed for sprint features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54510529"/>
                  </a:ext>
                </a:extLst>
              </a:tr>
              <a:tr h="523994">
                <a:tc>
                  <a:txBody>
                    <a:bodyPr/>
                    <a:lstStyle/>
                    <a:p>
                      <a:pPr>
                        <a:buNone/>
                      </a:pPr>
                      <a:r>
                        <a:rPr lang="en-US" sz="1600" b="1">
                          <a:latin typeface="Calibri"/>
                        </a:rPr>
                        <a:t>Develop</a:t>
                      </a:r>
                      <a:endParaRPr lang="en-US" sz="16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Throughout the sprint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Build features, configure systems, integrate components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26968339"/>
                  </a:ext>
                </a:extLst>
              </a:tr>
              <a:tr h="523994">
                <a:tc>
                  <a:txBody>
                    <a:bodyPr/>
                    <a:lstStyle/>
                    <a:p>
                      <a:pPr>
                        <a:buNone/>
                      </a:pPr>
                      <a:r>
                        <a:rPr lang="en-US" sz="1600" b="1">
                          <a:latin typeface="Calibri"/>
                        </a:rPr>
                        <a:t>Test</a:t>
                      </a:r>
                      <a:endParaRPr lang="en-US" sz="16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Continuous during sprint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Unit, integration, and system testing alongside development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10002264"/>
                  </a:ext>
                </a:extLst>
              </a:tr>
              <a:tr h="523994">
                <a:tc>
                  <a:txBody>
                    <a:bodyPr/>
                    <a:lstStyle/>
                    <a:p>
                      <a:pPr>
                        <a:buNone/>
                      </a:pPr>
                      <a:r>
                        <a:rPr lang="en-US" sz="1600" b="1">
                          <a:latin typeface="Calibri"/>
                        </a:rPr>
                        <a:t>Deploy</a:t>
                      </a:r>
                      <a:endParaRPr lang="en-US" sz="16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End of sprint (incremental)</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Deploy completed features to staging or production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36397689"/>
                  </a:ext>
                </a:extLst>
              </a:tr>
              <a:tr h="523994">
                <a:tc>
                  <a:txBody>
                    <a:bodyPr/>
                    <a:lstStyle/>
                    <a:p>
                      <a:pPr>
                        <a:buNone/>
                      </a:pPr>
                      <a:r>
                        <a:rPr lang="en-US" sz="1600" b="1">
                          <a:latin typeface="Calibri"/>
                        </a:rPr>
                        <a:t>Review</a:t>
                      </a:r>
                      <a:endParaRPr lang="en-US" sz="1600">
                        <a:latin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End of sprint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latin typeface="Calibri"/>
                        </a:rPr>
                        <a:t>Sprint review, demo to sponsor, collect feedback</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10442410"/>
                  </a:ext>
                </a:extLst>
              </a:tr>
            </a:tbl>
          </a:graphicData>
        </a:graphic>
      </p:graphicFrame>
    </p:spTree>
    <p:extLst>
      <p:ext uri="{BB962C8B-B14F-4D97-AF65-F5344CB8AC3E}">
        <p14:creationId xmlns:p14="http://schemas.microsoft.com/office/powerpoint/2010/main" val="2775575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14F9D3AA-CE12-0258-6AA0-4BFB3B5101DE}"/>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A4316FCA-E1CD-1119-8F5A-121D1324F023}"/>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7</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EB7CA282-7F9C-8854-1CB3-A370DF7262AB}"/>
              </a:ext>
            </a:extLst>
          </p:cNvPr>
          <p:cNvSpPr txBox="1"/>
          <p:nvPr/>
        </p:nvSpPr>
        <p:spPr>
          <a:xfrm>
            <a:off x="4127222" y="872831"/>
            <a:ext cx="3716082" cy="523220"/>
          </a:xfrm>
          <a:prstGeom prst="rect">
            <a:avLst/>
          </a:prstGeom>
          <a:noFill/>
        </p:spPr>
        <p:txBody>
          <a:bodyPr wrap="non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Key Product Milestones</a:t>
            </a:r>
          </a:p>
        </p:txBody>
      </p:sp>
      <p:sp>
        <p:nvSpPr>
          <p:cNvPr id="4" name="TextBox 3">
            <a:extLst>
              <a:ext uri="{FF2B5EF4-FFF2-40B4-BE49-F238E27FC236}">
                <a16:creationId xmlns:a16="http://schemas.microsoft.com/office/drawing/2014/main" id="{E549361E-D941-680E-7073-E789DAB276F1}"/>
              </a:ext>
            </a:extLst>
          </p:cNvPr>
          <p:cNvSpPr txBox="1"/>
          <p:nvPr/>
        </p:nvSpPr>
        <p:spPr>
          <a:xfrm>
            <a:off x="6830274" y="4255421"/>
            <a:ext cx="4784472" cy="1754326"/>
          </a:xfrm>
          <a:prstGeom prst="rect">
            <a:avLst/>
          </a:prstGeom>
          <a:noFill/>
          <a:ln w="3175">
            <a:solidFill>
              <a:schemeClr val="tx1"/>
            </a:solidFill>
          </a:ln>
        </p:spPr>
        <p:txBody>
          <a:bodyPr wrap="square" rtlCol="0">
            <a:spAutoFit/>
          </a:bodyPr>
          <a:lstStyle/>
          <a:p>
            <a:r>
              <a:rPr lang="en-US" sz="1800" b="1">
                <a:latin typeface="Calibri" panose="020F0502020204030204" pitchFamily="34" charset="0"/>
                <a:ea typeface="Calibri" panose="020F0502020204030204" pitchFamily="34" charset="0"/>
                <a:cs typeface="Calibri" panose="020F0502020204030204" pitchFamily="34" charset="0"/>
              </a:rPr>
              <a:t>These milestones mark key approval and review points throughout the project timeline, from requirements finalization to final deployment and handoff. Each milestone confirms that deliverables meet expectations before progressing to the next stage of development.</a:t>
            </a:r>
          </a:p>
        </p:txBody>
      </p:sp>
      <p:graphicFrame>
        <p:nvGraphicFramePr>
          <p:cNvPr id="2" name="Diagram 1">
            <a:extLst>
              <a:ext uri="{FF2B5EF4-FFF2-40B4-BE49-F238E27FC236}">
                <a16:creationId xmlns:a16="http://schemas.microsoft.com/office/drawing/2014/main" id="{334FF1C5-B938-6F33-5D65-ABBBD6CA3DC8}"/>
              </a:ext>
            </a:extLst>
          </p:cNvPr>
          <p:cNvGraphicFramePr/>
          <p:nvPr>
            <p:extLst>
              <p:ext uri="{D42A27DB-BD31-4B8C-83A1-F6EECF244321}">
                <p14:modId xmlns:p14="http://schemas.microsoft.com/office/powerpoint/2010/main" val="1367184283"/>
              </p:ext>
            </p:extLst>
          </p:nvPr>
        </p:nvGraphicFramePr>
        <p:xfrm>
          <a:off x="1073483" y="611826"/>
          <a:ext cx="8791243" cy="58627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0" name="Group 9">
            <a:extLst>
              <a:ext uri="{FF2B5EF4-FFF2-40B4-BE49-F238E27FC236}">
                <a16:creationId xmlns:a16="http://schemas.microsoft.com/office/drawing/2014/main" id="{45C67D60-81B9-5334-8FF8-9A7BA9A64C6C}"/>
              </a:ext>
            </a:extLst>
          </p:cNvPr>
          <p:cNvGrpSpPr/>
          <p:nvPr/>
        </p:nvGrpSpPr>
        <p:grpSpPr>
          <a:xfrm>
            <a:off x="5626939" y="2738912"/>
            <a:ext cx="1854962" cy="923330"/>
            <a:chOff x="1861361" y="3290147"/>
            <a:chExt cx="1854962" cy="2128519"/>
          </a:xfrm>
        </p:grpSpPr>
        <p:sp>
          <p:nvSpPr>
            <p:cNvPr id="11" name="Rectangle 10">
              <a:extLst>
                <a:ext uri="{FF2B5EF4-FFF2-40B4-BE49-F238E27FC236}">
                  <a16:creationId xmlns:a16="http://schemas.microsoft.com/office/drawing/2014/main" id="{DBBB0F81-94D4-02CC-5ACD-00839A1FEB75}"/>
                </a:ext>
              </a:extLst>
            </p:cNvPr>
            <p:cNvSpPr/>
            <p:nvPr/>
          </p:nvSpPr>
          <p:spPr>
            <a:xfrm>
              <a:off x="1934669" y="3290147"/>
              <a:ext cx="1781654" cy="2128519"/>
            </a:xfrm>
            <a:prstGeom prst="rect">
              <a:avLst/>
            </a:pr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2" name="TextBox 11">
              <a:extLst>
                <a:ext uri="{FF2B5EF4-FFF2-40B4-BE49-F238E27FC236}">
                  <a16:creationId xmlns:a16="http://schemas.microsoft.com/office/drawing/2014/main" id="{46105325-AE95-7A1E-0C22-6A84E6705A7E}"/>
                </a:ext>
              </a:extLst>
            </p:cNvPr>
            <p:cNvSpPr txBox="1"/>
            <p:nvPr/>
          </p:nvSpPr>
          <p:spPr>
            <a:xfrm>
              <a:off x="1861361" y="3290147"/>
              <a:ext cx="1781654" cy="92333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Mar 4 – Mar 7</a:t>
              </a:r>
            </a:p>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 Freeze</a:t>
              </a:r>
            </a:p>
            <a:p>
              <a:pPr marL="0" lvl="0" indent="0" algn="l" defTabSz="533400">
                <a:lnSpc>
                  <a:spcPct val="90000"/>
                </a:lnSpc>
                <a:spcBef>
                  <a:spcPct val="0"/>
                </a:spcBef>
                <a:spcAft>
                  <a:spcPct val="35000"/>
                </a:spcAft>
                <a:buNone/>
              </a:pPr>
              <a:r>
                <a:rPr lang="en-US" sz="1200" kern="1200">
                  <a:latin typeface="Calibri" panose="020F0502020204030204" pitchFamily="34" charset="0"/>
                  <a:ea typeface="Calibri" panose="020F0502020204030204" pitchFamily="34" charset="0"/>
                  <a:cs typeface="Calibri" panose="020F0502020204030204" pitchFamily="34" charset="0"/>
                </a:rPr>
                <a:t>Lock features for final testing</a:t>
              </a:r>
            </a:p>
          </p:txBody>
        </p:sp>
      </p:grpSp>
      <p:sp>
        <p:nvSpPr>
          <p:cNvPr id="16" name="TextBox 15">
            <a:extLst>
              <a:ext uri="{FF2B5EF4-FFF2-40B4-BE49-F238E27FC236}">
                <a16:creationId xmlns:a16="http://schemas.microsoft.com/office/drawing/2014/main" id="{5439B380-4756-1570-BB88-D00D45B4B601}"/>
              </a:ext>
            </a:extLst>
          </p:cNvPr>
          <p:cNvSpPr txBox="1"/>
          <p:nvPr/>
        </p:nvSpPr>
        <p:spPr>
          <a:xfrm>
            <a:off x="7481901" y="2277247"/>
            <a:ext cx="1781654" cy="9233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Mar 18 – Mar 21</a:t>
            </a:r>
          </a:p>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UAT Approval (Sponsor sign off)</a:t>
            </a:r>
          </a:p>
          <a:p>
            <a:pPr marL="0" lvl="0" indent="0" algn="l" defTabSz="533400">
              <a:lnSpc>
                <a:spcPct val="90000"/>
              </a:lnSpc>
              <a:spcBef>
                <a:spcPct val="0"/>
              </a:spcBef>
              <a:spcAft>
                <a:spcPct val="35000"/>
              </a:spcAft>
              <a:buNone/>
            </a:pPr>
            <a:r>
              <a:rPr lang="en-US" sz="1200" kern="1200">
                <a:latin typeface="Calibri" panose="020F0502020204030204" pitchFamily="34" charset="0"/>
                <a:ea typeface="Calibri" panose="020F0502020204030204" pitchFamily="34" charset="0"/>
                <a:cs typeface="Calibri" panose="020F0502020204030204" pitchFamily="34" charset="0"/>
              </a:rPr>
              <a:t>Sponsor validates system</a:t>
            </a:r>
          </a:p>
        </p:txBody>
      </p:sp>
      <p:sp>
        <p:nvSpPr>
          <p:cNvPr id="18" name="Oval 17">
            <a:extLst>
              <a:ext uri="{FF2B5EF4-FFF2-40B4-BE49-F238E27FC236}">
                <a16:creationId xmlns:a16="http://schemas.microsoft.com/office/drawing/2014/main" id="{8D378782-A465-58EB-85A6-EDFCE41016CD}"/>
              </a:ext>
            </a:extLst>
          </p:cNvPr>
          <p:cNvSpPr/>
          <p:nvPr/>
        </p:nvSpPr>
        <p:spPr>
          <a:xfrm>
            <a:off x="9056485" y="996726"/>
            <a:ext cx="898395" cy="899533"/>
          </a:xfrm>
          <a:prstGeom prst="ellipse">
            <a:avLst/>
          </a:prstGeom>
          <a:solidFill>
            <a:srgbClr val="9CCCB9"/>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rgbClr r="0" g="0" b="0"/>
          </a:fillRef>
          <a:effectRef idx="2">
            <a:schemeClr val="accent1">
              <a:hueOff val="0"/>
              <a:satOff val="0"/>
              <a:lumOff val="0"/>
              <a:alphaOff val="0"/>
            </a:schemeClr>
          </a:effectRef>
          <a:fontRef idx="minor">
            <a:schemeClr val="lt1"/>
          </a:fontRef>
        </p:style>
        <p:txBody>
          <a:bodyPr/>
          <a:lstStyle/>
          <a:p>
            <a:endParaRPr lang="en-US"/>
          </a:p>
        </p:txBody>
      </p:sp>
      <p:sp>
        <p:nvSpPr>
          <p:cNvPr id="20" name="TextBox 19">
            <a:extLst>
              <a:ext uri="{FF2B5EF4-FFF2-40B4-BE49-F238E27FC236}">
                <a16:creationId xmlns:a16="http://schemas.microsoft.com/office/drawing/2014/main" id="{A6FCB34D-D76C-70D8-2239-CB0E183FCBC9}"/>
              </a:ext>
            </a:extLst>
          </p:cNvPr>
          <p:cNvSpPr txBox="1"/>
          <p:nvPr/>
        </p:nvSpPr>
        <p:spPr>
          <a:xfrm>
            <a:off x="9274484" y="1985504"/>
            <a:ext cx="1781654" cy="9233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Apr 6 – Apr 10 </a:t>
            </a:r>
          </a:p>
          <a:p>
            <a:pPr marL="0" lvl="0" indent="0" algn="l" defTabSz="53340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Deployment &amp; Handoff</a:t>
            </a:r>
          </a:p>
          <a:p>
            <a:pPr marL="0" lvl="0" indent="0" algn="l" defTabSz="533400">
              <a:lnSpc>
                <a:spcPct val="90000"/>
              </a:lnSpc>
              <a:spcBef>
                <a:spcPct val="0"/>
              </a:spcBef>
              <a:spcAft>
                <a:spcPct val="35000"/>
              </a:spcAft>
              <a:buNone/>
            </a:pPr>
            <a:r>
              <a:rPr lang="en-US" sz="1200" kern="1200">
                <a:latin typeface="Calibri" panose="020F0502020204030204" pitchFamily="34" charset="0"/>
                <a:ea typeface="Calibri" panose="020F0502020204030204" pitchFamily="34" charset="0"/>
                <a:cs typeface="Calibri" panose="020F0502020204030204" pitchFamily="34" charset="0"/>
              </a:rPr>
              <a:t>Final Release + training + closure</a:t>
            </a:r>
          </a:p>
        </p:txBody>
      </p:sp>
      <p:grpSp>
        <p:nvGrpSpPr>
          <p:cNvPr id="25" name="Group 24">
            <a:extLst>
              <a:ext uri="{FF2B5EF4-FFF2-40B4-BE49-F238E27FC236}">
                <a16:creationId xmlns:a16="http://schemas.microsoft.com/office/drawing/2014/main" id="{886B8EEE-4E12-5468-7CE0-A9C3852AF351}"/>
              </a:ext>
            </a:extLst>
          </p:cNvPr>
          <p:cNvGrpSpPr/>
          <p:nvPr/>
        </p:nvGrpSpPr>
        <p:grpSpPr>
          <a:xfrm>
            <a:off x="0" y="0"/>
            <a:ext cx="1845512" cy="738204"/>
            <a:chOff x="0" y="321362"/>
            <a:chExt cx="1845512" cy="738204"/>
          </a:xfrm>
        </p:grpSpPr>
        <p:sp>
          <p:nvSpPr>
            <p:cNvPr id="47" name="Arrow: Pentagon 46">
              <a:extLst>
                <a:ext uri="{FF2B5EF4-FFF2-40B4-BE49-F238E27FC236}">
                  <a16:creationId xmlns:a16="http://schemas.microsoft.com/office/drawing/2014/main" id="{47C49605-CCC8-93C5-1060-89A7A0428E50}"/>
                </a:ext>
              </a:extLst>
            </p:cNvPr>
            <p:cNvSpPr/>
            <p:nvPr/>
          </p:nvSpPr>
          <p:spPr>
            <a:xfrm>
              <a:off x="0" y="321362"/>
              <a:ext cx="1845512" cy="738204"/>
            </a:xfrm>
            <a:prstGeom prst="homePlate">
              <a:avLst/>
            </a:prstGeom>
            <a:solidFill>
              <a:schemeClr val="bg1"/>
            </a:solidFill>
            <a:ln w="12700">
              <a:solidFill>
                <a:srgbClr val="9CCCB9"/>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lstStyle/>
            <a:p>
              <a:endParaRPr lang="en-US"/>
            </a:p>
          </p:txBody>
        </p:sp>
        <p:sp>
          <p:nvSpPr>
            <p:cNvPr id="48" name="Arrow: Pentagon 4">
              <a:extLst>
                <a:ext uri="{FF2B5EF4-FFF2-40B4-BE49-F238E27FC236}">
                  <a16:creationId xmlns:a16="http://schemas.microsoft.com/office/drawing/2014/main" id="{A02A8170-4319-C584-9D29-173C68A7A6FC}"/>
                </a:ext>
              </a:extLst>
            </p:cNvPr>
            <p:cNvSpPr txBox="1"/>
            <p:nvPr/>
          </p:nvSpPr>
          <p:spPr>
            <a:xfrm>
              <a:off x="0" y="321362"/>
              <a:ext cx="1660961"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p:txBody>
        </p:sp>
      </p:grpSp>
      <p:grpSp>
        <p:nvGrpSpPr>
          <p:cNvPr id="26" name="Group 25">
            <a:extLst>
              <a:ext uri="{FF2B5EF4-FFF2-40B4-BE49-F238E27FC236}">
                <a16:creationId xmlns:a16="http://schemas.microsoft.com/office/drawing/2014/main" id="{1596A56B-A5B2-0331-870C-26788FFC2993}"/>
              </a:ext>
            </a:extLst>
          </p:cNvPr>
          <p:cNvGrpSpPr/>
          <p:nvPr/>
        </p:nvGrpSpPr>
        <p:grpSpPr>
          <a:xfrm>
            <a:off x="1476409" y="0"/>
            <a:ext cx="1845512" cy="738204"/>
            <a:chOff x="1476409" y="321362"/>
            <a:chExt cx="1845512" cy="738204"/>
          </a:xfrm>
          <a:solidFill>
            <a:schemeClr val="bg1"/>
          </a:solidFill>
        </p:grpSpPr>
        <p:sp>
          <p:nvSpPr>
            <p:cNvPr id="45" name="Arrow: Chevron 44">
              <a:extLst>
                <a:ext uri="{FF2B5EF4-FFF2-40B4-BE49-F238E27FC236}">
                  <a16:creationId xmlns:a16="http://schemas.microsoft.com/office/drawing/2014/main" id="{B658CE1F-EBB8-CC86-AEFA-FAD88B06D572}"/>
                </a:ext>
              </a:extLst>
            </p:cNvPr>
            <p:cNvSpPr/>
            <p:nvPr/>
          </p:nvSpPr>
          <p:spPr>
            <a:xfrm>
              <a:off x="1476409"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6" name="Arrow: Chevron 6">
              <a:extLst>
                <a:ext uri="{FF2B5EF4-FFF2-40B4-BE49-F238E27FC236}">
                  <a16:creationId xmlns:a16="http://schemas.microsoft.com/office/drawing/2014/main" id="{E1D5BA79-5B0B-58BD-B3B2-C3DAB2957EFC}"/>
                </a:ext>
              </a:extLst>
            </p:cNvPr>
            <p:cNvSpPr txBox="1"/>
            <p:nvPr/>
          </p:nvSpPr>
          <p:spPr>
            <a:xfrm>
              <a:off x="1845511"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p:txBody>
        </p:sp>
      </p:grpSp>
      <p:grpSp>
        <p:nvGrpSpPr>
          <p:cNvPr id="27" name="Group 26">
            <a:extLst>
              <a:ext uri="{FF2B5EF4-FFF2-40B4-BE49-F238E27FC236}">
                <a16:creationId xmlns:a16="http://schemas.microsoft.com/office/drawing/2014/main" id="{6B29E646-E294-7189-84E9-3733D515B169}"/>
              </a:ext>
            </a:extLst>
          </p:cNvPr>
          <p:cNvGrpSpPr/>
          <p:nvPr/>
        </p:nvGrpSpPr>
        <p:grpSpPr>
          <a:xfrm>
            <a:off x="2952818" y="0"/>
            <a:ext cx="1845512" cy="738204"/>
            <a:chOff x="2952818" y="321362"/>
            <a:chExt cx="1845512" cy="738204"/>
          </a:xfrm>
          <a:solidFill>
            <a:srgbClr val="9CCCB9"/>
          </a:solidFill>
        </p:grpSpPr>
        <p:sp>
          <p:nvSpPr>
            <p:cNvPr id="43" name="Arrow: Chevron 42">
              <a:extLst>
                <a:ext uri="{FF2B5EF4-FFF2-40B4-BE49-F238E27FC236}">
                  <a16:creationId xmlns:a16="http://schemas.microsoft.com/office/drawing/2014/main" id="{4CE4DC12-8ECB-731E-78D3-11B7F4A7458E}"/>
                </a:ext>
              </a:extLst>
            </p:cNvPr>
            <p:cNvSpPr/>
            <p:nvPr/>
          </p:nvSpPr>
          <p:spPr>
            <a:xfrm>
              <a:off x="295281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4" name="Arrow: Chevron 8">
              <a:extLst>
                <a:ext uri="{FF2B5EF4-FFF2-40B4-BE49-F238E27FC236}">
                  <a16:creationId xmlns:a16="http://schemas.microsoft.com/office/drawing/2014/main" id="{FFD2C952-1C33-3837-2308-9ACC4AB208BB}"/>
                </a:ext>
              </a:extLst>
            </p:cNvPr>
            <p:cNvSpPr txBox="1"/>
            <p:nvPr/>
          </p:nvSpPr>
          <p:spPr>
            <a:xfrm>
              <a:off x="332192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p:txBody>
        </p:sp>
      </p:grpSp>
      <p:grpSp>
        <p:nvGrpSpPr>
          <p:cNvPr id="28" name="Group 27">
            <a:extLst>
              <a:ext uri="{FF2B5EF4-FFF2-40B4-BE49-F238E27FC236}">
                <a16:creationId xmlns:a16="http://schemas.microsoft.com/office/drawing/2014/main" id="{8F2784F7-379D-7FA6-631D-B74583B790EF}"/>
              </a:ext>
            </a:extLst>
          </p:cNvPr>
          <p:cNvGrpSpPr/>
          <p:nvPr/>
        </p:nvGrpSpPr>
        <p:grpSpPr>
          <a:xfrm>
            <a:off x="4429228" y="0"/>
            <a:ext cx="1845512" cy="738204"/>
            <a:chOff x="4429228" y="321362"/>
            <a:chExt cx="1845512" cy="738204"/>
          </a:xfrm>
        </p:grpSpPr>
        <p:sp>
          <p:nvSpPr>
            <p:cNvPr id="41" name="Arrow: Chevron 40">
              <a:extLst>
                <a:ext uri="{FF2B5EF4-FFF2-40B4-BE49-F238E27FC236}">
                  <a16:creationId xmlns:a16="http://schemas.microsoft.com/office/drawing/2014/main" id="{92FA5209-1025-FB6B-CE91-02EF9FBA1965}"/>
                </a:ext>
              </a:extLst>
            </p:cNvPr>
            <p:cNvSpPr/>
            <p:nvPr/>
          </p:nvSpPr>
          <p:spPr>
            <a:xfrm>
              <a:off x="4429228"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2" name="Arrow: Chevron 10">
              <a:extLst>
                <a:ext uri="{FF2B5EF4-FFF2-40B4-BE49-F238E27FC236}">
                  <a16:creationId xmlns:a16="http://schemas.microsoft.com/office/drawing/2014/main" id="{BF4A33FC-E816-A838-B8C1-F5AC338A8CB1}"/>
                </a:ext>
              </a:extLst>
            </p:cNvPr>
            <p:cNvSpPr txBox="1"/>
            <p:nvPr/>
          </p:nvSpPr>
          <p:spPr>
            <a:xfrm>
              <a:off x="4798330"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p:txBody>
        </p:sp>
      </p:grpSp>
      <p:grpSp>
        <p:nvGrpSpPr>
          <p:cNvPr id="29" name="Group 28">
            <a:extLst>
              <a:ext uri="{FF2B5EF4-FFF2-40B4-BE49-F238E27FC236}">
                <a16:creationId xmlns:a16="http://schemas.microsoft.com/office/drawing/2014/main" id="{D3E449C8-C237-0787-E6F3-8BF379B8226E}"/>
              </a:ext>
            </a:extLst>
          </p:cNvPr>
          <p:cNvGrpSpPr/>
          <p:nvPr/>
        </p:nvGrpSpPr>
        <p:grpSpPr>
          <a:xfrm>
            <a:off x="5905638" y="0"/>
            <a:ext cx="1845512" cy="738204"/>
            <a:chOff x="5905638" y="321362"/>
            <a:chExt cx="1845512" cy="738204"/>
          </a:xfrm>
        </p:grpSpPr>
        <p:sp>
          <p:nvSpPr>
            <p:cNvPr id="39" name="Arrow: Chevron 38">
              <a:extLst>
                <a:ext uri="{FF2B5EF4-FFF2-40B4-BE49-F238E27FC236}">
                  <a16:creationId xmlns:a16="http://schemas.microsoft.com/office/drawing/2014/main" id="{792CFF18-1FB1-9E52-DC2C-8C9F1A60952D}"/>
                </a:ext>
              </a:extLst>
            </p:cNvPr>
            <p:cNvSpPr/>
            <p:nvPr/>
          </p:nvSpPr>
          <p:spPr>
            <a:xfrm>
              <a:off x="5905638"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0" name="Arrow: Chevron 12">
              <a:extLst>
                <a:ext uri="{FF2B5EF4-FFF2-40B4-BE49-F238E27FC236}">
                  <a16:creationId xmlns:a16="http://schemas.microsoft.com/office/drawing/2014/main" id="{FA03ECE6-A7ED-1C23-7DBD-A39A31DFF968}"/>
                </a:ext>
              </a:extLst>
            </p:cNvPr>
            <p:cNvSpPr txBox="1"/>
            <p:nvPr/>
          </p:nvSpPr>
          <p:spPr>
            <a:xfrm>
              <a:off x="6274740"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p:txBody>
        </p:sp>
      </p:grpSp>
      <p:grpSp>
        <p:nvGrpSpPr>
          <p:cNvPr id="30" name="Group 29">
            <a:extLst>
              <a:ext uri="{FF2B5EF4-FFF2-40B4-BE49-F238E27FC236}">
                <a16:creationId xmlns:a16="http://schemas.microsoft.com/office/drawing/2014/main" id="{09599F02-D93C-A860-EEE9-B8AEE950FED8}"/>
              </a:ext>
            </a:extLst>
          </p:cNvPr>
          <p:cNvGrpSpPr/>
          <p:nvPr/>
        </p:nvGrpSpPr>
        <p:grpSpPr>
          <a:xfrm>
            <a:off x="7382047" y="0"/>
            <a:ext cx="1845512" cy="738204"/>
            <a:chOff x="7382047" y="321362"/>
            <a:chExt cx="1845512" cy="738204"/>
          </a:xfrm>
        </p:grpSpPr>
        <p:sp>
          <p:nvSpPr>
            <p:cNvPr id="37" name="Arrow: Chevron 36">
              <a:extLst>
                <a:ext uri="{FF2B5EF4-FFF2-40B4-BE49-F238E27FC236}">
                  <a16:creationId xmlns:a16="http://schemas.microsoft.com/office/drawing/2014/main" id="{C0C7F075-61DF-00F4-ECD8-7414AEC11929}"/>
                </a:ext>
              </a:extLst>
            </p:cNvPr>
            <p:cNvSpPr/>
            <p:nvPr/>
          </p:nvSpPr>
          <p:spPr>
            <a:xfrm>
              <a:off x="738204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8" name="Arrow: Chevron 14">
              <a:extLst>
                <a:ext uri="{FF2B5EF4-FFF2-40B4-BE49-F238E27FC236}">
                  <a16:creationId xmlns:a16="http://schemas.microsoft.com/office/drawing/2014/main" id="{3E818F50-7A90-364C-7EB4-772B9585569A}"/>
                </a:ext>
              </a:extLst>
            </p:cNvPr>
            <p:cNvSpPr txBox="1"/>
            <p:nvPr/>
          </p:nvSpPr>
          <p:spPr>
            <a:xfrm>
              <a:off x="775114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p:txBody>
        </p:sp>
      </p:grpSp>
      <p:grpSp>
        <p:nvGrpSpPr>
          <p:cNvPr id="31" name="Group 30">
            <a:extLst>
              <a:ext uri="{FF2B5EF4-FFF2-40B4-BE49-F238E27FC236}">
                <a16:creationId xmlns:a16="http://schemas.microsoft.com/office/drawing/2014/main" id="{8C473299-8879-A74B-9734-005AC2508545}"/>
              </a:ext>
            </a:extLst>
          </p:cNvPr>
          <p:cNvGrpSpPr/>
          <p:nvPr/>
        </p:nvGrpSpPr>
        <p:grpSpPr>
          <a:xfrm>
            <a:off x="8858457" y="0"/>
            <a:ext cx="1845512" cy="738204"/>
            <a:chOff x="8858457" y="321362"/>
            <a:chExt cx="1845512" cy="738204"/>
          </a:xfrm>
        </p:grpSpPr>
        <p:sp>
          <p:nvSpPr>
            <p:cNvPr id="35" name="Arrow: Chevron 34">
              <a:extLst>
                <a:ext uri="{FF2B5EF4-FFF2-40B4-BE49-F238E27FC236}">
                  <a16:creationId xmlns:a16="http://schemas.microsoft.com/office/drawing/2014/main" id="{DB752993-6BF0-3671-8D91-92378EAB35FD}"/>
                </a:ext>
              </a:extLst>
            </p:cNvPr>
            <p:cNvSpPr/>
            <p:nvPr/>
          </p:nvSpPr>
          <p:spPr>
            <a:xfrm>
              <a:off x="885845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6" name="Arrow: Chevron 16">
              <a:extLst>
                <a:ext uri="{FF2B5EF4-FFF2-40B4-BE49-F238E27FC236}">
                  <a16:creationId xmlns:a16="http://schemas.microsoft.com/office/drawing/2014/main" id="{25631C7C-11DF-90F4-2A11-CEFD6B459579}"/>
                </a:ext>
              </a:extLst>
            </p:cNvPr>
            <p:cNvSpPr txBox="1"/>
            <p:nvPr/>
          </p:nvSpPr>
          <p:spPr>
            <a:xfrm>
              <a:off x="922755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p:txBody>
        </p:sp>
      </p:grpSp>
      <p:grpSp>
        <p:nvGrpSpPr>
          <p:cNvPr id="32" name="Group 31">
            <a:extLst>
              <a:ext uri="{FF2B5EF4-FFF2-40B4-BE49-F238E27FC236}">
                <a16:creationId xmlns:a16="http://schemas.microsoft.com/office/drawing/2014/main" id="{06DF0695-FC0B-B384-C974-08E963929261}"/>
              </a:ext>
            </a:extLst>
          </p:cNvPr>
          <p:cNvGrpSpPr/>
          <p:nvPr/>
        </p:nvGrpSpPr>
        <p:grpSpPr>
          <a:xfrm>
            <a:off x="10340820" y="0"/>
            <a:ext cx="1845512" cy="738204"/>
            <a:chOff x="10340820" y="321362"/>
            <a:chExt cx="1845512" cy="738204"/>
          </a:xfrm>
        </p:grpSpPr>
        <p:sp>
          <p:nvSpPr>
            <p:cNvPr id="33" name="Arrow: Chevron 32">
              <a:extLst>
                <a:ext uri="{FF2B5EF4-FFF2-40B4-BE49-F238E27FC236}">
                  <a16:creationId xmlns:a16="http://schemas.microsoft.com/office/drawing/2014/main" id="{850DB6B9-559B-3D60-6A1D-80C1BD44182F}"/>
                </a:ext>
              </a:extLst>
            </p:cNvPr>
            <p:cNvSpPr/>
            <p:nvPr/>
          </p:nvSpPr>
          <p:spPr>
            <a:xfrm>
              <a:off x="10340820"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4" name="Arrow: Chevron 18">
              <a:extLst>
                <a:ext uri="{FF2B5EF4-FFF2-40B4-BE49-F238E27FC236}">
                  <a16:creationId xmlns:a16="http://schemas.microsoft.com/office/drawing/2014/main" id="{BD82B3AA-23F7-6422-32DC-52AEB884C9A0}"/>
                </a:ext>
              </a:extLst>
            </p:cNvPr>
            <p:cNvSpPr txBox="1"/>
            <p:nvPr/>
          </p:nvSpPr>
          <p:spPr>
            <a:xfrm>
              <a:off x="10709922"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p:txBody>
        </p:sp>
      </p:grpSp>
      <p:pic>
        <p:nvPicPr>
          <p:cNvPr id="3074" name="Picture 2" descr="What are project milestones? How to set &amp; track milestones | Planio">
            <a:extLst>
              <a:ext uri="{FF2B5EF4-FFF2-40B4-BE49-F238E27FC236}">
                <a16:creationId xmlns:a16="http://schemas.microsoft.com/office/drawing/2014/main" id="{7DDDDB02-3310-38FB-EF68-066FEA7E02A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8922"/>
          <a:stretch>
            <a:fillRect/>
          </a:stretch>
        </p:blipFill>
        <p:spPr bwMode="auto">
          <a:xfrm>
            <a:off x="164658" y="1065163"/>
            <a:ext cx="3486470" cy="21854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841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A1FDE017-5670-CB9D-81DF-B4E1B20069A1}"/>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160CA82D-9893-D098-9EA5-15AEEBB0484D}"/>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8</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D760409E-2B54-9FA1-B537-5C0ECFFF2EA1}"/>
              </a:ext>
            </a:extLst>
          </p:cNvPr>
          <p:cNvSpPr txBox="1"/>
          <p:nvPr/>
        </p:nvSpPr>
        <p:spPr>
          <a:xfrm>
            <a:off x="4082626" y="907582"/>
            <a:ext cx="3871573" cy="523220"/>
          </a:xfrm>
          <a:prstGeom prst="rect">
            <a:avLst/>
          </a:prstGeom>
          <a:noFill/>
        </p:spPr>
        <p:txBody>
          <a:bodyPr wrap="non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System Release Timeline</a:t>
            </a:r>
          </a:p>
        </p:txBody>
      </p:sp>
      <p:sp>
        <p:nvSpPr>
          <p:cNvPr id="4" name="TextBox 3">
            <a:extLst>
              <a:ext uri="{FF2B5EF4-FFF2-40B4-BE49-F238E27FC236}">
                <a16:creationId xmlns:a16="http://schemas.microsoft.com/office/drawing/2014/main" id="{7C261B01-EA95-0498-A1AE-6DE1F10D4352}"/>
              </a:ext>
            </a:extLst>
          </p:cNvPr>
          <p:cNvSpPr txBox="1"/>
          <p:nvPr/>
        </p:nvSpPr>
        <p:spPr>
          <a:xfrm>
            <a:off x="850392" y="5062785"/>
            <a:ext cx="10789920" cy="1200329"/>
          </a:xfrm>
          <a:prstGeom prst="rect">
            <a:avLst/>
          </a:prstGeom>
          <a:noFill/>
          <a:ln w="3175">
            <a:solidFill>
              <a:schemeClr val="tx1"/>
            </a:solidFill>
          </a:ln>
        </p:spPr>
        <p:txBody>
          <a:bodyPr wrap="square" rtlCol="0">
            <a:spAutoFit/>
          </a:bodyPr>
          <a:lstStyle/>
          <a:p>
            <a:r>
              <a:rPr lang="en-US" sz="1800" b="1">
                <a:latin typeface="Calibri" panose="020F0502020204030204" pitchFamily="34" charset="0"/>
                <a:ea typeface="Calibri" panose="020F0502020204030204" pitchFamily="34" charset="0"/>
                <a:cs typeface="Calibri" panose="020F0502020204030204" pitchFamily="34" charset="0"/>
              </a:rPr>
              <a:t>Releases represent the planned points where completed features are packaged and made available for validation or use. Each release builds on the previous one, gradually expanding system functionality across the Booking Web App, </a:t>
            </a:r>
            <a:r>
              <a:rPr lang="en-US" sz="1800" b="1" err="1">
                <a:latin typeface="Calibri" panose="020F0502020204030204" pitchFamily="34" charset="0"/>
                <a:ea typeface="Calibri" panose="020F0502020204030204" pitchFamily="34" charset="0"/>
                <a:cs typeface="Calibri" panose="020F0502020204030204" pitchFamily="34" charset="0"/>
              </a:rPr>
              <a:t>Bitrix</a:t>
            </a:r>
            <a:r>
              <a:rPr lang="en-US" sz="1800" b="1">
                <a:latin typeface="Calibri" panose="020F0502020204030204" pitchFamily="34" charset="0"/>
                <a:ea typeface="Calibri" panose="020F0502020204030204" pitchFamily="34" charset="0"/>
                <a:cs typeface="Calibri" panose="020F0502020204030204" pitchFamily="34" charset="0"/>
              </a:rPr>
              <a:t> CRM, and Dialpad AI. This approach allows the sponsor to review progress incrementally before the final production release.</a:t>
            </a:r>
          </a:p>
        </p:txBody>
      </p:sp>
      <p:sp>
        <p:nvSpPr>
          <p:cNvPr id="11" name="Rectangle 10">
            <a:extLst>
              <a:ext uri="{FF2B5EF4-FFF2-40B4-BE49-F238E27FC236}">
                <a16:creationId xmlns:a16="http://schemas.microsoft.com/office/drawing/2014/main" id="{1FE113FB-0903-8EC0-E816-7396CC778496}"/>
              </a:ext>
            </a:extLst>
          </p:cNvPr>
          <p:cNvSpPr/>
          <p:nvPr/>
        </p:nvSpPr>
        <p:spPr>
          <a:xfrm>
            <a:off x="5700247" y="2738912"/>
            <a:ext cx="1781654" cy="923330"/>
          </a:xfrm>
          <a:prstGeom prst="rect">
            <a:avLst/>
          </a:pr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6" name="TextBox 15">
            <a:extLst>
              <a:ext uri="{FF2B5EF4-FFF2-40B4-BE49-F238E27FC236}">
                <a16:creationId xmlns:a16="http://schemas.microsoft.com/office/drawing/2014/main" id="{BA423A04-D69B-578E-7175-8EC213515219}"/>
              </a:ext>
            </a:extLst>
          </p:cNvPr>
          <p:cNvSpPr txBox="1"/>
          <p:nvPr/>
        </p:nvSpPr>
        <p:spPr>
          <a:xfrm>
            <a:off x="7481901" y="2277247"/>
            <a:ext cx="1781654" cy="9233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endParaRPr lang="en-US" sz="1200" kern="1200">
              <a:latin typeface="Calibri" panose="020F0502020204030204" pitchFamily="34" charset="0"/>
              <a:ea typeface="Calibri" panose="020F0502020204030204" pitchFamily="34" charset="0"/>
              <a:cs typeface="Calibri" panose="020F0502020204030204" pitchFamily="34" charset="0"/>
            </a:endParaRPr>
          </a:p>
        </p:txBody>
      </p:sp>
      <p:grpSp>
        <p:nvGrpSpPr>
          <p:cNvPr id="25" name="Group 24">
            <a:extLst>
              <a:ext uri="{FF2B5EF4-FFF2-40B4-BE49-F238E27FC236}">
                <a16:creationId xmlns:a16="http://schemas.microsoft.com/office/drawing/2014/main" id="{2E5B5B2D-DD4C-CA39-3265-C58AB46F1545}"/>
              </a:ext>
            </a:extLst>
          </p:cNvPr>
          <p:cNvGrpSpPr/>
          <p:nvPr/>
        </p:nvGrpSpPr>
        <p:grpSpPr>
          <a:xfrm>
            <a:off x="0" y="0"/>
            <a:ext cx="1845512" cy="738204"/>
            <a:chOff x="0" y="321362"/>
            <a:chExt cx="1845512" cy="738204"/>
          </a:xfrm>
        </p:grpSpPr>
        <p:sp>
          <p:nvSpPr>
            <p:cNvPr id="47" name="Arrow: Pentagon 46">
              <a:extLst>
                <a:ext uri="{FF2B5EF4-FFF2-40B4-BE49-F238E27FC236}">
                  <a16:creationId xmlns:a16="http://schemas.microsoft.com/office/drawing/2014/main" id="{201467D0-1376-B318-1597-F7C70ABCB837}"/>
                </a:ext>
              </a:extLst>
            </p:cNvPr>
            <p:cNvSpPr/>
            <p:nvPr/>
          </p:nvSpPr>
          <p:spPr>
            <a:xfrm>
              <a:off x="0" y="321362"/>
              <a:ext cx="1845512" cy="738204"/>
            </a:xfrm>
            <a:prstGeom prst="homePlate">
              <a:avLst/>
            </a:prstGeom>
            <a:solidFill>
              <a:schemeClr val="bg1"/>
            </a:solidFill>
            <a:ln w="12700">
              <a:solidFill>
                <a:srgbClr val="9CCCB9"/>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lstStyle/>
            <a:p>
              <a:endParaRPr lang="en-US"/>
            </a:p>
          </p:txBody>
        </p:sp>
        <p:sp>
          <p:nvSpPr>
            <p:cNvPr id="48" name="Arrow: Pentagon 4">
              <a:extLst>
                <a:ext uri="{FF2B5EF4-FFF2-40B4-BE49-F238E27FC236}">
                  <a16:creationId xmlns:a16="http://schemas.microsoft.com/office/drawing/2014/main" id="{0C5CADE1-39C1-5FD7-8CA6-1D00D8D6C623}"/>
                </a:ext>
              </a:extLst>
            </p:cNvPr>
            <p:cNvSpPr txBox="1"/>
            <p:nvPr/>
          </p:nvSpPr>
          <p:spPr>
            <a:xfrm>
              <a:off x="0" y="321362"/>
              <a:ext cx="1660961"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p:txBody>
        </p:sp>
      </p:grpSp>
      <p:grpSp>
        <p:nvGrpSpPr>
          <p:cNvPr id="26" name="Group 25">
            <a:extLst>
              <a:ext uri="{FF2B5EF4-FFF2-40B4-BE49-F238E27FC236}">
                <a16:creationId xmlns:a16="http://schemas.microsoft.com/office/drawing/2014/main" id="{F84FE618-B998-6394-A3D6-89139228F4D8}"/>
              </a:ext>
            </a:extLst>
          </p:cNvPr>
          <p:cNvGrpSpPr/>
          <p:nvPr/>
        </p:nvGrpSpPr>
        <p:grpSpPr>
          <a:xfrm>
            <a:off x="1476409" y="0"/>
            <a:ext cx="1845512" cy="738204"/>
            <a:chOff x="1476409" y="321362"/>
            <a:chExt cx="1845512" cy="738204"/>
          </a:xfrm>
          <a:solidFill>
            <a:schemeClr val="bg1"/>
          </a:solidFill>
        </p:grpSpPr>
        <p:sp>
          <p:nvSpPr>
            <p:cNvPr id="45" name="Arrow: Chevron 44">
              <a:extLst>
                <a:ext uri="{FF2B5EF4-FFF2-40B4-BE49-F238E27FC236}">
                  <a16:creationId xmlns:a16="http://schemas.microsoft.com/office/drawing/2014/main" id="{2F56A3ED-9272-6D59-C5EF-ED7FEACF8FD8}"/>
                </a:ext>
              </a:extLst>
            </p:cNvPr>
            <p:cNvSpPr/>
            <p:nvPr/>
          </p:nvSpPr>
          <p:spPr>
            <a:xfrm>
              <a:off x="1476409"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6" name="Arrow: Chevron 6">
              <a:extLst>
                <a:ext uri="{FF2B5EF4-FFF2-40B4-BE49-F238E27FC236}">
                  <a16:creationId xmlns:a16="http://schemas.microsoft.com/office/drawing/2014/main" id="{89174D9B-1AF9-96BD-AD40-75E511D84892}"/>
                </a:ext>
              </a:extLst>
            </p:cNvPr>
            <p:cNvSpPr txBox="1"/>
            <p:nvPr/>
          </p:nvSpPr>
          <p:spPr>
            <a:xfrm>
              <a:off x="1845511"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p:txBody>
        </p:sp>
      </p:grpSp>
      <p:grpSp>
        <p:nvGrpSpPr>
          <p:cNvPr id="27" name="Group 26">
            <a:extLst>
              <a:ext uri="{FF2B5EF4-FFF2-40B4-BE49-F238E27FC236}">
                <a16:creationId xmlns:a16="http://schemas.microsoft.com/office/drawing/2014/main" id="{7886D66C-6C5A-1EDA-149D-B526D519820F}"/>
              </a:ext>
            </a:extLst>
          </p:cNvPr>
          <p:cNvGrpSpPr/>
          <p:nvPr/>
        </p:nvGrpSpPr>
        <p:grpSpPr>
          <a:xfrm>
            <a:off x="2952818" y="0"/>
            <a:ext cx="1845512" cy="738204"/>
            <a:chOff x="2952818" y="321362"/>
            <a:chExt cx="1845512" cy="738204"/>
          </a:xfrm>
          <a:solidFill>
            <a:schemeClr val="bg1"/>
          </a:solidFill>
        </p:grpSpPr>
        <p:sp>
          <p:nvSpPr>
            <p:cNvPr id="43" name="Arrow: Chevron 42">
              <a:extLst>
                <a:ext uri="{FF2B5EF4-FFF2-40B4-BE49-F238E27FC236}">
                  <a16:creationId xmlns:a16="http://schemas.microsoft.com/office/drawing/2014/main" id="{833ECFBA-3BEA-2989-E4A6-66973B226663}"/>
                </a:ext>
              </a:extLst>
            </p:cNvPr>
            <p:cNvSpPr/>
            <p:nvPr/>
          </p:nvSpPr>
          <p:spPr>
            <a:xfrm>
              <a:off x="295281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4" name="Arrow: Chevron 8">
              <a:extLst>
                <a:ext uri="{FF2B5EF4-FFF2-40B4-BE49-F238E27FC236}">
                  <a16:creationId xmlns:a16="http://schemas.microsoft.com/office/drawing/2014/main" id="{45C3F628-CEEC-BAC7-6A62-94B4E4784779}"/>
                </a:ext>
              </a:extLst>
            </p:cNvPr>
            <p:cNvSpPr txBox="1"/>
            <p:nvPr/>
          </p:nvSpPr>
          <p:spPr>
            <a:xfrm>
              <a:off x="332192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p:txBody>
        </p:sp>
      </p:grpSp>
      <p:grpSp>
        <p:nvGrpSpPr>
          <p:cNvPr id="28" name="Group 27">
            <a:extLst>
              <a:ext uri="{FF2B5EF4-FFF2-40B4-BE49-F238E27FC236}">
                <a16:creationId xmlns:a16="http://schemas.microsoft.com/office/drawing/2014/main" id="{516D5169-10BF-FE31-69CC-9DE61042A8E3}"/>
              </a:ext>
            </a:extLst>
          </p:cNvPr>
          <p:cNvGrpSpPr/>
          <p:nvPr/>
        </p:nvGrpSpPr>
        <p:grpSpPr>
          <a:xfrm>
            <a:off x="4429228" y="0"/>
            <a:ext cx="1845512" cy="738204"/>
            <a:chOff x="4429228" y="321362"/>
            <a:chExt cx="1845512" cy="738204"/>
          </a:xfrm>
          <a:solidFill>
            <a:srgbClr val="9CCCB9"/>
          </a:solidFill>
        </p:grpSpPr>
        <p:sp>
          <p:nvSpPr>
            <p:cNvPr id="41" name="Arrow: Chevron 40">
              <a:extLst>
                <a:ext uri="{FF2B5EF4-FFF2-40B4-BE49-F238E27FC236}">
                  <a16:creationId xmlns:a16="http://schemas.microsoft.com/office/drawing/2014/main" id="{D47AE189-CD7A-2E5B-AC55-B9CA2FB8DED2}"/>
                </a:ext>
              </a:extLst>
            </p:cNvPr>
            <p:cNvSpPr/>
            <p:nvPr/>
          </p:nvSpPr>
          <p:spPr>
            <a:xfrm>
              <a:off x="442922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2" name="Arrow: Chevron 10">
              <a:extLst>
                <a:ext uri="{FF2B5EF4-FFF2-40B4-BE49-F238E27FC236}">
                  <a16:creationId xmlns:a16="http://schemas.microsoft.com/office/drawing/2014/main" id="{3FB39623-9CD1-648D-A377-E92BF7076DCE}"/>
                </a:ext>
              </a:extLst>
            </p:cNvPr>
            <p:cNvSpPr txBox="1"/>
            <p:nvPr/>
          </p:nvSpPr>
          <p:spPr>
            <a:xfrm>
              <a:off x="479833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p:txBody>
        </p:sp>
      </p:grpSp>
      <p:grpSp>
        <p:nvGrpSpPr>
          <p:cNvPr id="29" name="Group 28">
            <a:extLst>
              <a:ext uri="{FF2B5EF4-FFF2-40B4-BE49-F238E27FC236}">
                <a16:creationId xmlns:a16="http://schemas.microsoft.com/office/drawing/2014/main" id="{2D743BB5-B9E3-D233-6E1A-152A6424AA79}"/>
              </a:ext>
            </a:extLst>
          </p:cNvPr>
          <p:cNvGrpSpPr/>
          <p:nvPr/>
        </p:nvGrpSpPr>
        <p:grpSpPr>
          <a:xfrm>
            <a:off x="5905638" y="0"/>
            <a:ext cx="1845512" cy="738204"/>
            <a:chOff x="5905638" y="321362"/>
            <a:chExt cx="1845512" cy="738204"/>
          </a:xfrm>
        </p:grpSpPr>
        <p:sp>
          <p:nvSpPr>
            <p:cNvPr id="39" name="Arrow: Chevron 38">
              <a:extLst>
                <a:ext uri="{FF2B5EF4-FFF2-40B4-BE49-F238E27FC236}">
                  <a16:creationId xmlns:a16="http://schemas.microsoft.com/office/drawing/2014/main" id="{2EEED301-16D7-9AF2-502B-47CD689E4423}"/>
                </a:ext>
              </a:extLst>
            </p:cNvPr>
            <p:cNvSpPr/>
            <p:nvPr/>
          </p:nvSpPr>
          <p:spPr>
            <a:xfrm>
              <a:off x="5905638"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0" name="Arrow: Chevron 12">
              <a:extLst>
                <a:ext uri="{FF2B5EF4-FFF2-40B4-BE49-F238E27FC236}">
                  <a16:creationId xmlns:a16="http://schemas.microsoft.com/office/drawing/2014/main" id="{038D9D40-BD04-0ABA-F8EE-E06DBDD6D65C}"/>
                </a:ext>
              </a:extLst>
            </p:cNvPr>
            <p:cNvSpPr txBox="1"/>
            <p:nvPr/>
          </p:nvSpPr>
          <p:spPr>
            <a:xfrm>
              <a:off x="6274740"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p:txBody>
        </p:sp>
      </p:grpSp>
      <p:grpSp>
        <p:nvGrpSpPr>
          <p:cNvPr id="30" name="Group 29">
            <a:extLst>
              <a:ext uri="{FF2B5EF4-FFF2-40B4-BE49-F238E27FC236}">
                <a16:creationId xmlns:a16="http://schemas.microsoft.com/office/drawing/2014/main" id="{A87EEDF4-C496-D3BE-A014-66D3F37613F6}"/>
              </a:ext>
            </a:extLst>
          </p:cNvPr>
          <p:cNvGrpSpPr/>
          <p:nvPr/>
        </p:nvGrpSpPr>
        <p:grpSpPr>
          <a:xfrm>
            <a:off x="7382047" y="0"/>
            <a:ext cx="1845512" cy="738204"/>
            <a:chOff x="7382047" y="321362"/>
            <a:chExt cx="1845512" cy="738204"/>
          </a:xfrm>
        </p:grpSpPr>
        <p:sp>
          <p:nvSpPr>
            <p:cNvPr id="37" name="Arrow: Chevron 36">
              <a:extLst>
                <a:ext uri="{FF2B5EF4-FFF2-40B4-BE49-F238E27FC236}">
                  <a16:creationId xmlns:a16="http://schemas.microsoft.com/office/drawing/2014/main" id="{7376B5A9-5717-AA96-7DDD-27827409A00A}"/>
                </a:ext>
              </a:extLst>
            </p:cNvPr>
            <p:cNvSpPr/>
            <p:nvPr/>
          </p:nvSpPr>
          <p:spPr>
            <a:xfrm>
              <a:off x="738204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8" name="Arrow: Chevron 14">
              <a:extLst>
                <a:ext uri="{FF2B5EF4-FFF2-40B4-BE49-F238E27FC236}">
                  <a16:creationId xmlns:a16="http://schemas.microsoft.com/office/drawing/2014/main" id="{89A08F0E-C09F-5A4C-A84B-D4F7F61729BD}"/>
                </a:ext>
              </a:extLst>
            </p:cNvPr>
            <p:cNvSpPr txBox="1"/>
            <p:nvPr/>
          </p:nvSpPr>
          <p:spPr>
            <a:xfrm>
              <a:off x="775114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p:txBody>
        </p:sp>
      </p:grpSp>
      <p:grpSp>
        <p:nvGrpSpPr>
          <p:cNvPr id="31" name="Group 30">
            <a:extLst>
              <a:ext uri="{FF2B5EF4-FFF2-40B4-BE49-F238E27FC236}">
                <a16:creationId xmlns:a16="http://schemas.microsoft.com/office/drawing/2014/main" id="{B00ED1DD-ADBE-04E2-FAA5-EDD558F511BE}"/>
              </a:ext>
            </a:extLst>
          </p:cNvPr>
          <p:cNvGrpSpPr/>
          <p:nvPr/>
        </p:nvGrpSpPr>
        <p:grpSpPr>
          <a:xfrm>
            <a:off x="8858457" y="0"/>
            <a:ext cx="1845512" cy="738204"/>
            <a:chOff x="8858457" y="321362"/>
            <a:chExt cx="1845512" cy="738204"/>
          </a:xfrm>
        </p:grpSpPr>
        <p:sp>
          <p:nvSpPr>
            <p:cNvPr id="35" name="Arrow: Chevron 34">
              <a:extLst>
                <a:ext uri="{FF2B5EF4-FFF2-40B4-BE49-F238E27FC236}">
                  <a16:creationId xmlns:a16="http://schemas.microsoft.com/office/drawing/2014/main" id="{E4FE4F66-C129-C12B-F482-891CEE190164}"/>
                </a:ext>
              </a:extLst>
            </p:cNvPr>
            <p:cNvSpPr/>
            <p:nvPr/>
          </p:nvSpPr>
          <p:spPr>
            <a:xfrm>
              <a:off x="885845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6" name="Arrow: Chevron 16">
              <a:extLst>
                <a:ext uri="{FF2B5EF4-FFF2-40B4-BE49-F238E27FC236}">
                  <a16:creationId xmlns:a16="http://schemas.microsoft.com/office/drawing/2014/main" id="{2F187020-4A66-C4C5-CFD6-CE612846C103}"/>
                </a:ext>
              </a:extLst>
            </p:cNvPr>
            <p:cNvSpPr txBox="1"/>
            <p:nvPr/>
          </p:nvSpPr>
          <p:spPr>
            <a:xfrm>
              <a:off x="922755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p:txBody>
        </p:sp>
      </p:grpSp>
      <p:grpSp>
        <p:nvGrpSpPr>
          <p:cNvPr id="32" name="Group 31">
            <a:extLst>
              <a:ext uri="{FF2B5EF4-FFF2-40B4-BE49-F238E27FC236}">
                <a16:creationId xmlns:a16="http://schemas.microsoft.com/office/drawing/2014/main" id="{6E5CC692-E687-1952-2A92-D2FAC00351D6}"/>
              </a:ext>
            </a:extLst>
          </p:cNvPr>
          <p:cNvGrpSpPr/>
          <p:nvPr/>
        </p:nvGrpSpPr>
        <p:grpSpPr>
          <a:xfrm>
            <a:off x="10340820" y="0"/>
            <a:ext cx="1845512" cy="738204"/>
            <a:chOff x="10340820" y="321362"/>
            <a:chExt cx="1845512" cy="738204"/>
          </a:xfrm>
        </p:grpSpPr>
        <p:sp>
          <p:nvSpPr>
            <p:cNvPr id="33" name="Arrow: Chevron 32">
              <a:extLst>
                <a:ext uri="{FF2B5EF4-FFF2-40B4-BE49-F238E27FC236}">
                  <a16:creationId xmlns:a16="http://schemas.microsoft.com/office/drawing/2014/main" id="{039A5398-482C-4C15-D0CB-563416E3C88A}"/>
                </a:ext>
              </a:extLst>
            </p:cNvPr>
            <p:cNvSpPr/>
            <p:nvPr/>
          </p:nvSpPr>
          <p:spPr>
            <a:xfrm>
              <a:off x="10340820"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4" name="Arrow: Chevron 18">
              <a:extLst>
                <a:ext uri="{FF2B5EF4-FFF2-40B4-BE49-F238E27FC236}">
                  <a16:creationId xmlns:a16="http://schemas.microsoft.com/office/drawing/2014/main" id="{BF124D95-650A-617E-F9DD-72A49C232FB0}"/>
                </a:ext>
              </a:extLst>
            </p:cNvPr>
            <p:cNvSpPr txBox="1"/>
            <p:nvPr/>
          </p:nvSpPr>
          <p:spPr>
            <a:xfrm>
              <a:off x="10709922"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p:txBody>
        </p:sp>
      </p:grpSp>
      <p:graphicFrame>
        <p:nvGraphicFramePr>
          <p:cNvPr id="3" name="Table 2">
            <a:extLst>
              <a:ext uri="{FF2B5EF4-FFF2-40B4-BE49-F238E27FC236}">
                <a16:creationId xmlns:a16="http://schemas.microsoft.com/office/drawing/2014/main" id="{177A92A1-3603-6EEA-2BC7-D077AC959783}"/>
              </a:ext>
            </a:extLst>
          </p:cNvPr>
          <p:cNvGraphicFramePr>
            <a:graphicFrameLocks noGrp="1"/>
          </p:cNvGraphicFramePr>
          <p:nvPr>
            <p:extLst>
              <p:ext uri="{D42A27DB-BD31-4B8C-83A1-F6EECF244321}">
                <p14:modId xmlns:p14="http://schemas.microsoft.com/office/powerpoint/2010/main" val="1378423905"/>
              </p:ext>
            </p:extLst>
          </p:nvPr>
        </p:nvGraphicFramePr>
        <p:xfrm>
          <a:off x="788340" y="1630857"/>
          <a:ext cx="10972800" cy="3139440"/>
        </p:xfrm>
        <a:graphic>
          <a:graphicData uri="http://schemas.openxmlformats.org/drawingml/2006/table">
            <a:tbl>
              <a:tblPr>
                <a:effectLst>
                  <a:outerShdw blurRad="50800" dist="38100" dir="16200000" rotWithShape="0">
                    <a:prstClr val="black">
                      <a:alpha val="40000"/>
                    </a:prstClr>
                  </a:outerShdw>
                </a:effectLst>
              </a:tblPr>
              <a:tblGrid>
                <a:gridCol w="3657600">
                  <a:extLst>
                    <a:ext uri="{9D8B030D-6E8A-4147-A177-3AD203B41FA5}">
                      <a16:colId xmlns:a16="http://schemas.microsoft.com/office/drawing/2014/main" val="535796810"/>
                    </a:ext>
                  </a:extLst>
                </a:gridCol>
                <a:gridCol w="3657600">
                  <a:extLst>
                    <a:ext uri="{9D8B030D-6E8A-4147-A177-3AD203B41FA5}">
                      <a16:colId xmlns:a16="http://schemas.microsoft.com/office/drawing/2014/main" val="774954781"/>
                    </a:ext>
                  </a:extLst>
                </a:gridCol>
                <a:gridCol w="3657600">
                  <a:extLst>
                    <a:ext uri="{9D8B030D-6E8A-4147-A177-3AD203B41FA5}">
                      <a16:colId xmlns:a16="http://schemas.microsoft.com/office/drawing/2014/main" val="835061894"/>
                    </a:ext>
                  </a:extLst>
                </a:gridCol>
              </a:tblGrid>
              <a:tr h="0">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Release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tc>
                  <a:txBody>
                    <a:bodyPr/>
                    <a:lstStyle/>
                    <a:p>
                      <a:pPr>
                        <a:buNone/>
                      </a:pPr>
                      <a:r>
                        <a:rPr lang="en-US" sz="2000" b="1">
                          <a:latin typeface="Calibri" panose="020F0502020204030204" pitchFamily="34" charset="0"/>
                          <a:ea typeface="Calibri" panose="020F0502020204030204" pitchFamily="34" charset="0"/>
                          <a:cs typeface="Calibri" panose="020F0502020204030204" pitchFamily="34" charset="0"/>
                        </a:rPr>
                        <a:t>Delivered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extLst>
                  <a:ext uri="{0D108BD9-81ED-4DB2-BD59-A6C34878D82A}">
                    <a16:rowId xmlns:a16="http://schemas.microsoft.com/office/drawing/2014/main" val="482839481"/>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R1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Feb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Booking Web App Prototype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861864"/>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R2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Feb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Booking Web App Core + Bitrix CRM 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300973"/>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R3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Mar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it-IT" sz="1800">
                          <a:latin typeface="Calibri" panose="020F0502020204030204" pitchFamily="34" charset="0"/>
                          <a:ea typeface="Calibri" panose="020F0502020204030204" pitchFamily="34" charset="0"/>
                          <a:cs typeface="Calibri" panose="020F0502020204030204" pitchFamily="34" charset="0"/>
                        </a:rPr>
                        <a:t>Bitrix CRM + Dialpad AI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1626812"/>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R4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Mar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Full System Integration (Web App + CRM +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8698280"/>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R5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Mar 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i="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(UAT) </a:t>
                      </a:r>
                      <a:r>
                        <a:rPr lang="en-US" sz="1800" b="0" i="0" u="none" strike="noStrike" cap="none">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User Acceptance Testing Build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074572"/>
                  </a:ext>
                </a:extLst>
              </a:tr>
              <a:tr h="0">
                <a:tc>
                  <a:txBody>
                    <a:bodyPr/>
                    <a:lstStyle/>
                    <a:p>
                      <a:pPr>
                        <a:buNone/>
                      </a:pPr>
                      <a:r>
                        <a:rPr lang="en-US" sz="1800" b="1">
                          <a:latin typeface="Calibri" panose="020F0502020204030204" pitchFamily="34" charset="0"/>
                          <a:ea typeface="Calibri" panose="020F0502020204030204" pitchFamily="34" charset="0"/>
                          <a:cs typeface="Calibri" panose="020F0502020204030204" pitchFamily="34" charset="0"/>
                        </a:rPr>
                        <a:t>R6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Apr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panose="020F0502020204030204" pitchFamily="34" charset="0"/>
                          <a:ea typeface="Calibri" panose="020F0502020204030204" pitchFamily="34" charset="0"/>
                          <a:cs typeface="Calibri" panose="020F0502020204030204" pitchFamily="34" charset="0"/>
                        </a:rPr>
                        <a:t>Production Release + Handoff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9031265"/>
                  </a:ext>
                </a:extLst>
              </a:tr>
            </a:tbl>
          </a:graphicData>
        </a:graphic>
      </p:graphicFrame>
    </p:spTree>
    <p:extLst>
      <p:ext uri="{BB962C8B-B14F-4D97-AF65-F5344CB8AC3E}">
        <p14:creationId xmlns:p14="http://schemas.microsoft.com/office/powerpoint/2010/main" val="21122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BBA7A388-EB2F-5E34-8F64-8F5FCFBF9ACE}"/>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9FDCD968-65F7-5B9F-81BE-4A7FC0FE979E}"/>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9</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4CAE6B4C-2262-9C58-34EA-004EED9AF841}"/>
              </a:ext>
            </a:extLst>
          </p:cNvPr>
          <p:cNvSpPr txBox="1"/>
          <p:nvPr/>
        </p:nvSpPr>
        <p:spPr>
          <a:xfrm>
            <a:off x="2553632" y="967307"/>
            <a:ext cx="7904728" cy="523220"/>
          </a:xfrm>
          <a:prstGeom prst="rect">
            <a:avLst/>
          </a:prstGeom>
          <a:noFill/>
        </p:spPr>
        <p:txBody>
          <a:bodyPr wrap="non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Key Product Features and Delivered Business Value </a:t>
            </a:r>
          </a:p>
        </p:txBody>
      </p:sp>
      <p:sp>
        <p:nvSpPr>
          <p:cNvPr id="11" name="Rectangle 10">
            <a:extLst>
              <a:ext uri="{FF2B5EF4-FFF2-40B4-BE49-F238E27FC236}">
                <a16:creationId xmlns:a16="http://schemas.microsoft.com/office/drawing/2014/main" id="{C0E27217-AAC7-F9B9-1E05-5DF5EA255360}"/>
              </a:ext>
            </a:extLst>
          </p:cNvPr>
          <p:cNvSpPr/>
          <p:nvPr/>
        </p:nvSpPr>
        <p:spPr>
          <a:xfrm>
            <a:off x="5700247" y="2738912"/>
            <a:ext cx="1781654" cy="923330"/>
          </a:xfrm>
          <a:prstGeom prst="rect">
            <a:avLst/>
          </a:pr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6" name="TextBox 15">
            <a:extLst>
              <a:ext uri="{FF2B5EF4-FFF2-40B4-BE49-F238E27FC236}">
                <a16:creationId xmlns:a16="http://schemas.microsoft.com/office/drawing/2014/main" id="{18A8DC5F-0E61-33F8-2197-C34DA3C2D052}"/>
              </a:ext>
            </a:extLst>
          </p:cNvPr>
          <p:cNvSpPr txBox="1"/>
          <p:nvPr/>
        </p:nvSpPr>
        <p:spPr>
          <a:xfrm>
            <a:off x="7481901" y="2277247"/>
            <a:ext cx="1781654" cy="9233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endParaRPr lang="en-US" sz="1200" kern="1200">
              <a:latin typeface="Calibri" panose="020F0502020204030204" pitchFamily="34" charset="0"/>
              <a:ea typeface="Calibri" panose="020F0502020204030204" pitchFamily="34" charset="0"/>
              <a:cs typeface="Calibri" panose="020F0502020204030204" pitchFamily="34" charset="0"/>
            </a:endParaRPr>
          </a:p>
        </p:txBody>
      </p:sp>
      <p:grpSp>
        <p:nvGrpSpPr>
          <p:cNvPr id="25" name="Group 24">
            <a:extLst>
              <a:ext uri="{FF2B5EF4-FFF2-40B4-BE49-F238E27FC236}">
                <a16:creationId xmlns:a16="http://schemas.microsoft.com/office/drawing/2014/main" id="{B194A512-B7C4-CBC3-6EE2-1FD528F84E79}"/>
              </a:ext>
            </a:extLst>
          </p:cNvPr>
          <p:cNvGrpSpPr/>
          <p:nvPr/>
        </p:nvGrpSpPr>
        <p:grpSpPr>
          <a:xfrm>
            <a:off x="0" y="0"/>
            <a:ext cx="1845512" cy="738204"/>
            <a:chOff x="0" y="321362"/>
            <a:chExt cx="1845512" cy="738204"/>
          </a:xfrm>
        </p:grpSpPr>
        <p:sp>
          <p:nvSpPr>
            <p:cNvPr id="47" name="Arrow: Pentagon 46">
              <a:extLst>
                <a:ext uri="{FF2B5EF4-FFF2-40B4-BE49-F238E27FC236}">
                  <a16:creationId xmlns:a16="http://schemas.microsoft.com/office/drawing/2014/main" id="{BC61E7BF-0046-BF84-33BD-6FB429C5E260}"/>
                </a:ext>
              </a:extLst>
            </p:cNvPr>
            <p:cNvSpPr/>
            <p:nvPr/>
          </p:nvSpPr>
          <p:spPr>
            <a:xfrm>
              <a:off x="0" y="321362"/>
              <a:ext cx="1845512" cy="738204"/>
            </a:xfrm>
            <a:prstGeom prst="homePlate">
              <a:avLst/>
            </a:prstGeom>
            <a:solidFill>
              <a:schemeClr val="bg1"/>
            </a:solidFill>
            <a:ln w="12700">
              <a:solidFill>
                <a:srgbClr val="9CCCB9"/>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lstStyle/>
            <a:p>
              <a:endParaRPr lang="en-US"/>
            </a:p>
          </p:txBody>
        </p:sp>
        <p:sp>
          <p:nvSpPr>
            <p:cNvPr id="48" name="Arrow: Pentagon 4">
              <a:extLst>
                <a:ext uri="{FF2B5EF4-FFF2-40B4-BE49-F238E27FC236}">
                  <a16:creationId xmlns:a16="http://schemas.microsoft.com/office/drawing/2014/main" id="{E71FF7F0-9FAC-2E77-8275-238B3DC990F8}"/>
                </a:ext>
              </a:extLst>
            </p:cNvPr>
            <p:cNvSpPr txBox="1"/>
            <p:nvPr/>
          </p:nvSpPr>
          <p:spPr>
            <a:xfrm>
              <a:off x="0" y="321362"/>
              <a:ext cx="1660961"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p:txBody>
        </p:sp>
      </p:grpSp>
      <p:grpSp>
        <p:nvGrpSpPr>
          <p:cNvPr id="26" name="Group 25">
            <a:extLst>
              <a:ext uri="{FF2B5EF4-FFF2-40B4-BE49-F238E27FC236}">
                <a16:creationId xmlns:a16="http://schemas.microsoft.com/office/drawing/2014/main" id="{D8A442F2-EFFB-3E21-D7DA-3259B5CF57F5}"/>
              </a:ext>
            </a:extLst>
          </p:cNvPr>
          <p:cNvGrpSpPr/>
          <p:nvPr/>
        </p:nvGrpSpPr>
        <p:grpSpPr>
          <a:xfrm>
            <a:off x="1476409" y="0"/>
            <a:ext cx="1845512" cy="738204"/>
            <a:chOff x="1476409" y="321362"/>
            <a:chExt cx="1845512" cy="738204"/>
          </a:xfrm>
          <a:solidFill>
            <a:schemeClr val="bg1"/>
          </a:solidFill>
        </p:grpSpPr>
        <p:sp>
          <p:nvSpPr>
            <p:cNvPr id="45" name="Arrow: Chevron 44">
              <a:extLst>
                <a:ext uri="{FF2B5EF4-FFF2-40B4-BE49-F238E27FC236}">
                  <a16:creationId xmlns:a16="http://schemas.microsoft.com/office/drawing/2014/main" id="{A22C5534-977E-1C4C-5461-D923F064A1EC}"/>
                </a:ext>
              </a:extLst>
            </p:cNvPr>
            <p:cNvSpPr/>
            <p:nvPr/>
          </p:nvSpPr>
          <p:spPr>
            <a:xfrm>
              <a:off x="1476409"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6" name="Arrow: Chevron 6">
              <a:extLst>
                <a:ext uri="{FF2B5EF4-FFF2-40B4-BE49-F238E27FC236}">
                  <a16:creationId xmlns:a16="http://schemas.microsoft.com/office/drawing/2014/main" id="{22183DA2-6617-B145-1124-BD7DF90DFC5F}"/>
                </a:ext>
              </a:extLst>
            </p:cNvPr>
            <p:cNvSpPr txBox="1"/>
            <p:nvPr/>
          </p:nvSpPr>
          <p:spPr>
            <a:xfrm>
              <a:off x="1845511"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p:txBody>
        </p:sp>
      </p:grpSp>
      <p:grpSp>
        <p:nvGrpSpPr>
          <p:cNvPr id="27" name="Group 26">
            <a:extLst>
              <a:ext uri="{FF2B5EF4-FFF2-40B4-BE49-F238E27FC236}">
                <a16:creationId xmlns:a16="http://schemas.microsoft.com/office/drawing/2014/main" id="{82C293A0-ACB0-0D3B-2106-E00934712B46}"/>
              </a:ext>
            </a:extLst>
          </p:cNvPr>
          <p:cNvGrpSpPr/>
          <p:nvPr/>
        </p:nvGrpSpPr>
        <p:grpSpPr>
          <a:xfrm>
            <a:off x="2952818" y="0"/>
            <a:ext cx="1845512" cy="738204"/>
            <a:chOff x="2952818" y="321362"/>
            <a:chExt cx="1845512" cy="738204"/>
          </a:xfrm>
          <a:solidFill>
            <a:schemeClr val="bg1"/>
          </a:solidFill>
        </p:grpSpPr>
        <p:sp>
          <p:nvSpPr>
            <p:cNvPr id="43" name="Arrow: Chevron 42">
              <a:extLst>
                <a:ext uri="{FF2B5EF4-FFF2-40B4-BE49-F238E27FC236}">
                  <a16:creationId xmlns:a16="http://schemas.microsoft.com/office/drawing/2014/main" id="{8FF343BA-BC38-0BCE-C23F-908A953179D1}"/>
                </a:ext>
              </a:extLst>
            </p:cNvPr>
            <p:cNvSpPr/>
            <p:nvPr/>
          </p:nvSpPr>
          <p:spPr>
            <a:xfrm>
              <a:off x="295281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4" name="Arrow: Chevron 8">
              <a:extLst>
                <a:ext uri="{FF2B5EF4-FFF2-40B4-BE49-F238E27FC236}">
                  <a16:creationId xmlns:a16="http://schemas.microsoft.com/office/drawing/2014/main" id="{978D45C2-CD17-672E-B858-92CA4FAAFA32}"/>
                </a:ext>
              </a:extLst>
            </p:cNvPr>
            <p:cNvSpPr txBox="1"/>
            <p:nvPr/>
          </p:nvSpPr>
          <p:spPr>
            <a:xfrm>
              <a:off x="332192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p:txBody>
        </p:sp>
      </p:grpSp>
      <p:grpSp>
        <p:nvGrpSpPr>
          <p:cNvPr id="28" name="Group 27">
            <a:extLst>
              <a:ext uri="{FF2B5EF4-FFF2-40B4-BE49-F238E27FC236}">
                <a16:creationId xmlns:a16="http://schemas.microsoft.com/office/drawing/2014/main" id="{D7054DF2-B5FF-60E1-D48B-289BFA6A2437}"/>
              </a:ext>
            </a:extLst>
          </p:cNvPr>
          <p:cNvGrpSpPr/>
          <p:nvPr/>
        </p:nvGrpSpPr>
        <p:grpSpPr>
          <a:xfrm>
            <a:off x="4429228" y="0"/>
            <a:ext cx="1845512" cy="738204"/>
            <a:chOff x="4429228" y="321362"/>
            <a:chExt cx="1845512" cy="738204"/>
          </a:xfrm>
          <a:solidFill>
            <a:schemeClr val="bg1"/>
          </a:solidFill>
        </p:grpSpPr>
        <p:sp>
          <p:nvSpPr>
            <p:cNvPr id="41" name="Arrow: Chevron 40">
              <a:extLst>
                <a:ext uri="{FF2B5EF4-FFF2-40B4-BE49-F238E27FC236}">
                  <a16:creationId xmlns:a16="http://schemas.microsoft.com/office/drawing/2014/main" id="{5DB36218-9F32-2971-6E1D-6698BBD9F649}"/>
                </a:ext>
              </a:extLst>
            </p:cNvPr>
            <p:cNvSpPr/>
            <p:nvPr/>
          </p:nvSpPr>
          <p:spPr>
            <a:xfrm>
              <a:off x="442922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2" name="Arrow: Chevron 10">
              <a:extLst>
                <a:ext uri="{FF2B5EF4-FFF2-40B4-BE49-F238E27FC236}">
                  <a16:creationId xmlns:a16="http://schemas.microsoft.com/office/drawing/2014/main" id="{E3287CC9-9992-73FC-BFF0-B3F766A1FF16}"/>
                </a:ext>
              </a:extLst>
            </p:cNvPr>
            <p:cNvSpPr txBox="1"/>
            <p:nvPr/>
          </p:nvSpPr>
          <p:spPr>
            <a:xfrm>
              <a:off x="479833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p:txBody>
        </p:sp>
      </p:grpSp>
      <p:grpSp>
        <p:nvGrpSpPr>
          <p:cNvPr id="29" name="Group 28">
            <a:extLst>
              <a:ext uri="{FF2B5EF4-FFF2-40B4-BE49-F238E27FC236}">
                <a16:creationId xmlns:a16="http://schemas.microsoft.com/office/drawing/2014/main" id="{D73B27C7-7E8C-31D8-D73A-EED57A4EBFE7}"/>
              </a:ext>
            </a:extLst>
          </p:cNvPr>
          <p:cNvGrpSpPr/>
          <p:nvPr/>
        </p:nvGrpSpPr>
        <p:grpSpPr>
          <a:xfrm>
            <a:off x="5905638" y="0"/>
            <a:ext cx="1845512" cy="738204"/>
            <a:chOff x="5905638" y="321362"/>
            <a:chExt cx="1845512" cy="738204"/>
          </a:xfrm>
          <a:solidFill>
            <a:srgbClr val="9CCCB9"/>
          </a:solidFill>
        </p:grpSpPr>
        <p:sp>
          <p:nvSpPr>
            <p:cNvPr id="39" name="Arrow: Chevron 38">
              <a:extLst>
                <a:ext uri="{FF2B5EF4-FFF2-40B4-BE49-F238E27FC236}">
                  <a16:creationId xmlns:a16="http://schemas.microsoft.com/office/drawing/2014/main" id="{873504B2-E03F-25E9-380C-3172542AF52B}"/>
                </a:ext>
              </a:extLst>
            </p:cNvPr>
            <p:cNvSpPr/>
            <p:nvPr/>
          </p:nvSpPr>
          <p:spPr>
            <a:xfrm>
              <a:off x="590563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0" name="Arrow: Chevron 12">
              <a:extLst>
                <a:ext uri="{FF2B5EF4-FFF2-40B4-BE49-F238E27FC236}">
                  <a16:creationId xmlns:a16="http://schemas.microsoft.com/office/drawing/2014/main" id="{ADC217B2-CFC9-ECCD-B5D2-8DCC1A2E85F3}"/>
                </a:ext>
              </a:extLst>
            </p:cNvPr>
            <p:cNvSpPr txBox="1"/>
            <p:nvPr/>
          </p:nvSpPr>
          <p:spPr>
            <a:xfrm>
              <a:off x="627474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p:txBody>
        </p:sp>
      </p:grpSp>
      <p:grpSp>
        <p:nvGrpSpPr>
          <p:cNvPr id="30" name="Group 29">
            <a:extLst>
              <a:ext uri="{FF2B5EF4-FFF2-40B4-BE49-F238E27FC236}">
                <a16:creationId xmlns:a16="http://schemas.microsoft.com/office/drawing/2014/main" id="{5A9CDD7A-9D0E-A6DC-A2F1-93672192B9D9}"/>
              </a:ext>
            </a:extLst>
          </p:cNvPr>
          <p:cNvGrpSpPr/>
          <p:nvPr/>
        </p:nvGrpSpPr>
        <p:grpSpPr>
          <a:xfrm>
            <a:off x="7382047" y="0"/>
            <a:ext cx="1845512" cy="738204"/>
            <a:chOff x="7382047" y="321362"/>
            <a:chExt cx="1845512" cy="738204"/>
          </a:xfrm>
        </p:grpSpPr>
        <p:sp>
          <p:nvSpPr>
            <p:cNvPr id="37" name="Arrow: Chevron 36">
              <a:extLst>
                <a:ext uri="{FF2B5EF4-FFF2-40B4-BE49-F238E27FC236}">
                  <a16:creationId xmlns:a16="http://schemas.microsoft.com/office/drawing/2014/main" id="{E511BB00-D8FF-B328-653F-AE8447B0CD22}"/>
                </a:ext>
              </a:extLst>
            </p:cNvPr>
            <p:cNvSpPr/>
            <p:nvPr/>
          </p:nvSpPr>
          <p:spPr>
            <a:xfrm>
              <a:off x="738204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8" name="Arrow: Chevron 14">
              <a:extLst>
                <a:ext uri="{FF2B5EF4-FFF2-40B4-BE49-F238E27FC236}">
                  <a16:creationId xmlns:a16="http://schemas.microsoft.com/office/drawing/2014/main" id="{417F0961-2F00-F8C3-F428-6286C3E36827}"/>
                </a:ext>
              </a:extLst>
            </p:cNvPr>
            <p:cNvSpPr txBox="1"/>
            <p:nvPr/>
          </p:nvSpPr>
          <p:spPr>
            <a:xfrm>
              <a:off x="775114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p:txBody>
        </p:sp>
      </p:grpSp>
      <p:grpSp>
        <p:nvGrpSpPr>
          <p:cNvPr id="31" name="Group 30">
            <a:extLst>
              <a:ext uri="{FF2B5EF4-FFF2-40B4-BE49-F238E27FC236}">
                <a16:creationId xmlns:a16="http://schemas.microsoft.com/office/drawing/2014/main" id="{50D7925D-1024-5DBE-5052-E4F00E85B672}"/>
              </a:ext>
            </a:extLst>
          </p:cNvPr>
          <p:cNvGrpSpPr/>
          <p:nvPr/>
        </p:nvGrpSpPr>
        <p:grpSpPr>
          <a:xfrm>
            <a:off x="8858457" y="0"/>
            <a:ext cx="1845512" cy="738204"/>
            <a:chOff x="8858457" y="321362"/>
            <a:chExt cx="1845512" cy="738204"/>
          </a:xfrm>
        </p:grpSpPr>
        <p:sp>
          <p:nvSpPr>
            <p:cNvPr id="35" name="Arrow: Chevron 34">
              <a:extLst>
                <a:ext uri="{FF2B5EF4-FFF2-40B4-BE49-F238E27FC236}">
                  <a16:creationId xmlns:a16="http://schemas.microsoft.com/office/drawing/2014/main" id="{9A6BCCB2-BA18-2DDD-891F-5A5C35ACFCB5}"/>
                </a:ext>
              </a:extLst>
            </p:cNvPr>
            <p:cNvSpPr/>
            <p:nvPr/>
          </p:nvSpPr>
          <p:spPr>
            <a:xfrm>
              <a:off x="885845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6" name="Arrow: Chevron 16">
              <a:extLst>
                <a:ext uri="{FF2B5EF4-FFF2-40B4-BE49-F238E27FC236}">
                  <a16:creationId xmlns:a16="http://schemas.microsoft.com/office/drawing/2014/main" id="{B1F9C458-291D-662D-910E-9E0FDEB426DF}"/>
                </a:ext>
              </a:extLst>
            </p:cNvPr>
            <p:cNvSpPr txBox="1"/>
            <p:nvPr/>
          </p:nvSpPr>
          <p:spPr>
            <a:xfrm>
              <a:off x="922755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p:txBody>
        </p:sp>
      </p:grpSp>
      <p:grpSp>
        <p:nvGrpSpPr>
          <p:cNvPr id="32" name="Group 31">
            <a:extLst>
              <a:ext uri="{FF2B5EF4-FFF2-40B4-BE49-F238E27FC236}">
                <a16:creationId xmlns:a16="http://schemas.microsoft.com/office/drawing/2014/main" id="{4505D7A0-5849-24F2-1CE2-D035699D1316}"/>
              </a:ext>
            </a:extLst>
          </p:cNvPr>
          <p:cNvGrpSpPr/>
          <p:nvPr/>
        </p:nvGrpSpPr>
        <p:grpSpPr>
          <a:xfrm>
            <a:off x="10340820" y="0"/>
            <a:ext cx="1845512" cy="738204"/>
            <a:chOff x="10340820" y="321362"/>
            <a:chExt cx="1845512" cy="738204"/>
          </a:xfrm>
        </p:grpSpPr>
        <p:sp>
          <p:nvSpPr>
            <p:cNvPr id="33" name="Arrow: Chevron 32">
              <a:extLst>
                <a:ext uri="{FF2B5EF4-FFF2-40B4-BE49-F238E27FC236}">
                  <a16:creationId xmlns:a16="http://schemas.microsoft.com/office/drawing/2014/main" id="{EF743D12-0E50-FD48-768C-A52FC0AA3B74}"/>
                </a:ext>
              </a:extLst>
            </p:cNvPr>
            <p:cNvSpPr/>
            <p:nvPr/>
          </p:nvSpPr>
          <p:spPr>
            <a:xfrm>
              <a:off x="10340820"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4" name="Arrow: Chevron 18">
              <a:extLst>
                <a:ext uri="{FF2B5EF4-FFF2-40B4-BE49-F238E27FC236}">
                  <a16:creationId xmlns:a16="http://schemas.microsoft.com/office/drawing/2014/main" id="{B18C8D31-AA9F-1F64-6C28-97687B34B198}"/>
                </a:ext>
              </a:extLst>
            </p:cNvPr>
            <p:cNvSpPr txBox="1"/>
            <p:nvPr/>
          </p:nvSpPr>
          <p:spPr>
            <a:xfrm>
              <a:off x="10709922"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p:txBody>
        </p:sp>
      </p:grpSp>
      <p:graphicFrame>
        <p:nvGraphicFramePr>
          <p:cNvPr id="2" name="Diagram 1">
            <a:extLst>
              <a:ext uri="{FF2B5EF4-FFF2-40B4-BE49-F238E27FC236}">
                <a16:creationId xmlns:a16="http://schemas.microsoft.com/office/drawing/2014/main" id="{A4FC4ED3-4815-10B8-40FA-AA8F7504FEE0}"/>
              </a:ext>
            </a:extLst>
          </p:cNvPr>
          <p:cNvGraphicFramePr/>
          <p:nvPr>
            <p:extLst>
              <p:ext uri="{D42A27DB-BD31-4B8C-83A1-F6EECF244321}">
                <p14:modId xmlns:p14="http://schemas.microsoft.com/office/powerpoint/2010/main" val="4096098384"/>
              </p:ext>
            </p:extLst>
          </p:nvPr>
        </p:nvGraphicFramePr>
        <p:xfrm>
          <a:off x="253769" y="1777332"/>
          <a:ext cx="11580816" cy="4165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0284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2EC7FC65-DDA7-F567-7F61-47DCB6EDF5AF}"/>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FCCF9DEE-78DB-2932-6587-4F71E7056472}"/>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10</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F2F1B039-21EB-FF22-C6BA-1DB4F6CF1AF9}"/>
              </a:ext>
            </a:extLst>
          </p:cNvPr>
          <p:cNvSpPr txBox="1"/>
          <p:nvPr/>
        </p:nvSpPr>
        <p:spPr>
          <a:xfrm>
            <a:off x="4429228" y="1043192"/>
            <a:ext cx="3516908" cy="523220"/>
          </a:xfrm>
          <a:prstGeom prst="rect">
            <a:avLst/>
          </a:prstGeom>
          <a:noFill/>
        </p:spPr>
        <p:txBody>
          <a:bodyPr wrap="squar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Integration &amp; Testing</a:t>
            </a:r>
          </a:p>
        </p:txBody>
      </p:sp>
      <p:sp>
        <p:nvSpPr>
          <p:cNvPr id="11" name="Rectangle 10">
            <a:extLst>
              <a:ext uri="{FF2B5EF4-FFF2-40B4-BE49-F238E27FC236}">
                <a16:creationId xmlns:a16="http://schemas.microsoft.com/office/drawing/2014/main" id="{0310480B-8FB1-F749-F031-FA211E0A1C15}"/>
              </a:ext>
            </a:extLst>
          </p:cNvPr>
          <p:cNvSpPr/>
          <p:nvPr/>
        </p:nvSpPr>
        <p:spPr>
          <a:xfrm>
            <a:off x="5700247" y="2738912"/>
            <a:ext cx="1781654" cy="923330"/>
          </a:xfrm>
          <a:prstGeom prst="rect">
            <a:avLst/>
          </a:pr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6" name="TextBox 15">
            <a:extLst>
              <a:ext uri="{FF2B5EF4-FFF2-40B4-BE49-F238E27FC236}">
                <a16:creationId xmlns:a16="http://schemas.microsoft.com/office/drawing/2014/main" id="{78B31C0F-05F2-1183-C7B7-804454BB85F1}"/>
              </a:ext>
            </a:extLst>
          </p:cNvPr>
          <p:cNvSpPr txBox="1"/>
          <p:nvPr/>
        </p:nvSpPr>
        <p:spPr>
          <a:xfrm>
            <a:off x="7481901" y="2277247"/>
            <a:ext cx="1781654" cy="9233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endParaRPr lang="en-US" sz="1200" kern="1200">
              <a:latin typeface="Calibri" panose="020F0502020204030204" pitchFamily="34" charset="0"/>
              <a:ea typeface="Calibri" panose="020F0502020204030204" pitchFamily="34" charset="0"/>
              <a:cs typeface="Calibri" panose="020F0502020204030204" pitchFamily="34" charset="0"/>
            </a:endParaRPr>
          </a:p>
        </p:txBody>
      </p:sp>
      <p:grpSp>
        <p:nvGrpSpPr>
          <p:cNvPr id="25" name="Group 24">
            <a:extLst>
              <a:ext uri="{FF2B5EF4-FFF2-40B4-BE49-F238E27FC236}">
                <a16:creationId xmlns:a16="http://schemas.microsoft.com/office/drawing/2014/main" id="{602BD0E4-7FA3-0BE6-39BB-AC29F1F5D329}"/>
              </a:ext>
            </a:extLst>
          </p:cNvPr>
          <p:cNvGrpSpPr/>
          <p:nvPr/>
        </p:nvGrpSpPr>
        <p:grpSpPr>
          <a:xfrm>
            <a:off x="0" y="0"/>
            <a:ext cx="1845512" cy="738204"/>
            <a:chOff x="0" y="321362"/>
            <a:chExt cx="1845512" cy="738204"/>
          </a:xfrm>
        </p:grpSpPr>
        <p:sp>
          <p:nvSpPr>
            <p:cNvPr id="47" name="Arrow: Pentagon 46">
              <a:extLst>
                <a:ext uri="{FF2B5EF4-FFF2-40B4-BE49-F238E27FC236}">
                  <a16:creationId xmlns:a16="http://schemas.microsoft.com/office/drawing/2014/main" id="{4F0FEBD0-E80B-5C10-AA3B-0979FF6E2AB6}"/>
                </a:ext>
              </a:extLst>
            </p:cNvPr>
            <p:cNvSpPr/>
            <p:nvPr/>
          </p:nvSpPr>
          <p:spPr>
            <a:xfrm>
              <a:off x="0" y="321362"/>
              <a:ext cx="1845512" cy="738204"/>
            </a:xfrm>
            <a:prstGeom prst="homePlate">
              <a:avLst/>
            </a:prstGeom>
            <a:solidFill>
              <a:schemeClr val="bg1"/>
            </a:solidFill>
            <a:ln w="12700">
              <a:solidFill>
                <a:srgbClr val="9CCCB9"/>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lstStyle/>
            <a:p>
              <a:endParaRPr lang="en-US"/>
            </a:p>
          </p:txBody>
        </p:sp>
        <p:sp>
          <p:nvSpPr>
            <p:cNvPr id="48" name="Arrow: Pentagon 4">
              <a:extLst>
                <a:ext uri="{FF2B5EF4-FFF2-40B4-BE49-F238E27FC236}">
                  <a16:creationId xmlns:a16="http://schemas.microsoft.com/office/drawing/2014/main" id="{F2073ACE-2AAA-1CC8-A347-898CBE432F0D}"/>
                </a:ext>
              </a:extLst>
            </p:cNvPr>
            <p:cNvSpPr txBox="1"/>
            <p:nvPr/>
          </p:nvSpPr>
          <p:spPr>
            <a:xfrm>
              <a:off x="0" y="321362"/>
              <a:ext cx="1660961"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p:txBody>
        </p:sp>
      </p:grpSp>
      <p:grpSp>
        <p:nvGrpSpPr>
          <p:cNvPr id="26" name="Group 25">
            <a:extLst>
              <a:ext uri="{FF2B5EF4-FFF2-40B4-BE49-F238E27FC236}">
                <a16:creationId xmlns:a16="http://schemas.microsoft.com/office/drawing/2014/main" id="{3CE4B9D1-F3C1-6320-7562-88F5F1B90E5F}"/>
              </a:ext>
            </a:extLst>
          </p:cNvPr>
          <p:cNvGrpSpPr/>
          <p:nvPr/>
        </p:nvGrpSpPr>
        <p:grpSpPr>
          <a:xfrm>
            <a:off x="1476409" y="0"/>
            <a:ext cx="1845512" cy="738204"/>
            <a:chOff x="1476409" y="321362"/>
            <a:chExt cx="1845512" cy="738204"/>
          </a:xfrm>
          <a:solidFill>
            <a:schemeClr val="bg1"/>
          </a:solidFill>
        </p:grpSpPr>
        <p:sp>
          <p:nvSpPr>
            <p:cNvPr id="45" name="Arrow: Chevron 44">
              <a:extLst>
                <a:ext uri="{FF2B5EF4-FFF2-40B4-BE49-F238E27FC236}">
                  <a16:creationId xmlns:a16="http://schemas.microsoft.com/office/drawing/2014/main" id="{47019A03-3AF3-6079-6145-679B5912CCFA}"/>
                </a:ext>
              </a:extLst>
            </p:cNvPr>
            <p:cNvSpPr/>
            <p:nvPr/>
          </p:nvSpPr>
          <p:spPr>
            <a:xfrm>
              <a:off x="1476409"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6" name="Arrow: Chevron 6">
              <a:extLst>
                <a:ext uri="{FF2B5EF4-FFF2-40B4-BE49-F238E27FC236}">
                  <a16:creationId xmlns:a16="http://schemas.microsoft.com/office/drawing/2014/main" id="{3FDC4543-C55D-63DD-B172-1ACFFEB0E5D1}"/>
                </a:ext>
              </a:extLst>
            </p:cNvPr>
            <p:cNvSpPr txBox="1"/>
            <p:nvPr/>
          </p:nvSpPr>
          <p:spPr>
            <a:xfrm>
              <a:off x="1845511"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p:txBody>
        </p:sp>
      </p:grpSp>
      <p:grpSp>
        <p:nvGrpSpPr>
          <p:cNvPr id="27" name="Group 26">
            <a:extLst>
              <a:ext uri="{FF2B5EF4-FFF2-40B4-BE49-F238E27FC236}">
                <a16:creationId xmlns:a16="http://schemas.microsoft.com/office/drawing/2014/main" id="{A644ED3A-1601-E724-BD5F-7ADF431ACE32}"/>
              </a:ext>
            </a:extLst>
          </p:cNvPr>
          <p:cNvGrpSpPr/>
          <p:nvPr/>
        </p:nvGrpSpPr>
        <p:grpSpPr>
          <a:xfrm>
            <a:off x="2952818" y="0"/>
            <a:ext cx="1845512" cy="738204"/>
            <a:chOff x="2952818" y="321362"/>
            <a:chExt cx="1845512" cy="738204"/>
          </a:xfrm>
          <a:solidFill>
            <a:schemeClr val="bg1"/>
          </a:solidFill>
        </p:grpSpPr>
        <p:sp>
          <p:nvSpPr>
            <p:cNvPr id="43" name="Arrow: Chevron 42">
              <a:extLst>
                <a:ext uri="{FF2B5EF4-FFF2-40B4-BE49-F238E27FC236}">
                  <a16:creationId xmlns:a16="http://schemas.microsoft.com/office/drawing/2014/main" id="{1C783BA6-3435-51ED-BD83-21B7BE49AA44}"/>
                </a:ext>
              </a:extLst>
            </p:cNvPr>
            <p:cNvSpPr/>
            <p:nvPr/>
          </p:nvSpPr>
          <p:spPr>
            <a:xfrm>
              <a:off x="295281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4" name="Arrow: Chevron 8">
              <a:extLst>
                <a:ext uri="{FF2B5EF4-FFF2-40B4-BE49-F238E27FC236}">
                  <a16:creationId xmlns:a16="http://schemas.microsoft.com/office/drawing/2014/main" id="{A0671810-8D8A-CDF7-73EE-0D59A3FBE6CB}"/>
                </a:ext>
              </a:extLst>
            </p:cNvPr>
            <p:cNvSpPr txBox="1"/>
            <p:nvPr/>
          </p:nvSpPr>
          <p:spPr>
            <a:xfrm>
              <a:off x="332192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p:txBody>
        </p:sp>
      </p:grpSp>
      <p:grpSp>
        <p:nvGrpSpPr>
          <p:cNvPr id="28" name="Group 27">
            <a:extLst>
              <a:ext uri="{FF2B5EF4-FFF2-40B4-BE49-F238E27FC236}">
                <a16:creationId xmlns:a16="http://schemas.microsoft.com/office/drawing/2014/main" id="{82F5692D-9927-9506-6063-C9E98CBC1F7F}"/>
              </a:ext>
            </a:extLst>
          </p:cNvPr>
          <p:cNvGrpSpPr/>
          <p:nvPr/>
        </p:nvGrpSpPr>
        <p:grpSpPr>
          <a:xfrm>
            <a:off x="4429228" y="0"/>
            <a:ext cx="1845512" cy="738204"/>
            <a:chOff x="4429228" y="321362"/>
            <a:chExt cx="1845512" cy="738204"/>
          </a:xfrm>
          <a:solidFill>
            <a:schemeClr val="bg1"/>
          </a:solidFill>
        </p:grpSpPr>
        <p:sp>
          <p:nvSpPr>
            <p:cNvPr id="41" name="Arrow: Chevron 40">
              <a:extLst>
                <a:ext uri="{FF2B5EF4-FFF2-40B4-BE49-F238E27FC236}">
                  <a16:creationId xmlns:a16="http://schemas.microsoft.com/office/drawing/2014/main" id="{B3302174-D2E8-262D-ADE7-9C5DAEF4B297}"/>
                </a:ext>
              </a:extLst>
            </p:cNvPr>
            <p:cNvSpPr/>
            <p:nvPr/>
          </p:nvSpPr>
          <p:spPr>
            <a:xfrm>
              <a:off x="442922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2" name="Arrow: Chevron 10">
              <a:extLst>
                <a:ext uri="{FF2B5EF4-FFF2-40B4-BE49-F238E27FC236}">
                  <a16:creationId xmlns:a16="http://schemas.microsoft.com/office/drawing/2014/main" id="{A018CEBE-D89E-8AE8-4A1D-14596518E8D9}"/>
                </a:ext>
              </a:extLst>
            </p:cNvPr>
            <p:cNvSpPr txBox="1"/>
            <p:nvPr/>
          </p:nvSpPr>
          <p:spPr>
            <a:xfrm>
              <a:off x="479833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p:txBody>
        </p:sp>
      </p:grpSp>
      <p:grpSp>
        <p:nvGrpSpPr>
          <p:cNvPr id="29" name="Group 28">
            <a:extLst>
              <a:ext uri="{FF2B5EF4-FFF2-40B4-BE49-F238E27FC236}">
                <a16:creationId xmlns:a16="http://schemas.microsoft.com/office/drawing/2014/main" id="{844E511E-8948-D8E6-01AF-011BDFCBFA98}"/>
              </a:ext>
            </a:extLst>
          </p:cNvPr>
          <p:cNvGrpSpPr/>
          <p:nvPr/>
        </p:nvGrpSpPr>
        <p:grpSpPr>
          <a:xfrm>
            <a:off x="5905638" y="0"/>
            <a:ext cx="1845512" cy="738204"/>
            <a:chOff x="5905638" y="321362"/>
            <a:chExt cx="1845512" cy="738204"/>
          </a:xfrm>
          <a:solidFill>
            <a:schemeClr val="bg1"/>
          </a:solidFill>
        </p:grpSpPr>
        <p:sp>
          <p:nvSpPr>
            <p:cNvPr id="39" name="Arrow: Chevron 38">
              <a:extLst>
                <a:ext uri="{FF2B5EF4-FFF2-40B4-BE49-F238E27FC236}">
                  <a16:creationId xmlns:a16="http://schemas.microsoft.com/office/drawing/2014/main" id="{EF2EC8CF-F1E7-9737-FEAE-F190BAFC4D0D}"/>
                </a:ext>
              </a:extLst>
            </p:cNvPr>
            <p:cNvSpPr/>
            <p:nvPr/>
          </p:nvSpPr>
          <p:spPr>
            <a:xfrm>
              <a:off x="590563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0" name="Arrow: Chevron 12">
              <a:extLst>
                <a:ext uri="{FF2B5EF4-FFF2-40B4-BE49-F238E27FC236}">
                  <a16:creationId xmlns:a16="http://schemas.microsoft.com/office/drawing/2014/main" id="{3D116290-BB76-D526-1727-D072550A8301}"/>
                </a:ext>
              </a:extLst>
            </p:cNvPr>
            <p:cNvSpPr txBox="1"/>
            <p:nvPr/>
          </p:nvSpPr>
          <p:spPr>
            <a:xfrm>
              <a:off x="627474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p:txBody>
        </p:sp>
      </p:grpSp>
      <p:grpSp>
        <p:nvGrpSpPr>
          <p:cNvPr id="30" name="Group 29">
            <a:extLst>
              <a:ext uri="{FF2B5EF4-FFF2-40B4-BE49-F238E27FC236}">
                <a16:creationId xmlns:a16="http://schemas.microsoft.com/office/drawing/2014/main" id="{1AA0C40A-B7CC-8532-936D-B45928BCB291}"/>
              </a:ext>
            </a:extLst>
          </p:cNvPr>
          <p:cNvGrpSpPr/>
          <p:nvPr/>
        </p:nvGrpSpPr>
        <p:grpSpPr>
          <a:xfrm>
            <a:off x="7382047" y="0"/>
            <a:ext cx="1845512" cy="738204"/>
            <a:chOff x="7382047" y="321362"/>
            <a:chExt cx="1845512" cy="738204"/>
          </a:xfrm>
          <a:solidFill>
            <a:srgbClr val="9CCCB9"/>
          </a:solidFill>
        </p:grpSpPr>
        <p:sp>
          <p:nvSpPr>
            <p:cNvPr id="37" name="Arrow: Chevron 36">
              <a:extLst>
                <a:ext uri="{FF2B5EF4-FFF2-40B4-BE49-F238E27FC236}">
                  <a16:creationId xmlns:a16="http://schemas.microsoft.com/office/drawing/2014/main" id="{42E024F4-7CC2-9611-29AD-34B6C76BF179}"/>
                </a:ext>
              </a:extLst>
            </p:cNvPr>
            <p:cNvSpPr/>
            <p:nvPr/>
          </p:nvSpPr>
          <p:spPr>
            <a:xfrm>
              <a:off x="7382047"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8" name="Arrow: Chevron 14">
              <a:extLst>
                <a:ext uri="{FF2B5EF4-FFF2-40B4-BE49-F238E27FC236}">
                  <a16:creationId xmlns:a16="http://schemas.microsoft.com/office/drawing/2014/main" id="{245F04AB-F76C-FE4B-EEEE-479E3127E5A1}"/>
                </a:ext>
              </a:extLst>
            </p:cNvPr>
            <p:cNvSpPr txBox="1"/>
            <p:nvPr/>
          </p:nvSpPr>
          <p:spPr>
            <a:xfrm>
              <a:off x="7751149"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p:txBody>
        </p:sp>
      </p:grpSp>
      <p:grpSp>
        <p:nvGrpSpPr>
          <p:cNvPr id="31" name="Group 30">
            <a:extLst>
              <a:ext uri="{FF2B5EF4-FFF2-40B4-BE49-F238E27FC236}">
                <a16:creationId xmlns:a16="http://schemas.microsoft.com/office/drawing/2014/main" id="{973E91B1-410D-7D6C-65F9-F5718B8A4EB1}"/>
              </a:ext>
            </a:extLst>
          </p:cNvPr>
          <p:cNvGrpSpPr/>
          <p:nvPr/>
        </p:nvGrpSpPr>
        <p:grpSpPr>
          <a:xfrm>
            <a:off x="8858457" y="0"/>
            <a:ext cx="1845512" cy="738204"/>
            <a:chOff x="8858457" y="321362"/>
            <a:chExt cx="1845512" cy="738204"/>
          </a:xfrm>
        </p:grpSpPr>
        <p:sp>
          <p:nvSpPr>
            <p:cNvPr id="35" name="Arrow: Chevron 34">
              <a:extLst>
                <a:ext uri="{FF2B5EF4-FFF2-40B4-BE49-F238E27FC236}">
                  <a16:creationId xmlns:a16="http://schemas.microsoft.com/office/drawing/2014/main" id="{804F23AF-70C4-2983-306D-8F363380326C}"/>
                </a:ext>
              </a:extLst>
            </p:cNvPr>
            <p:cNvSpPr/>
            <p:nvPr/>
          </p:nvSpPr>
          <p:spPr>
            <a:xfrm>
              <a:off x="885845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6" name="Arrow: Chevron 16">
              <a:extLst>
                <a:ext uri="{FF2B5EF4-FFF2-40B4-BE49-F238E27FC236}">
                  <a16:creationId xmlns:a16="http://schemas.microsoft.com/office/drawing/2014/main" id="{BA703F41-13E3-A04E-0D07-BB783A5E78E0}"/>
                </a:ext>
              </a:extLst>
            </p:cNvPr>
            <p:cNvSpPr txBox="1"/>
            <p:nvPr/>
          </p:nvSpPr>
          <p:spPr>
            <a:xfrm>
              <a:off x="922755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p:txBody>
        </p:sp>
      </p:grpSp>
      <p:grpSp>
        <p:nvGrpSpPr>
          <p:cNvPr id="32" name="Group 31">
            <a:extLst>
              <a:ext uri="{FF2B5EF4-FFF2-40B4-BE49-F238E27FC236}">
                <a16:creationId xmlns:a16="http://schemas.microsoft.com/office/drawing/2014/main" id="{444CA159-0986-8407-F071-4F8DF6AB5CC4}"/>
              </a:ext>
            </a:extLst>
          </p:cNvPr>
          <p:cNvGrpSpPr/>
          <p:nvPr/>
        </p:nvGrpSpPr>
        <p:grpSpPr>
          <a:xfrm>
            <a:off x="10340820" y="0"/>
            <a:ext cx="1845512" cy="738204"/>
            <a:chOff x="10340820" y="321362"/>
            <a:chExt cx="1845512" cy="738204"/>
          </a:xfrm>
        </p:grpSpPr>
        <p:sp>
          <p:nvSpPr>
            <p:cNvPr id="33" name="Arrow: Chevron 32">
              <a:extLst>
                <a:ext uri="{FF2B5EF4-FFF2-40B4-BE49-F238E27FC236}">
                  <a16:creationId xmlns:a16="http://schemas.microsoft.com/office/drawing/2014/main" id="{2DEE9364-881E-3129-67E3-48D0377EB709}"/>
                </a:ext>
              </a:extLst>
            </p:cNvPr>
            <p:cNvSpPr/>
            <p:nvPr/>
          </p:nvSpPr>
          <p:spPr>
            <a:xfrm>
              <a:off x="10340820"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4" name="Arrow: Chevron 18">
              <a:extLst>
                <a:ext uri="{FF2B5EF4-FFF2-40B4-BE49-F238E27FC236}">
                  <a16:creationId xmlns:a16="http://schemas.microsoft.com/office/drawing/2014/main" id="{90522A32-AA8A-D150-CC6E-C178BFDA8959}"/>
                </a:ext>
              </a:extLst>
            </p:cNvPr>
            <p:cNvSpPr txBox="1"/>
            <p:nvPr/>
          </p:nvSpPr>
          <p:spPr>
            <a:xfrm>
              <a:off x="10709922"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p:txBody>
        </p:sp>
      </p:grpSp>
      <p:pic>
        <p:nvPicPr>
          <p:cNvPr id="4" name="Picture 3">
            <a:extLst>
              <a:ext uri="{FF2B5EF4-FFF2-40B4-BE49-F238E27FC236}">
                <a16:creationId xmlns:a16="http://schemas.microsoft.com/office/drawing/2014/main" id="{50757CD6-5249-6B25-4C39-F2C3A7B6B5B6}"/>
              </a:ext>
            </a:extLst>
          </p:cNvPr>
          <p:cNvPicPr>
            <a:picLocks noChangeAspect="1"/>
          </p:cNvPicPr>
          <p:nvPr/>
        </p:nvPicPr>
        <p:blipFill>
          <a:blip r:embed="rId3"/>
          <a:srcRect t="23802" b="19484"/>
          <a:stretch>
            <a:fillRect/>
          </a:stretch>
        </p:blipFill>
        <p:spPr>
          <a:xfrm>
            <a:off x="1028838" y="1585117"/>
            <a:ext cx="9753600" cy="3687765"/>
          </a:xfrm>
          <a:prstGeom prst="rect">
            <a:avLst/>
          </a:prstGeom>
        </p:spPr>
      </p:pic>
      <p:sp>
        <p:nvSpPr>
          <p:cNvPr id="5" name="TextBox 4">
            <a:extLst>
              <a:ext uri="{FF2B5EF4-FFF2-40B4-BE49-F238E27FC236}">
                <a16:creationId xmlns:a16="http://schemas.microsoft.com/office/drawing/2014/main" id="{B7C6F453-F211-5614-1964-FE732985B8DA}"/>
              </a:ext>
            </a:extLst>
          </p:cNvPr>
          <p:cNvSpPr txBox="1"/>
          <p:nvPr/>
        </p:nvSpPr>
        <p:spPr>
          <a:xfrm>
            <a:off x="830480" y="5503347"/>
            <a:ext cx="10789920" cy="923330"/>
          </a:xfrm>
          <a:prstGeom prst="rect">
            <a:avLst/>
          </a:prstGeom>
          <a:noFill/>
          <a:ln w="3175">
            <a:solidFill>
              <a:schemeClr val="tx1"/>
            </a:solidFill>
          </a:ln>
        </p:spPr>
        <p:txBody>
          <a:bodyPr wrap="square" lIns="91440" tIns="45720" rIns="91440" bIns="45720" rtlCol="0" anchor="t">
            <a:spAutoFit/>
          </a:bodyPr>
          <a:lstStyle/>
          <a:p>
            <a:r>
              <a:rPr lang="en-US" sz="1800" b="1">
                <a:solidFill>
                  <a:srgbClr val="FF0000"/>
                </a:solidFill>
                <a:latin typeface="Calibri"/>
                <a:ea typeface="Calibri"/>
                <a:cs typeface="Calibri"/>
              </a:rPr>
              <a:t>This testing life cycle is conducted throughout the Software development life cycle. However, Unit, System and UAT testing will be conducted in every sprint for the best outcome as shown in the product roadmap excel sheet.</a:t>
            </a:r>
            <a:endParaRPr lang="en-US" sz="1800" b="1">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4141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a:extLst>
            <a:ext uri="{FF2B5EF4-FFF2-40B4-BE49-F238E27FC236}">
              <a16:creationId xmlns:a16="http://schemas.microsoft.com/office/drawing/2014/main" id="{357D01D4-EFF4-CA5E-E4CC-427B8F11E00F}"/>
            </a:ext>
          </a:extLst>
        </p:cNvPr>
        <p:cNvGrpSpPr/>
        <p:nvPr/>
      </p:nvGrpSpPr>
      <p:grpSpPr>
        <a:xfrm>
          <a:off x="0" y="0"/>
          <a:ext cx="0" cy="0"/>
          <a:chOff x="0" y="0"/>
          <a:chExt cx="0" cy="0"/>
        </a:xfrm>
      </p:grpSpPr>
      <p:sp>
        <p:nvSpPr>
          <p:cNvPr id="345" name="Google Shape;345;p69">
            <a:extLst>
              <a:ext uri="{FF2B5EF4-FFF2-40B4-BE49-F238E27FC236}">
                <a16:creationId xmlns:a16="http://schemas.microsoft.com/office/drawing/2014/main" id="{62ECFEB6-5902-FADA-00B4-8978B20E2B9D}"/>
              </a:ext>
            </a:extLst>
          </p:cNvPr>
          <p:cNvSpPr txBox="1"/>
          <p:nvPr/>
        </p:nvSpPr>
        <p:spPr>
          <a:xfrm>
            <a:off x="9086760" y="649116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11</a:t>
            </a:fld>
            <a:endParaRPr sz="1200" b="0" i="0" u="none" strike="noStrike" cap="none">
              <a:latin typeface="Arial"/>
              <a:ea typeface="Arial"/>
              <a:cs typeface="Arial"/>
              <a:sym typeface="Arial"/>
            </a:endParaRPr>
          </a:p>
        </p:txBody>
      </p:sp>
      <p:sp>
        <p:nvSpPr>
          <p:cNvPr id="8" name="TextBox 7">
            <a:extLst>
              <a:ext uri="{FF2B5EF4-FFF2-40B4-BE49-F238E27FC236}">
                <a16:creationId xmlns:a16="http://schemas.microsoft.com/office/drawing/2014/main" id="{27E0B2B6-C718-7F39-A8D6-22BC548BFFDA}"/>
              </a:ext>
            </a:extLst>
          </p:cNvPr>
          <p:cNvSpPr txBox="1"/>
          <p:nvPr/>
        </p:nvSpPr>
        <p:spPr>
          <a:xfrm>
            <a:off x="3616684" y="1012128"/>
            <a:ext cx="5088252" cy="523220"/>
          </a:xfrm>
          <a:prstGeom prst="rect">
            <a:avLst/>
          </a:prstGeom>
          <a:noFill/>
        </p:spPr>
        <p:txBody>
          <a:bodyPr wrap="none" rtlCol="0">
            <a:spAutoFit/>
          </a:bodyPr>
          <a:lstStyle/>
          <a:p>
            <a:r>
              <a:rPr lang="en-US" sz="2800" b="1">
                <a:latin typeface="Calibri" panose="020F0502020204030204" pitchFamily="34" charset="0"/>
                <a:ea typeface="Calibri" panose="020F0502020204030204" pitchFamily="34" charset="0"/>
                <a:cs typeface="Calibri" panose="020F0502020204030204" pitchFamily="34" charset="0"/>
              </a:rPr>
              <a:t>Team &amp; Sponsor Communication</a:t>
            </a:r>
          </a:p>
        </p:txBody>
      </p:sp>
      <p:sp>
        <p:nvSpPr>
          <p:cNvPr id="11" name="Rectangle 10">
            <a:extLst>
              <a:ext uri="{FF2B5EF4-FFF2-40B4-BE49-F238E27FC236}">
                <a16:creationId xmlns:a16="http://schemas.microsoft.com/office/drawing/2014/main" id="{7614571C-214A-E46E-F73B-52B280576542}"/>
              </a:ext>
            </a:extLst>
          </p:cNvPr>
          <p:cNvSpPr/>
          <p:nvPr/>
        </p:nvSpPr>
        <p:spPr>
          <a:xfrm>
            <a:off x="5700247" y="2738912"/>
            <a:ext cx="1781654" cy="923330"/>
          </a:xfrm>
          <a:prstGeom prst="rect">
            <a:avLst/>
          </a:prstGeom>
        </p:spPr>
        <p:style>
          <a:lnRef idx="1">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6" name="TextBox 15">
            <a:extLst>
              <a:ext uri="{FF2B5EF4-FFF2-40B4-BE49-F238E27FC236}">
                <a16:creationId xmlns:a16="http://schemas.microsoft.com/office/drawing/2014/main" id="{F621F25B-3E51-CB6E-FBE6-2B762C2855DF}"/>
              </a:ext>
            </a:extLst>
          </p:cNvPr>
          <p:cNvSpPr txBox="1"/>
          <p:nvPr/>
        </p:nvSpPr>
        <p:spPr>
          <a:xfrm>
            <a:off x="7481901" y="2277247"/>
            <a:ext cx="1781654" cy="9233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5047" tIns="0" rIns="0" bIns="0" numCol="1" spcCol="1270" anchor="t" anchorCtr="0">
            <a:noAutofit/>
          </a:bodyPr>
          <a:lstStyle/>
          <a:p>
            <a:pPr marL="0" lvl="0" indent="0" algn="l" defTabSz="533400">
              <a:lnSpc>
                <a:spcPct val="90000"/>
              </a:lnSpc>
              <a:spcBef>
                <a:spcPct val="0"/>
              </a:spcBef>
              <a:spcAft>
                <a:spcPct val="35000"/>
              </a:spcAft>
              <a:buNone/>
            </a:pPr>
            <a:endParaRPr lang="en-US" sz="1200" kern="1200">
              <a:latin typeface="Calibri" panose="020F0502020204030204" pitchFamily="34" charset="0"/>
              <a:ea typeface="Calibri" panose="020F0502020204030204" pitchFamily="34" charset="0"/>
              <a:cs typeface="Calibri" panose="020F0502020204030204" pitchFamily="34" charset="0"/>
            </a:endParaRPr>
          </a:p>
        </p:txBody>
      </p:sp>
      <p:grpSp>
        <p:nvGrpSpPr>
          <p:cNvPr id="25" name="Group 24">
            <a:extLst>
              <a:ext uri="{FF2B5EF4-FFF2-40B4-BE49-F238E27FC236}">
                <a16:creationId xmlns:a16="http://schemas.microsoft.com/office/drawing/2014/main" id="{355E0352-065F-0049-3907-04840E5D56FA}"/>
              </a:ext>
            </a:extLst>
          </p:cNvPr>
          <p:cNvGrpSpPr/>
          <p:nvPr/>
        </p:nvGrpSpPr>
        <p:grpSpPr>
          <a:xfrm>
            <a:off x="0" y="0"/>
            <a:ext cx="1845512" cy="738204"/>
            <a:chOff x="0" y="321362"/>
            <a:chExt cx="1845512" cy="738204"/>
          </a:xfrm>
        </p:grpSpPr>
        <p:sp>
          <p:nvSpPr>
            <p:cNvPr id="47" name="Arrow: Pentagon 46">
              <a:extLst>
                <a:ext uri="{FF2B5EF4-FFF2-40B4-BE49-F238E27FC236}">
                  <a16:creationId xmlns:a16="http://schemas.microsoft.com/office/drawing/2014/main" id="{34D81111-9291-568E-1F69-7967CF3BE88F}"/>
                </a:ext>
              </a:extLst>
            </p:cNvPr>
            <p:cNvSpPr/>
            <p:nvPr/>
          </p:nvSpPr>
          <p:spPr>
            <a:xfrm>
              <a:off x="0" y="321362"/>
              <a:ext cx="1845512" cy="738204"/>
            </a:xfrm>
            <a:prstGeom prst="homePlate">
              <a:avLst/>
            </a:prstGeom>
            <a:solidFill>
              <a:schemeClr val="bg1"/>
            </a:solidFill>
            <a:ln w="12700">
              <a:solidFill>
                <a:srgbClr val="9CCCB9"/>
              </a:solidFill>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a:lstStyle/>
            <a:p>
              <a:endParaRPr lang="en-US"/>
            </a:p>
          </p:txBody>
        </p:sp>
        <p:sp>
          <p:nvSpPr>
            <p:cNvPr id="48" name="Arrow: Pentagon 4">
              <a:extLst>
                <a:ext uri="{FF2B5EF4-FFF2-40B4-BE49-F238E27FC236}">
                  <a16:creationId xmlns:a16="http://schemas.microsoft.com/office/drawing/2014/main" id="{58F077F9-B01B-F71F-26AE-92C290A5624C}"/>
                </a:ext>
              </a:extLst>
            </p:cNvPr>
            <p:cNvSpPr txBox="1"/>
            <p:nvPr/>
          </p:nvSpPr>
          <p:spPr>
            <a:xfrm>
              <a:off x="0" y="321362"/>
              <a:ext cx="1660961"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4008"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PRODUCT DEVELOPMENT ROADMAP</a:t>
              </a:r>
              <a:endParaRPr lang="en-US" sz="1200" b="1" kern="1200">
                <a:solidFill>
                  <a:schemeClr val="tx1"/>
                </a:solidFill>
                <a:latin typeface="+mj-lt"/>
                <a:ea typeface="+mn-ea"/>
                <a:cs typeface="+mn-cs"/>
              </a:endParaRPr>
            </a:p>
          </p:txBody>
        </p:sp>
      </p:grpSp>
      <p:grpSp>
        <p:nvGrpSpPr>
          <p:cNvPr id="26" name="Group 25">
            <a:extLst>
              <a:ext uri="{FF2B5EF4-FFF2-40B4-BE49-F238E27FC236}">
                <a16:creationId xmlns:a16="http://schemas.microsoft.com/office/drawing/2014/main" id="{2230FF84-EB58-3E34-08B0-DEA213F8AF1C}"/>
              </a:ext>
            </a:extLst>
          </p:cNvPr>
          <p:cNvGrpSpPr/>
          <p:nvPr/>
        </p:nvGrpSpPr>
        <p:grpSpPr>
          <a:xfrm>
            <a:off x="1476409" y="0"/>
            <a:ext cx="1845512" cy="738204"/>
            <a:chOff x="1476409" y="321362"/>
            <a:chExt cx="1845512" cy="738204"/>
          </a:xfrm>
          <a:solidFill>
            <a:schemeClr val="bg1"/>
          </a:solidFill>
        </p:grpSpPr>
        <p:sp>
          <p:nvSpPr>
            <p:cNvPr id="45" name="Arrow: Chevron 44">
              <a:extLst>
                <a:ext uri="{FF2B5EF4-FFF2-40B4-BE49-F238E27FC236}">
                  <a16:creationId xmlns:a16="http://schemas.microsoft.com/office/drawing/2014/main" id="{D1F0AAAC-CD97-A2B7-0E44-16DCB59582EB}"/>
                </a:ext>
              </a:extLst>
            </p:cNvPr>
            <p:cNvSpPr/>
            <p:nvPr/>
          </p:nvSpPr>
          <p:spPr>
            <a:xfrm>
              <a:off x="1476409"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6" name="Arrow: Chevron 6">
              <a:extLst>
                <a:ext uri="{FF2B5EF4-FFF2-40B4-BE49-F238E27FC236}">
                  <a16:creationId xmlns:a16="http://schemas.microsoft.com/office/drawing/2014/main" id="{A4B9305A-8A07-6F51-5FFC-09D217BCC17C}"/>
                </a:ext>
              </a:extLst>
            </p:cNvPr>
            <p:cNvSpPr txBox="1"/>
            <p:nvPr/>
          </p:nvSpPr>
          <p:spPr>
            <a:xfrm>
              <a:off x="1845511"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AGILE APPROACH</a:t>
              </a:r>
              <a:endParaRPr lang="en-US" sz="1200" b="1" kern="1200">
                <a:latin typeface="+mj-lt"/>
                <a:ea typeface="+mn-ea"/>
                <a:cs typeface="+mn-cs"/>
              </a:endParaRPr>
            </a:p>
          </p:txBody>
        </p:sp>
      </p:grpSp>
      <p:grpSp>
        <p:nvGrpSpPr>
          <p:cNvPr id="27" name="Group 26">
            <a:extLst>
              <a:ext uri="{FF2B5EF4-FFF2-40B4-BE49-F238E27FC236}">
                <a16:creationId xmlns:a16="http://schemas.microsoft.com/office/drawing/2014/main" id="{DDE5D113-E7C3-9897-BD34-0AC482F6082F}"/>
              </a:ext>
            </a:extLst>
          </p:cNvPr>
          <p:cNvGrpSpPr/>
          <p:nvPr/>
        </p:nvGrpSpPr>
        <p:grpSpPr>
          <a:xfrm>
            <a:off x="2952818" y="0"/>
            <a:ext cx="1845512" cy="738204"/>
            <a:chOff x="2952818" y="321362"/>
            <a:chExt cx="1845512" cy="738204"/>
          </a:xfrm>
          <a:solidFill>
            <a:schemeClr val="bg1"/>
          </a:solidFill>
        </p:grpSpPr>
        <p:sp>
          <p:nvSpPr>
            <p:cNvPr id="43" name="Arrow: Chevron 42">
              <a:extLst>
                <a:ext uri="{FF2B5EF4-FFF2-40B4-BE49-F238E27FC236}">
                  <a16:creationId xmlns:a16="http://schemas.microsoft.com/office/drawing/2014/main" id="{DD31FE19-1D96-4664-3FFD-8B924D5037F5}"/>
                </a:ext>
              </a:extLst>
            </p:cNvPr>
            <p:cNvSpPr/>
            <p:nvPr/>
          </p:nvSpPr>
          <p:spPr>
            <a:xfrm>
              <a:off x="295281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4" name="Arrow: Chevron 8">
              <a:extLst>
                <a:ext uri="{FF2B5EF4-FFF2-40B4-BE49-F238E27FC236}">
                  <a16:creationId xmlns:a16="http://schemas.microsoft.com/office/drawing/2014/main" id="{A480E369-227E-190A-16D0-4CD98A4EE33B}"/>
                </a:ext>
              </a:extLst>
            </p:cNvPr>
            <p:cNvSpPr txBox="1"/>
            <p:nvPr/>
          </p:nvSpPr>
          <p:spPr>
            <a:xfrm>
              <a:off x="332192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MILESTONES</a:t>
              </a:r>
              <a:endParaRPr lang="en-US" sz="1200" b="1" kern="1200">
                <a:latin typeface="+mj-lt"/>
                <a:ea typeface="+mn-ea"/>
                <a:cs typeface="+mn-cs"/>
              </a:endParaRPr>
            </a:p>
          </p:txBody>
        </p:sp>
      </p:grpSp>
      <p:grpSp>
        <p:nvGrpSpPr>
          <p:cNvPr id="28" name="Group 27">
            <a:extLst>
              <a:ext uri="{FF2B5EF4-FFF2-40B4-BE49-F238E27FC236}">
                <a16:creationId xmlns:a16="http://schemas.microsoft.com/office/drawing/2014/main" id="{58FFDAFE-9DDD-650E-0CF4-7F4122C6216D}"/>
              </a:ext>
            </a:extLst>
          </p:cNvPr>
          <p:cNvGrpSpPr/>
          <p:nvPr/>
        </p:nvGrpSpPr>
        <p:grpSpPr>
          <a:xfrm>
            <a:off x="4429228" y="0"/>
            <a:ext cx="1845512" cy="738204"/>
            <a:chOff x="4429228" y="321362"/>
            <a:chExt cx="1845512" cy="738204"/>
          </a:xfrm>
          <a:solidFill>
            <a:schemeClr val="bg1"/>
          </a:solidFill>
        </p:grpSpPr>
        <p:sp>
          <p:nvSpPr>
            <p:cNvPr id="41" name="Arrow: Chevron 40">
              <a:extLst>
                <a:ext uri="{FF2B5EF4-FFF2-40B4-BE49-F238E27FC236}">
                  <a16:creationId xmlns:a16="http://schemas.microsoft.com/office/drawing/2014/main" id="{15504120-2FF8-970C-FE87-ABFAC1A492C6}"/>
                </a:ext>
              </a:extLst>
            </p:cNvPr>
            <p:cNvSpPr/>
            <p:nvPr/>
          </p:nvSpPr>
          <p:spPr>
            <a:xfrm>
              <a:off x="442922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2" name="Arrow: Chevron 10">
              <a:extLst>
                <a:ext uri="{FF2B5EF4-FFF2-40B4-BE49-F238E27FC236}">
                  <a16:creationId xmlns:a16="http://schemas.microsoft.com/office/drawing/2014/main" id="{37046DFF-7F6C-9904-6F58-20670D9FB943}"/>
                </a:ext>
              </a:extLst>
            </p:cNvPr>
            <p:cNvSpPr txBox="1"/>
            <p:nvPr/>
          </p:nvSpPr>
          <p:spPr>
            <a:xfrm>
              <a:off x="479833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RELEASES</a:t>
              </a:r>
              <a:endParaRPr lang="en-US" sz="1200" b="1" kern="1200">
                <a:latin typeface="+mj-lt"/>
                <a:ea typeface="+mn-ea"/>
                <a:cs typeface="+mn-cs"/>
              </a:endParaRPr>
            </a:p>
          </p:txBody>
        </p:sp>
      </p:grpSp>
      <p:grpSp>
        <p:nvGrpSpPr>
          <p:cNvPr id="29" name="Group 28">
            <a:extLst>
              <a:ext uri="{FF2B5EF4-FFF2-40B4-BE49-F238E27FC236}">
                <a16:creationId xmlns:a16="http://schemas.microsoft.com/office/drawing/2014/main" id="{43361B51-5D03-D5CF-2204-53C20A2902BE}"/>
              </a:ext>
            </a:extLst>
          </p:cNvPr>
          <p:cNvGrpSpPr/>
          <p:nvPr/>
        </p:nvGrpSpPr>
        <p:grpSpPr>
          <a:xfrm>
            <a:off x="5905638" y="0"/>
            <a:ext cx="1845512" cy="738204"/>
            <a:chOff x="5905638" y="321362"/>
            <a:chExt cx="1845512" cy="738204"/>
          </a:xfrm>
          <a:solidFill>
            <a:schemeClr val="bg1"/>
          </a:solidFill>
        </p:grpSpPr>
        <p:sp>
          <p:nvSpPr>
            <p:cNvPr id="39" name="Arrow: Chevron 38">
              <a:extLst>
                <a:ext uri="{FF2B5EF4-FFF2-40B4-BE49-F238E27FC236}">
                  <a16:creationId xmlns:a16="http://schemas.microsoft.com/office/drawing/2014/main" id="{1248C47F-75A0-93BC-393B-32BDA34DCAA3}"/>
                </a:ext>
              </a:extLst>
            </p:cNvPr>
            <p:cNvSpPr/>
            <p:nvPr/>
          </p:nvSpPr>
          <p:spPr>
            <a:xfrm>
              <a:off x="5905638"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40" name="Arrow: Chevron 12">
              <a:extLst>
                <a:ext uri="{FF2B5EF4-FFF2-40B4-BE49-F238E27FC236}">
                  <a16:creationId xmlns:a16="http://schemas.microsoft.com/office/drawing/2014/main" id="{338C7F33-765F-A275-A6F6-4AF689CEA783}"/>
                </a:ext>
              </a:extLst>
            </p:cNvPr>
            <p:cNvSpPr txBox="1"/>
            <p:nvPr/>
          </p:nvSpPr>
          <p:spPr>
            <a:xfrm>
              <a:off x="6274740"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FEATURES</a:t>
              </a:r>
              <a:endParaRPr lang="en-US" sz="1200" b="1" kern="1200">
                <a:solidFill>
                  <a:schemeClr val="tx1"/>
                </a:solidFill>
                <a:latin typeface="+mj-lt"/>
                <a:ea typeface="+mn-ea"/>
                <a:cs typeface="+mn-cs"/>
              </a:endParaRPr>
            </a:p>
          </p:txBody>
        </p:sp>
      </p:grpSp>
      <p:grpSp>
        <p:nvGrpSpPr>
          <p:cNvPr id="30" name="Group 29">
            <a:extLst>
              <a:ext uri="{FF2B5EF4-FFF2-40B4-BE49-F238E27FC236}">
                <a16:creationId xmlns:a16="http://schemas.microsoft.com/office/drawing/2014/main" id="{1BF8307D-1756-1BF0-1FBC-76454D5C549C}"/>
              </a:ext>
            </a:extLst>
          </p:cNvPr>
          <p:cNvGrpSpPr/>
          <p:nvPr/>
        </p:nvGrpSpPr>
        <p:grpSpPr>
          <a:xfrm>
            <a:off x="7382047" y="0"/>
            <a:ext cx="1845512" cy="738204"/>
            <a:chOff x="7382047" y="321362"/>
            <a:chExt cx="1845512" cy="738204"/>
          </a:xfrm>
        </p:grpSpPr>
        <p:sp>
          <p:nvSpPr>
            <p:cNvPr id="37" name="Arrow: Chevron 36">
              <a:extLst>
                <a:ext uri="{FF2B5EF4-FFF2-40B4-BE49-F238E27FC236}">
                  <a16:creationId xmlns:a16="http://schemas.microsoft.com/office/drawing/2014/main" id="{D94F0378-F42B-8B61-8ED4-36F520A25C64}"/>
                </a:ext>
              </a:extLst>
            </p:cNvPr>
            <p:cNvSpPr/>
            <p:nvPr/>
          </p:nvSpPr>
          <p:spPr>
            <a:xfrm>
              <a:off x="7382047"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8" name="Arrow: Chevron 14">
              <a:extLst>
                <a:ext uri="{FF2B5EF4-FFF2-40B4-BE49-F238E27FC236}">
                  <a16:creationId xmlns:a16="http://schemas.microsoft.com/office/drawing/2014/main" id="{51D9B48A-1B8E-359A-3183-03B1BB18FEFB}"/>
                </a:ext>
              </a:extLst>
            </p:cNvPr>
            <p:cNvSpPr txBox="1"/>
            <p:nvPr/>
          </p:nvSpPr>
          <p:spPr>
            <a:xfrm>
              <a:off x="7751149"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INTEGRATION &amp; TESTING</a:t>
              </a:r>
              <a:endParaRPr lang="en-US" sz="1200" b="1" kern="1200">
                <a:latin typeface="+mj-lt"/>
                <a:ea typeface="+mn-ea"/>
                <a:cs typeface="+mn-cs"/>
              </a:endParaRPr>
            </a:p>
          </p:txBody>
        </p:sp>
      </p:grpSp>
      <p:grpSp>
        <p:nvGrpSpPr>
          <p:cNvPr id="31" name="Group 30">
            <a:extLst>
              <a:ext uri="{FF2B5EF4-FFF2-40B4-BE49-F238E27FC236}">
                <a16:creationId xmlns:a16="http://schemas.microsoft.com/office/drawing/2014/main" id="{D8F85694-3C2B-4909-87F2-C0945995E638}"/>
              </a:ext>
            </a:extLst>
          </p:cNvPr>
          <p:cNvGrpSpPr/>
          <p:nvPr/>
        </p:nvGrpSpPr>
        <p:grpSpPr>
          <a:xfrm>
            <a:off x="8858457" y="0"/>
            <a:ext cx="1845512" cy="738204"/>
            <a:chOff x="8858457" y="321362"/>
            <a:chExt cx="1845512" cy="738204"/>
          </a:xfrm>
          <a:solidFill>
            <a:srgbClr val="9CCCB9"/>
          </a:solidFill>
        </p:grpSpPr>
        <p:sp>
          <p:nvSpPr>
            <p:cNvPr id="35" name="Arrow: Chevron 34">
              <a:extLst>
                <a:ext uri="{FF2B5EF4-FFF2-40B4-BE49-F238E27FC236}">
                  <a16:creationId xmlns:a16="http://schemas.microsoft.com/office/drawing/2014/main" id="{3C6F00F1-8CFF-C25A-A46A-BB2D9C7D778A}"/>
                </a:ext>
              </a:extLst>
            </p:cNvPr>
            <p:cNvSpPr/>
            <p:nvPr/>
          </p:nvSpPr>
          <p:spPr>
            <a:xfrm>
              <a:off x="8858457" y="321362"/>
              <a:ext cx="1845512" cy="738204"/>
            </a:xfrm>
            <a:prstGeom prst="chevron">
              <a:avLst/>
            </a:prstGeom>
            <a:grpFill/>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6" name="Arrow: Chevron 16">
              <a:extLst>
                <a:ext uri="{FF2B5EF4-FFF2-40B4-BE49-F238E27FC236}">
                  <a16:creationId xmlns:a16="http://schemas.microsoft.com/office/drawing/2014/main" id="{CBACE30B-1746-99B2-8596-088E6B019B0C}"/>
                </a:ext>
              </a:extLst>
            </p:cNvPr>
            <p:cNvSpPr txBox="1"/>
            <p:nvPr/>
          </p:nvSpPr>
          <p:spPr>
            <a:xfrm>
              <a:off x="9227559" y="321362"/>
              <a:ext cx="1107308" cy="738204"/>
            </a:xfrm>
            <a:prstGeom prst="rect">
              <a:avLst/>
            </a:prstGeom>
            <a:grpFill/>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COMMUNICATION</a:t>
              </a:r>
              <a:endParaRPr lang="en-US" sz="1200" b="1" kern="1200">
                <a:latin typeface="+mj-lt"/>
                <a:ea typeface="+mn-ea"/>
                <a:cs typeface="+mn-cs"/>
              </a:endParaRPr>
            </a:p>
          </p:txBody>
        </p:sp>
      </p:grpSp>
      <p:grpSp>
        <p:nvGrpSpPr>
          <p:cNvPr id="32" name="Group 31">
            <a:extLst>
              <a:ext uri="{FF2B5EF4-FFF2-40B4-BE49-F238E27FC236}">
                <a16:creationId xmlns:a16="http://schemas.microsoft.com/office/drawing/2014/main" id="{F8B21C5F-D7B8-B144-4330-DE0BEAE84151}"/>
              </a:ext>
            </a:extLst>
          </p:cNvPr>
          <p:cNvGrpSpPr/>
          <p:nvPr/>
        </p:nvGrpSpPr>
        <p:grpSpPr>
          <a:xfrm>
            <a:off x="10340820" y="0"/>
            <a:ext cx="1845512" cy="738204"/>
            <a:chOff x="10340820" y="321362"/>
            <a:chExt cx="1845512" cy="738204"/>
          </a:xfrm>
        </p:grpSpPr>
        <p:sp>
          <p:nvSpPr>
            <p:cNvPr id="33" name="Arrow: Chevron 32">
              <a:extLst>
                <a:ext uri="{FF2B5EF4-FFF2-40B4-BE49-F238E27FC236}">
                  <a16:creationId xmlns:a16="http://schemas.microsoft.com/office/drawing/2014/main" id="{16CCA18D-9C64-FB5A-7E9C-F4EA16D8AAF0}"/>
                </a:ext>
              </a:extLst>
            </p:cNvPr>
            <p:cNvSpPr/>
            <p:nvPr/>
          </p:nvSpPr>
          <p:spPr>
            <a:xfrm>
              <a:off x="10340820" y="321362"/>
              <a:ext cx="1845512" cy="738204"/>
            </a:xfrm>
            <a:prstGeom prst="chevron">
              <a:avLst/>
            </a:prstGeom>
            <a:ln w="12700">
              <a:solidFill>
                <a:srgbClr val="9CCCB9"/>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a:lstStyle/>
            <a:p>
              <a:endParaRPr lang="en-US"/>
            </a:p>
          </p:txBody>
        </p:sp>
        <p:sp>
          <p:nvSpPr>
            <p:cNvPr id="34" name="Arrow: Chevron 18">
              <a:extLst>
                <a:ext uri="{FF2B5EF4-FFF2-40B4-BE49-F238E27FC236}">
                  <a16:creationId xmlns:a16="http://schemas.microsoft.com/office/drawing/2014/main" id="{6A6862B1-A7AD-EFA1-B2FB-419EE0C465EA}"/>
                </a:ext>
              </a:extLst>
            </p:cNvPr>
            <p:cNvSpPr txBox="1"/>
            <p:nvPr/>
          </p:nvSpPr>
          <p:spPr>
            <a:xfrm>
              <a:off x="10709922" y="321362"/>
              <a:ext cx="1107308" cy="73820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48006" tIns="32004" rIns="16002" bIns="32004"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Calibri" panose="020F0502020204030204" pitchFamily="34" charset="0"/>
                  <a:ea typeface="Calibri" panose="020F0502020204030204" pitchFamily="34" charset="0"/>
                  <a:cs typeface="Calibri" panose="020F0502020204030204" pitchFamily="34" charset="0"/>
                </a:rPr>
                <a:t>CITATIONS</a:t>
              </a:r>
              <a:endParaRPr lang="en-US" sz="1200" b="1" kern="1200">
                <a:latin typeface="+mj-lt"/>
                <a:ea typeface="+mn-ea"/>
                <a:cs typeface="+mn-cs"/>
              </a:endParaRPr>
            </a:p>
          </p:txBody>
        </p:sp>
      </p:grpSp>
      <p:graphicFrame>
        <p:nvGraphicFramePr>
          <p:cNvPr id="3" name="Table 2">
            <a:extLst>
              <a:ext uri="{FF2B5EF4-FFF2-40B4-BE49-F238E27FC236}">
                <a16:creationId xmlns:a16="http://schemas.microsoft.com/office/drawing/2014/main" id="{28A96130-DAFD-D056-B7A0-F9DFB17BB360}"/>
              </a:ext>
            </a:extLst>
          </p:cNvPr>
          <p:cNvGraphicFramePr>
            <a:graphicFrameLocks noGrp="1"/>
          </p:cNvGraphicFramePr>
          <p:nvPr>
            <p:extLst>
              <p:ext uri="{D42A27DB-BD31-4B8C-83A1-F6EECF244321}">
                <p14:modId xmlns:p14="http://schemas.microsoft.com/office/powerpoint/2010/main" val="3343482144"/>
              </p:ext>
            </p:extLst>
          </p:nvPr>
        </p:nvGraphicFramePr>
        <p:xfrm>
          <a:off x="481584" y="1996616"/>
          <a:ext cx="7894320" cy="2630247"/>
        </p:xfrm>
        <a:graphic>
          <a:graphicData uri="http://schemas.openxmlformats.org/drawingml/2006/table">
            <a:tbl>
              <a:tblPr>
                <a:effectLst>
                  <a:outerShdw blurRad="50800" dist="38100" dir="2700000" algn="tl" rotWithShape="0">
                    <a:prstClr val="black">
                      <a:alpha val="40000"/>
                    </a:prstClr>
                  </a:outerShdw>
                </a:effectLst>
              </a:tblPr>
              <a:tblGrid>
                <a:gridCol w="2631440">
                  <a:extLst>
                    <a:ext uri="{9D8B030D-6E8A-4147-A177-3AD203B41FA5}">
                      <a16:colId xmlns:a16="http://schemas.microsoft.com/office/drawing/2014/main" val="1072278425"/>
                    </a:ext>
                  </a:extLst>
                </a:gridCol>
                <a:gridCol w="2631440">
                  <a:extLst>
                    <a:ext uri="{9D8B030D-6E8A-4147-A177-3AD203B41FA5}">
                      <a16:colId xmlns:a16="http://schemas.microsoft.com/office/drawing/2014/main" val="2166903757"/>
                    </a:ext>
                  </a:extLst>
                </a:gridCol>
                <a:gridCol w="2631440">
                  <a:extLst>
                    <a:ext uri="{9D8B030D-6E8A-4147-A177-3AD203B41FA5}">
                      <a16:colId xmlns:a16="http://schemas.microsoft.com/office/drawing/2014/main" val="3589076707"/>
                    </a:ext>
                  </a:extLst>
                </a:gridCol>
              </a:tblGrid>
              <a:tr h="432825">
                <a:tc>
                  <a:txBody>
                    <a:bodyPr/>
                    <a:lstStyle/>
                    <a:p>
                      <a:pPr>
                        <a:buNone/>
                      </a:pPr>
                      <a:r>
                        <a:rPr lang="en-US" sz="2000" b="1">
                          <a:latin typeface="Calibri"/>
                          <a:ea typeface="Calibri"/>
                          <a:cs typeface="Calibri"/>
                        </a:rPr>
                        <a:t>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tc>
                  <a:txBody>
                    <a:bodyPr/>
                    <a:lstStyle/>
                    <a:p>
                      <a:pPr>
                        <a:buNone/>
                      </a:pPr>
                      <a:r>
                        <a:rPr lang="en-US" sz="2000" b="1">
                          <a:latin typeface="Calibri"/>
                          <a:ea typeface="Calibri"/>
                          <a:cs typeface="Calibri"/>
                        </a:rPr>
                        <a:t>Frequency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tc>
                  <a:txBody>
                    <a:bodyPr/>
                    <a:lstStyle/>
                    <a:p>
                      <a:pPr>
                        <a:buNone/>
                      </a:pPr>
                      <a:r>
                        <a:rPr lang="en-US" sz="2000" b="1">
                          <a:latin typeface="Calibri"/>
                          <a:ea typeface="Calibri"/>
                          <a:cs typeface="Calibri"/>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CCCB9"/>
                    </a:solidFill>
                  </a:tcPr>
                </a:tc>
                <a:extLst>
                  <a:ext uri="{0D108BD9-81ED-4DB2-BD59-A6C34878D82A}">
                    <a16:rowId xmlns:a16="http://schemas.microsoft.com/office/drawing/2014/main" val="3105486874"/>
                  </a:ext>
                </a:extLst>
              </a:tr>
              <a:tr h="399531">
                <a:tc>
                  <a:txBody>
                    <a:bodyPr/>
                    <a:lstStyle/>
                    <a:p>
                      <a:pPr>
                        <a:buNone/>
                      </a:pPr>
                      <a:r>
                        <a:rPr lang="en-US" sz="1800">
                          <a:latin typeface="Calibri"/>
                          <a:ea typeface="Calibri"/>
                          <a:cs typeface="Calibri"/>
                        </a:rPr>
                        <a:t>Team Sprint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Weekly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Track progress + blockers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5031791"/>
                  </a:ext>
                </a:extLst>
              </a:tr>
              <a:tr h="399531">
                <a:tc>
                  <a:txBody>
                    <a:bodyPr/>
                    <a:lstStyle/>
                    <a:p>
                      <a:pPr>
                        <a:buNone/>
                      </a:pPr>
                      <a:r>
                        <a:rPr lang="en-US" sz="1800">
                          <a:latin typeface="Calibri"/>
                          <a:ea typeface="Calibri"/>
                          <a:cs typeface="Calibri"/>
                        </a:rPr>
                        <a:t>Sponsor Check-ins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Once every two weeks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Approvals + alignment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5484053"/>
                  </a:ext>
                </a:extLst>
              </a:tr>
              <a:tr h="699180">
                <a:tc>
                  <a:txBody>
                    <a:bodyPr/>
                    <a:lstStyle/>
                    <a:p>
                      <a:pPr>
                        <a:buNone/>
                      </a:pPr>
                      <a:r>
                        <a:rPr lang="en-US" sz="1800">
                          <a:latin typeface="Calibri"/>
                          <a:ea typeface="Calibri"/>
                          <a:cs typeface="Calibri"/>
                        </a:rPr>
                        <a:t>Sprint Reviews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End of sprint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Demo work + gather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9116071"/>
                  </a:ext>
                </a:extLst>
              </a:tr>
              <a:tr h="699180">
                <a:tc>
                  <a:txBody>
                    <a:bodyPr/>
                    <a:lstStyle/>
                    <a:p>
                      <a:pPr>
                        <a:buNone/>
                      </a:pPr>
                      <a:r>
                        <a:rPr lang="en-US" sz="1800">
                          <a:latin typeface="Calibri"/>
                          <a:ea typeface="Calibri"/>
                          <a:cs typeface="Calibri"/>
                        </a:rPr>
                        <a:t>Final Presentation/Handoff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Once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Calibri"/>
                          <a:ea typeface="Calibri"/>
                          <a:cs typeface="Calibri"/>
                        </a:rPr>
                        <a:t>Deliver product +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2731469"/>
                  </a:ext>
                </a:extLst>
              </a:tr>
            </a:tbl>
          </a:graphicData>
        </a:graphic>
      </p:graphicFrame>
      <p:pic>
        <p:nvPicPr>
          <p:cNvPr id="5122" name="Picture 2" descr="A blue and white logo&#10;&#10;AI-generated content may be incorrect.">
            <a:extLst>
              <a:ext uri="{FF2B5EF4-FFF2-40B4-BE49-F238E27FC236}">
                <a16:creationId xmlns:a16="http://schemas.microsoft.com/office/drawing/2014/main" id="{4E6F841A-BAF5-437B-EA24-C6118553C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2654" y="1338196"/>
            <a:ext cx="146685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A green and white logo&#10;&#10;AI-generated content may be incorrect.">
            <a:extLst>
              <a:ext uri="{FF2B5EF4-FFF2-40B4-BE49-F238E27FC236}">
                <a16:creationId xmlns:a16="http://schemas.microsoft.com/office/drawing/2014/main" id="{2945D259-0008-43CB-0727-209D7A5021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7275" y="4765091"/>
            <a:ext cx="1273388" cy="127338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 logo of a company&#10;&#10;AI-generated content may be incorrect.">
            <a:extLst>
              <a:ext uri="{FF2B5EF4-FFF2-40B4-BE49-F238E27FC236}">
                <a16:creationId xmlns:a16="http://schemas.microsoft.com/office/drawing/2014/main" id="{BAE2BFF4-86CC-853F-4C16-8594C5A100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19385" y="3207489"/>
            <a:ext cx="1273388" cy="10587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1D7854-445F-E3BF-DDB2-EBC949C2914D}"/>
              </a:ext>
            </a:extLst>
          </p:cNvPr>
          <p:cNvSpPr txBox="1"/>
          <p:nvPr/>
        </p:nvSpPr>
        <p:spPr>
          <a:xfrm>
            <a:off x="547016" y="5153764"/>
            <a:ext cx="8002624" cy="1200329"/>
          </a:xfrm>
          <a:prstGeom prst="rect">
            <a:avLst/>
          </a:prstGeom>
          <a:noFill/>
          <a:ln w="3175">
            <a:solidFill>
              <a:schemeClr val="tx1"/>
            </a:solidFill>
          </a:ln>
        </p:spPr>
        <p:txBody>
          <a:bodyPr wrap="square" rtlCol="0">
            <a:spAutoFit/>
          </a:bodyPr>
          <a:lstStyle/>
          <a:p>
            <a:r>
              <a:rPr lang="en-US" sz="1800" b="1">
                <a:latin typeface="Calibri" panose="020F0502020204030204" pitchFamily="34" charset="0"/>
                <a:ea typeface="Calibri" panose="020F0502020204030204" pitchFamily="34" charset="0"/>
                <a:cs typeface="Calibri" panose="020F0502020204030204" pitchFamily="34" charset="0"/>
              </a:rPr>
              <a:t>This communication plan ensures consistent coordination among team members and regular alignment with the project sponsor throughout the development timeline. Ongoing check-ins and reviews support transparency, timely feedback, and informed decision-making.</a:t>
            </a:r>
          </a:p>
        </p:txBody>
      </p:sp>
    </p:spTree>
    <p:extLst>
      <p:ext uri="{BB962C8B-B14F-4D97-AF65-F5344CB8AC3E}">
        <p14:creationId xmlns:p14="http://schemas.microsoft.com/office/powerpoint/2010/main" val="1664632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8"/>
        <p:cNvGrpSpPr/>
        <p:nvPr/>
      </p:nvGrpSpPr>
      <p:grpSpPr>
        <a:xfrm>
          <a:off x="0" y="0"/>
          <a:ext cx="0" cy="0"/>
          <a:chOff x="0" y="0"/>
          <a:chExt cx="0" cy="0"/>
        </a:xfrm>
      </p:grpSpPr>
      <p:sp>
        <p:nvSpPr>
          <p:cNvPr id="489" name="Google Shape;489;p75"/>
          <p:cNvSpPr txBox="1"/>
          <p:nvPr/>
        </p:nvSpPr>
        <p:spPr>
          <a:xfrm>
            <a:off x="4038480" y="6356520"/>
            <a:ext cx="4114800" cy="365040"/>
          </a:xfrm>
          <a:prstGeom prst="rect">
            <a:avLst/>
          </a:prstGeom>
          <a:no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None/>
            </a:pPr>
            <a:r>
              <a:rPr lang="en-US" sz="1200" b="0" i="0" u="none" strike="noStrike" cap="none">
                <a:solidFill>
                  <a:srgbClr val="898989"/>
                </a:solidFill>
                <a:latin typeface="Calibri"/>
                <a:ea typeface="Calibri"/>
                <a:cs typeface="Calibri"/>
                <a:sym typeface="Calibri"/>
              </a:rPr>
              <a:t>Tours Catchers LLC​ – Team 4</a:t>
            </a:r>
            <a:endParaRPr sz="1200" b="0" i="0" u="none" strike="noStrike" cap="none">
              <a:latin typeface="Arial"/>
              <a:ea typeface="Arial"/>
              <a:cs typeface="Arial"/>
              <a:sym typeface="Arial"/>
            </a:endParaRPr>
          </a:p>
        </p:txBody>
      </p:sp>
      <p:sp>
        <p:nvSpPr>
          <p:cNvPr id="490" name="Google Shape;490;p75"/>
          <p:cNvSpPr txBox="1"/>
          <p:nvPr/>
        </p:nvSpPr>
        <p:spPr>
          <a:xfrm>
            <a:off x="8610480" y="6356520"/>
            <a:ext cx="274320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98989"/>
                </a:solidFill>
                <a:latin typeface="Calibri"/>
                <a:ea typeface="Calibri"/>
                <a:cs typeface="Calibri"/>
                <a:sym typeface="Calibri"/>
              </a:rPr>
              <a:t>12</a:t>
            </a:fld>
            <a:endParaRPr sz="1200" b="0" i="0" u="none" strike="noStrike" cap="none">
              <a:latin typeface="Arial"/>
              <a:ea typeface="Arial"/>
              <a:cs typeface="Arial"/>
              <a:sym typeface="Arial"/>
            </a:endParaRPr>
          </a:p>
        </p:txBody>
      </p:sp>
      <p:sp>
        <p:nvSpPr>
          <p:cNvPr id="491" name="Google Shape;491;p75"/>
          <p:cNvSpPr txBox="1"/>
          <p:nvPr/>
        </p:nvSpPr>
        <p:spPr>
          <a:xfrm>
            <a:off x="1604880" y="1281240"/>
            <a:ext cx="9198000" cy="43833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75"/>
          <p:cNvSpPr/>
          <p:nvPr/>
        </p:nvSpPr>
        <p:spPr>
          <a:xfrm>
            <a:off x="431640" y="302760"/>
            <a:ext cx="5558040" cy="4484880"/>
          </a:xfrm>
          <a:custGeom>
            <a:avLst/>
            <a:gdLst/>
            <a:ahLst/>
            <a:cxnLst/>
            <a:rect l="l" t="t" r="r" b="b"/>
            <a:pathLst>
              <a:path w="26768" h="21600" extrusionOk="0">
                <a:moveTo>
                  <a:pt x="26768" y="1350"/>
                </a:moveTo>
                <a:lnTo>
                  <a:pt x="25418" y="1350"/>
                </a:lnTo>
                <a:lnTo>
                  <a:pt x="24068" y="2700"/>
                </a:lnTo>
                <a:lnTo>
                  <a:pt x="1350" y="2700"/>
                </a:lnTo>
                <a:lnTo>
                  <a:pt x="0" y="20250"/>
                </a:lnTo>
                <a:lnTo>
                  <a:pt x="2700" y="18900"/>
                </a:lnTo>
                <a:lnTo>
                  <a:pt x="25418" y="18900"/>
                </a:lnTo>
                <a:close/>
                <a:moveTo>
                  <a:pt x="1350" y="5400"/>
                </a:moveTo>
                <a:close/>
                <a:moveTo>
                  <a:pt x="1350" y="5400"/>
                </a:moveTo>
                <a:close/>
                <a:moveTo>
                  <a:pt x="25418" y="2700"/>
                </a:moveTo>
                <a:close/>
                <a:moveTo>
                  <a:pt x="0" y="4050"/>
                </a:moveTo>
                <a:lnTo>
                  <a:pt x="24068" y="2700"/>
                </a:lnTo>
                <a:lnTo>
                  <a:pt x="24068" y="1350"/>
                </a:lnTo>
                <a:lnTo>
                  <a:pt x="26768" y="17550"/>
                </a:lnTo>
                <a:lnTo>
                  <a:pt x="2700" y="18900"/>
                </a:lnTo>
                <a:lnTo>
                  <a:pt x="2700" y="20250"/>
                </a:lnTo>
                <a:close/>
                <a:moveTo>
                  <a:pt x="24068" y="2700"/>
                </a:moveTo>
                <a:lnTo>
                  <a:pt x="25418" y="2700"/>
                </a:lnTo>
                <a:moveTo>
                  <a:pt x="25418" y="2700"/>
                </a:moveTo>
                <a:lnTo>
                  <a:pt x="25418" y="1350"/>
                </a:lnTo>
                <a:moveTo>
                  <a:pt x="1350" y="5400"/>
                </a:moveTo>
                <a:lnTo>
                  <a:pt x="1350" y="4050"/>
                </a:lnTo>
                <a:moveTo>
                  <a:pt x="2700" y="4050"/>
                </a:moveTo>
                <a:lnTo>
                  <a:pt x="2700" y="18900"/>
                </a:lnTo>
              </a:path>
            </a:pathLst>
          </a:custGeom>
          <a:solidFill>
            <a:srgbClr val="E8E6DA"/>
          </a:solidFill>
          <a:ln w="12600"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1" i="0" u="none" strike="noStrike" cap="none">
                <a:solidFill>
                  <a:srgbClr val="000000"/>
                </a:solidFill>
                <a:highlight>
                  <a:srgbClr val="E7E6DB"/>
                </a:highlight>
                <a:latin typeface="Calibri"/>
                <a:ea typeface="Calibri"/>
                <a:cs typeface="Calibri"/>
                <a:sym typeface="Calibri"/>
              </a:rPr>
              <a:t>A SINCERE THANK YOU! </a:t>
            </a:r>
            <a:endParaRPr lang="en-US" sz="3200" b="0" i="0" u="none" strike="noStrike" cap="none">
              <a:highlight>
                <a:srgbClr val="E7E6DB"/>
              </a:highlight>
              <a:latin typeface="Arial"/>
              <a:ea typeface="Arial"/>
              <a:cs typeface="Arial"/>
            </a:endParaRPr>
          </a:p>
          <a:p>
            <a:pPr marL="0" marR="0" lvl="0" indent="0" algn="ctr" rtl="0">
              <a:lnSpc>
                <a:spcPct val="100000"/>
              </a:lnSpc>
              <a:spcBef>
                <a:spcPts val="0"/>
              </a:spcBef>
              <a:spcAft>
                <a:spcPts val="0"/>
              </a:spcAft>
              <a:buNone/>
            </a:pPr>
            <a:endParaRPr sz="3200" b="0" i="0" u="none" strike="noStrike" cap="none">
              <a:solidFill>
                <a:schemeClr val="tx1"/>
              </a:solidFill>
              <a:highlight>
                <a:srgbClr val="E7E6DB"/>
              </a:highlight>
              <a:latin typeface="Arial"/>
              <a:ea typeface="Arial"/>
              <a:cs typeface="Arial"/>
            </a:endParaRPr>
          </a:p>
          <a:p>
            <a:pPr marL="0" marR="0" lvl="0" indent="0" algn="ctr" rtl="0">
              <a:lnSpc>
                <a:spcPct val="100000"/>
              </a:lnSpc>
              <a:spcBef>
                <a:spcPts val="0"/>
              </a:spcBef>
              <a:spcAft>
                <a:spcPts val="0"/>
              </a:spcAft>
              <a:buNone/>
            </a:pPr>
            <a:r>
              <a:rPr lang="en-US" sz="2900" b="1" i="0" u="none" strike="noStrike" cap="none">
                <a:solidFill>
                  <a:schemeClr val="tx1"/>
                </a:solidFill>
                <a:highlight>
                  <a:srgbClr val="E7E6DB"/>
                </a:highlight>
                <a:latin typeface="Calibri"/>
                <a:ea typeface="Calibri"/>
                <a:cs typeface="Calibri"/>
                <a:sym typeface="Calibri"/>
              </a:rPr>
              <a:t>TO PROFESSOR HINE AND OUR GTA KIRAN FOR YOUR SUPPORT AND FEEDBACK!</a:t>
            </a:r>
            <a:endParaRPr sz="2900" b="1" i="0" u="none" strike="noStrike" cap="none">
              <a:solidFill>
                <a:schemeClr val="tx1"/>
              </a:solidFill>
              <a:highlight>
                <a:srgbClr val="E7E6DB"/>
              </a:highlight>
              <a:latin typeface="Arial"/>
              <a:ea typeface="Arial"/>
              <a:cs typeface="Arial"/>
            </a:endParaRPr>
          </a:p>
        </p:txBody>
      </p:sp>
      <p:sp>
        <p:nvSpPr>
          <p:cNvPr id="493" name="Google Shape;493;p75"/>
          <p:cNvSpPr/>
          <p:nvPr/>
        </p:nvSpPr>
        <p:spPr>
          <a:xfrm>
            <a:off x="9565600" y="2908293"/>
            <a:ext cx="2474200" cy="1862694"/>
          </a:xfrm>
          <a:custGeom>
            <a:avLst/>
            <a:gdLst/>
            <a:ahLst/>
            <a:cxnLst/>
            <a:rect l="l" t="t" r="r" b="b"/>
            <a:pathLst>
              <a:path w="7157" h="7040" extrusionOk="0">
                <a:moveTo>
                  <a:pt x="1189" y="0"/>
                </a:moveTo>
                <a:lnTo>
                  <a:pt x="1189" y="0"/>
                </a:lnTo>
                <a:lnTo>
                  <a:pt x="1127" y="1"/>
                </a:lnTo>
                <a:lnTo>
                  <a:pt x="1065" y="6"/>
                </a:lnTo>
                <a:lnTo>
                  <a:pt x="1003" y="13"/>
                </a:lnTo>
                <a:lnTo>
                  <a:pt x="942" y="23"/>
                </a:lnTo>
                <a:lnTo>
                  <a:pt x="881" y="35"/>
                </a:lnTo>
                <a:lnTo>
                  <a:pt x="822" y="51"/>
                </a:lnTo>
                <a:lnTo>
                  <a:pt x="763" y="69"/>
                </a:lnTo>
                <a:lnTo>
                  <a:pt x="705" y="90"/>
                </a:lnTo>
                <a:lnTo>
                  <a:pt x="649" y="113"/>
                </a:lnTo>
                <a:lnTo>
                  <a:pt x="595" y="139"/>
                </a:lnTo>
                <a:lnTo>
                  <a:pt x="541" y="168"/>
                </a:lnTo>
                <a:lnTo>
                  <a:pt x="490" y="198"/>
                </a:lnTo>
                <a:lnTo>
                  <a:pt x="441" y="232"/>
                </a:lnTo>
                <a:lnTo>
                  <a:pt x="393" y="267"/>
                </a:lnTo>
                <a:lnTo>
                  <a:pt x="348" y="304"/>
                </a:lnTo>
                <a:lnTo>
                  <a:pt x="305" y="344"/>
                </a:lnTo>
                <a:lnTo>
                  <a:pt x="265" y="385"/>
                </a:lnTo>
                <a:lnTo>
                  <a:pt x="227" y="428"/>
                </a:lnTo>
                <a:lnTo>
                  <a:pt x="192" y="473"/>
                </a:lnTo>
                <a:lnTo>
                  <a:pt x="159" y="519"/>
                </a:lnTo>
                <a:lnTo>
                  <a:pt x="130" y="567"/>
                </a:lnTo>
                <a:lnTo>
                  <a:pt x="103" y="616"/>
                </a:lnTo>
                <a:lnTo>
                  <a:pt x="79" y="667"/>
                </a:lnTo>
                <a:lnTo>
                  <a:pt x="58" y="718"/>
                </a:lnTo>
                <a:lnTo>
                  <a:pt x="41" y="770"/>
                </a:lnTo>
                <a:lnTo>
                  <a:pt x="26" y="823"/>
                </a:lnTo>
                <a:lnTo>
                  <a:pt x="15" y="876"/>
                </a:lnTo>
                <a:lnTo>
                  <a:pt x="7" y="930"/>
                </a:lnTo>
                <a:lnTo>
                  <a:pt x="2" y="985"/>
                </a:lnTo>
                <a:lnTo>
                  <a:pt x="0" y="1039"/>
                </a:lnTo>
                <a:lnTo>
                  <a:pt x="0" y="1819"/>
                </a:lnTo>
                <a:lnTo>
                  <a:pt x="0" y="2598"/>
                </a:lnTo>
                <a:lnTo>
                  <a:pt x="0" y="3658"/>
                </a:lnTo>
                <a:lnTo>
                  <a:pt x="0" y="4437"/>
                </a:lnTo>
                <a:lnTo>
                  <a:pt x="0" y="5217"/>
                </a:lnTo>
                <a:lnTo>
                  <a:pt x="0" y="5217"/>
                </a:lnTo>
                <a:lnTo>
                  <a:pt x="2" y="5271"/>
                </a:lnTo>
                <a:lnTo>
                  <a:pt x="7" y="5326"/>
                </a:lnTo>
                <a:lnTo>
                  <a:pt x="15" y="5380"/>
                </a:lnTo>
                <a:lnTo>
                  <a:pt x="26" y="5433"/>
                </a:lnTo>
                <a:lnTo>
                  <a:pt x="41" y="5486"/>
                </a:lnTo>
                <a:lnTo>
                  <a:pt x="58" y="5538"/>
                </a:lnTo>
                <a:lnTo>
                  <a:pt x="79" y="5590"/>
                </a:lnTo>
                <a:lnTo>
                  <a:pt x="103" y="5640"/>
                </a:lnTo>
                <a:lnTo>
                  <a:pt x="130" y="5689"/>
                </a:lnTo>
                <a:lnTo>
                  <a:pt x="159" y="5737"/>
                </a:lnTo>
                <a:lnTo>
                  <a:pt x="192" y="5783"/>
                </a:lnTo>
                <a:lnTo>
                  <a:pt x="227" y="5828"/>
                </a:lnTo>
                <a:lnTo>
                  <a:pt x="265" y="5871"/>
                </a:lnTo>
                <a:lnTo>
                  <a:pt x="305" y="5913"/>
                </a:lnTo>
                <a:lnTo>
                  <a:pt x="348" y="5952"/>
                </a:lnTo>
                <a:lnTo>
                  <a:pt x="393" y="5990"/>
                </a:lnTo>
                <a:lnTo>
                  <a:pt x="441" y="6025"/>
                </a:lnTo>
                <a:lnTo>
                  <a:pt x="490" y="6058"/>
                </a:lnTo>
                <a:lnTo>
                  <a:pt x="541" y="6089"/>
                </a:lnTo>
                <a:lnTo>
                  <a:pt x="595" y="6118"/>
                </a:lnTo>
                <a:lnTo>
                  <a:pt x="649" y="6144"/>
                </a:lnTo>
                <a:lnTo>
                  <a:pt x="705" y="6167"/>
                </a:lnTo>
                <a:lnTo>
                  <a:pt x="763" y="6188"/>
                </a:lnTo>
                <a:lnTo>
                  <a:pt x="822" y="6206"/>
                </a:lnTo>
                <a:lnTo>
                  <a:pt x="881" y="6222"/>
                </a:lnTo>
                <a:lnTo>
                  <a:pt x="942" y="6234"/>
                </a:lnTo>
                <a:lnTo>
                  <a:pt x="1003" y="6244"/>
                </a:lnTo>
                <a:lnTo>
                  <a:pt x="1065" y="6251"/>
                </a:lnTo>
                <a:lnTo>
                  <a:pt x="1127" y="6256"/>
                </a:lnTo>
                <a:lnTo>
                  <a:pt x="1189" y="6257"/>
                </a:lnTo>
                <a:lnTo>
                  <a:pt x="2087" y="7039"/>
                </a:lnTo>
                <a:lnTo>
                  <a:pt x="2971" y="6257"/>
                </a:lnTo>
                <a:lnTo>
                  <a:pt x="4184" y="6257"/>
                </a:lnTo>
                <a:lnTo>
                  <a:pt x="5075" y="6257"/>
                </a:lnTo>
                <a:lnTo>
                  <a:pt x="5966" y="6257"/>
                </a:lnTo>
                <a:lnTo>
                  <a:pt x="5966" y="6257"/>
                </a:lnTo>
                <a:lnTo>
                  <a:pt x="6028" y="6256"/>
                </a:lnTo>
                <a:lnTo>
                  <a:pt x="6090" y="6251"/>
                </a:lnTo>
                <a:lnTo>
                  <a:pt x="6152" y="6244"/>
                </a:lnTo>
                <a:lnTo>
                  <a:pt x="6213" y="6234"/>
                </a:lnTo>
                <a:lnTo>
                  <a:pt x="6274" y="6222"/>
                </a:lnTo>
                <a:lnTo>
                  <a:pt x="6333" y="6206"/>
                </a:lnTo>
                <a:lnTo>
                  <a:pt x="6392" y="6188"/>
                </a:lnTo>
                <a:lnTo>
                  <a:pt x="6450" y="6167"/>
                </a:lnTo>
                <a:lnTo>
                  <a:pt x="6506" y="6144"/>
                </a:lnTo>
                <a:lnTo>
                  <a:pt x="6561" y="6118"/>
                </a:lnTo>
                <a:lnTo>
                  <a:pt x="6614" y="6089"/>
                </a:lnTo>
                <a:lnTo>
                  <a:pt x="6665" y="6058"/>
                </a:lnTo>
                <a:lnTo>
                  <a:pt x="6714" y="6025"/>
                </a:lnTo>
                <a:lnTo>
                  <a:pt x="6762" y="5990"/>
                </a:lnTo>
                <a:lnTo>
                  <a:pt x="6807" y="5952"/>
                </a:lnTo>
                <a:lnTo>
                  <a:pt x="6850" y="5913"/>
                </a:lnTo>
                <a:lnTo>
                  <a:pt x="6890" y="5871"/>
                </a:lnTo>
                <a:lnTo>
                  <a:pt x="6928" y="5828"/>
                </a:lnTo>
                <a:lnTo>
                  <a:pt x="6963" y="5783"/>
                </a:lnTo>
                <a:lnTo>
                  <a:pt x="6996" y="5737"/>
                </a:lnTo>
                <a:lnTo>
                  <a:pt x="7025" y="5689"/>
                </a:lnTo>
                <a:lnTo>
                  <a:pt x="7052" y="5640"/>
                </a:lnTo>
                <a:lnTo>
                  <a:pt x="7076" y="5590"/>
                </a:lnTo>
                <a:lnTo>
                  <a:pt x="7097" y="5538"/>
                </a:lnTo>
                <a:lnTo>
                  <a:pt x="7114" y="5486"/>
                </a:lnTo>
                <a:lnTo>
                  <a:pt x="7129" y="5433"/>
                </a:lnTo>
                <a:lnTo>
                  <a:pt x="7140" y="5380"/>
                </a:lnTo>
                <a:lnTo>
                  <a:pt x="7148" y="5326"/>
                </a:lnTo>
                <a:lnTo>
                  <a:pt x="7153" y="5271"/>
                </a:lnTo>
                <a:lnTo>
                  <a:pt x="7155" y="5217"/>
                </a:lnTo>
                <a:lnTo>
                  <a:pt x="7156" y="4437"/>
                </a:lnTo>
                <a:lnTo>
                  <a:pt x="7156" y="3658"/>
                </a:lnTo>
                <a:lnTo>
                  <a:pt x="7156" y="2598"/>
                </a:lnTo>
                <a:lnTo>
                  <a:pt x="7156" y="1819"/>
                </a:lnTo>
                <a:lnTo>
                  <a:pt x="7156" y="1039"/>
                </a:lnTo>
                <a:lnTo>
                  <a:pt x="7155" y="1039"/>
                </a:lnTo>
                <a:lnTo>
                  <a:pt x="7153" y="985"/>
                </a:lnTo>
                <a:lnTo>
                  <a:pt x="7148" y="930"/>
                </a:lnTo>
                <a:lnTo>
                  <a:pt x="7140" y="876"/>
                </a:lnTo>
                <a:lnTo>
                  <a:pt x="7129" y="823"/>
                </a:lnTo>
                <a:lnTo>
                  <a:pt x="7114" y="770"/>
                </a:lnTo>
                <a:lnTo>
                  <a:pt x="7097" y="718"/>
                </a:lnTo>
                <a:lnTo>
                  <a:pt x="7076" y="667"/>
                </a:lnTo>
                <a:lnTo>
                  <a:pt x="7052" y="616"/>
                </a:lnTo>
                <a:lnTo>
                  <a:pt x="7025" y="567"/>
                </a:lnTo>
                <a:lnTo>
                  <a:pt x="6996" y="520"/>
                </a:lnTo>
                <a:lnTo>
                  <a:pt x="6963" y="473"/>
                </a:lnTo>
                <a:lnTo>
                  <a:pt x="6928" y="428"/>
                </a:lnTo>
                <a:lnTo>
                  <a:pt x="6890" y="385"/>
                </a:lnTo>
                <a:lnTo>
                  <a:pt x="6850" y="344"/>
                </a:lnTo>
                <a:lnTo>
                  <a:pt x="6807" y="304"/>
                </a:lnTo>
                <a:lnTo>
                  <a:pt x="6762" y="267"/>
                </a:lnTo>
                <a:lnTo>
                  <a:pt x="6714" y="232"/>
                </a:lnTo>
                <a:lnTo>
                  <a:pt x="6665" y="198"/>
                </a:lnTo>
                <a:lnTo>
                  <a:pt x="6614" y="168"/>
                </a:lnTo>
                <a:lnTo>
                  <a:pt x="6561" y="139"/>
                </a:lnTo>
                <a:lnTo>
                  <a:pt x="6506" y="113"/>
                </a:lnTo>
                <a:lnTo>
                  <a:pt x="6450" y="90"/>
                </a:lnTo>
                <a:lnTo>
                  <a:pt x="6392" y="69"/>
                </a:lnTo>
                <a:lnTo>
                  <a:pt x="6333" y="51"/>
                </a:lnTo>
                <a:lnTo>
                  <a:pt x="6274" y="35"/>
                </a:lnTo>
                <a:lnTo>
                  <a:pt x="6213" y="23"/>
                </a:lnTo>
                <a:lnTo>
                  <a:pt x="6152" y="13"/>
                </a:lnTo>
                <a:lnTo>
                  <a:pt x="6090" y="6"/>
                </a:lnTo>
                <a:lnTo>
                  <a:pt x="6028" y="1"/>
                </a:lnTo>
                <a:lnTo>
                  <a:pt x="5966" y="0"/>
                </a:lnTo>
                <a:lnTo>
                  <a:pt x="5075" y="0"/>
                </a:lnTo>
                <a:lnTo>
                  <a:pt x="4184" y="0"/>
                </a:lnTo>
                <a:lnTo>
                  <a:pt x="2971" y="0"/>
                </a:lnTo>
                <a:lnTo>
                  <a:pt x="2080" y="0"/>
                </a:lnTo>
                <a:lnTo>
                  <a:pt x="1189" y="0"/>
                </a:lnTo>
              </a:path>
            </a:pathLst>
          </a:custGeom>
          <a:solidFill>
            <a:srgbClr val="E8E6DA"/>
          </a:solidFill>
          <a:ln w="12600" cap="flat" cmpd="sng">
            <a:solidFill>
              <a:srgbClr val="FFFF00"/>
            </a:solidFill>
            <a:prstDash val="solid"/>
            <a:miter lim="8000"/>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None/>
            </a:pPr>
            <a:r>
              <a:rPr lang="en-US" sz="3600" b="1" i="0" u="none" strike="noStrike" cap="none">
                <a:solidFill>
                  <a:srgbClr val="000000"/>
                </a:solidFill>
                <a:latin typeface="Calibri"/>
                <a:ea typeface="Calibri"/>
                <a:cs typeface="Calibri"/>
                <a:sym typeface="Calibri"/>
              </a:rPr>
              <a:t>Questions?</a:t>
            </a:r>
            <a:endParaRPr sz="3600" b="0" i="0" u="none" strike="noStrike" cap="non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7"/>
        <p:cNvGrpSpPr/>
        <p:nvPr/>
      </p:nvGrpSpPr>
      <p:grpSpPr>
        <a:xfrm>
          <a:off x="0" y="0"/>
          <a:ext cx="0" cy="0"/>
          <a:chOff x="0" y="0"/>
          <a:chExt cx="0" cy="0"/>
        </a:xfrm>
      </p:grpSpPr>
      <p:sp>
        <p:nvSpPr>
          <p:cNvPr id="498" name="Google Shape;498;p76"/>
          <p:cNvSpPr txBox="1"/>
          <p:nvPr/>
        </p:nvSpPr>
        <p:spPr>
          <a:xfrm>
            <a:off x="811872" y="1431900"/>
            <a:ext cx="9163080" cy="5004000"/>
          </a:xfrm>
          <a:prstGeom prst="rect">
            <a:avLst/>
          </a:prstGeom>
          <a:noFill/>
          <a:ln>
            <a:noFill/>
          </a:ln>
        </p:spPr>
        <p:txBody>
          <a:bodyPr spcFirstLastPara="1" wrap="square" lIns="91425" tIns="45700" rIns="91425" bIns="45700" anchor="t" anchorCtr="0">
            <a:normAutofit fontScale="92500" lnSpcReduction="10000"/>
          </a:bodyPr>
          <a:lstStyle/>
          <a:p>
            <a:r>
              <a:rPr lang="en-US" sz="1600" i="1"/>
              <a:t>Team 2026 IT-493 Assignment 1. George Mason University.</a:t>
            </a:r>
          </a:p>
          <a:p>
            <a:r>
              <a:rPr lang="en-US" sz="1600" i="1"/>
              <a:t>Jibran. A (2025). IT-493 Assignment 2. George Mason University.</a:t>
            </a:r>
          </a:p>
          <a:p>
            <a:r>
              <a:rPr lang="en-US" sz="1600" i="1"/>
              <a:t>Team 2026. (2025). IT-493 Assignment 3. George Mason University.</a:t>
            </a:r>
          </a:p>
          <a:p>
            <a:r>
              <a:rPr lang="en-US" sz="1600" i="1"/>
              <a:t>Khan, K. (2025). IT-492 Assignment 2. George Mason University.</a:t>
            </a:r>
          </a:p>
          <a:p>
            <a:r>
              <a:rPr lang="en-US" sz="1600" i="1"/>
              <a:t>Khan, K. (2025). IT-492 Assignment 3. George Mason University.</a:t>
            </a:r>
          </a:p>
          <a:p>
            <a:r>
              <a:rPr lang="en-US" sz="1600" i="1"/>
              <a:t>Khan, K. (2025). IT-492 Assignment 4. George Mason University.</a:t>
            </a:r>
          </a:p>
          <a:p>
            <a:r>
              <a:rPr lang="en-US" sz="1600" i="1"/>
              <a:t>Khan, K. (2025). IT-492 Assignment 5. George Mason University.</a:t>
            </a:r>
          </a:p>
          <a:p>
            <a:r>
              <a:rPr lang="en-US" sz="1600" i="1"/>
              <a:t>Kaur, J. (2025). IT-492 Assignment 6. George Mason University.</a:t>
            </a:r>
          </a:p>
          <a:p>
            <a:r>
              <a:rPr lang="en-US" sz="1600" i="1"/>
              <a:t>Pathak, D. (2025). IT-492 Assignment 7. George Mason University.</a:t>
            </a:r>
          </a:p>
          <a:p>
            <a:r>
              <a:rPr lang="en-US" sz="1600" i="1"/>
              <a:t>Kaur, J. (2025). IT-492 Assignment 8. George Mason University.</a:t>
            </a:r>
          </a:p>
          <a:p>
            <a:r>
              <a:rPr lang="en-US" sz="1600" i="1"/>
              <a:t>Mughal, M. A. (2025). IT-492 Assignment 9. George Mason University.</a:t>
            </a:r>
          </a:p>
          <a:p>
            <a:r>
              <a:rPr lang="en-US" sz="1600" i="1"/>
              <a:t>Mirza, A. (2025). IT-492 Assignment 10. George Mason University.</a:t>
            </a:r>
          </a:p>
          <a:p>
            <a:r>
              <a:rPr lang="en-US" sz="1600" i="1"/>
              <a:t>Ahmad, S. (2025). </a:t>
            </a:r>
            <a:r>
              <a:rPr lang="en-US" sz="1600" i="1" err="1"/>
              <a:t>TourCatchers</a:t>
            </a:r>
            <a:r>
              <a:rPr lang="en-US" sz="1600" i="1"/>
              <a:t> LLC: Sponsor interview and process input [Personal communication, September 25, 2025].</a:t>
            </a:r>
          </a:p>
          <a:p>
            <a:r>
              <a:rPr lang="en-US" sz="1600" i="1" err="1"/>
              <a:t>GeeksforGeeks</a:t>
            </a:r>
            <a:r>
              <a:rPr lang="en-US" sz="1600" i="1"/>
              <a:t>. (n.d.). Waterfall model. </a:t>
            </a:r>
            <a:r>
              <a:rPr lang="en-US" sz="1600" i="1">
                <a:hlinkClick r:id="rId3"/>
              </a:rPr>
              <a:t>https://www.geeksforgeeks.org/waterfall-model/</a:t>
            </a:r>
            <a:endParaRPr lang="en-US" sz="1600" i="1"/>
          </a:p>
          <a:p>
            <a:r>
              <a:rPr lang="en-US" sz="1600" i="1" err="1"/>
              <a:t>GeeksforGeeks</a:t>
            </a:r>
            <a:r>
              <a:rPr lang="en-US" sz="1600" i="1"/>
              <a:t>. (n.d.). What is agile methodology? </a:t>
            </a:r>
            <a:r>
              <a:rPr lang="en-US" sz="1600" i="1">
                <a:hlinkClick r:id="rId4"/>
              </a:rPr>
              <a:t>https://www.geeksforgeeks.org/what-is-agile-methodology/</a:t>
            </a:r>
            <a:endParaRPr lang="en-US" sz="1600" i="1"/>
          </a:p>
          <a:p>
            <a:r>
              <a:rPr lang="en-US" sz="1600" i="1" err="1"/>
              <a:t>TourCatchers</a:t>
            </a:r>
            <a:r>
              <a:rPr lang="en-US" sz="1600" i="1"/>
              <a:t> LLC project team. (2025). Project team meetings (October 20, November 1, and November 10, 2025).</a:t>
            </a:r>
          </a:p>
          <a:p>
            <a:pPr marL="228600" marR="0" lvl="0" indent="-228600" algn="l" rtl="0">
              <a:lnSpc>
                <a:spcPct val="90000"/>
              </a:lnSpc>
              <a:spcBef>
                <a:spcPts val="1001"/>
              </a:spcBef>
              <a:spcAft>
                <a:spcPts val="0"/>
              </a:spcAft>
              <a:buClr>
                <a:srgbClr val="000000"/>
              </a:buClr>
              <a:buSzPts val="1600"/>
              <a:buFont typeface="Arial"/>
              <a:buChar char="•"/>
            </a:pPr>
            <a:r>
              <a:rPr lang="en-US" sz="1600" b="0" i="1" u="none" strike="noStrike" cap="none">
                <a:solidFill>
                  <a:srgbClr val="000000"/>
                </a:solidFill>
                <a:latin typeface="Calibri"/>
                <a:ea typeface="Calibri"/>
                <a:cs typeface="Calibri"/>
                <a:sym typeface="Calibri"/>
              </a:rPr>
              <a:t>Waterfall Research| </a:t>
            </a:r>
            <a:r>
              <a:rPr lang="en-US" sz="1600" b="0" i="1" u="sng" strike="noStrike" cap="none">
                <a:solidFill>
                  <a:schemeClr val="hlink"/>
                </a:solidFill>
                <a:latin typeface="Calibri"/>
                <a:ea typeface="Calibri"/>
                <a:cs typeface="Calibri"/>
                <a:sym typeface="Calibri"/>
                <a:hlinkClick r:id="rId3"/>
              </a:rPr>
              <a:t>https://www.geeksforgeeks.org/waterfall-model/</a:t>
            </a:r>
            <a:r>
              <a:rPr lang="en-US" sz="1600" b="0" i="1" u="none" strike="noStrike" cap="none">
                <a:solidFill>
                  <a:srgbClr val="000000"/>
                </a:solidFill>
                <a:latin typeface="Calibri"/>
                <a:ea typeface="Calibri"/>
                <a:cs typeface="Calibri"/>
                <a:sym typeface="Calibri"/>
              </a:rPr>
              <a:t>   </a:t>
            </a:r>
            <a:endParaRPr sz="1600" b="0" i="1" u="none" strike="noStrike" cap="none">
              <a:latin typeface="Arial"/>
              <a:ea typeface="Arial"/>
              <a:cs typeface="Arial"/>
              <a:sym typeface="Arial"/>
            </a:endParaRPr>
          </a:p>
          <a:p>
            <a:pPr marL="228600" marR="0" lvl="0" indent="-228600" algn="l" rtl="0">
              <a:lnSpc>
                <a:spcPct val="90000"/>
              </a:lnSpc>
              <a:spcBef>
                <a:spcPts val="1001"/>
              </a:spcBef>
              <a:spcAft>
                <a:spcPts val="0"/>
              </a:spcAft>
              <a:buClr>
                <a:srgbClr val="000000"/>
              </a:buClr>
              <a:buSzPts val="1600"/>
              <a:buFont typeface="Arial"/>
              <a:buChar char="•"/>
            </a:pPr>
            <a:r>
              <a:rPr lang="en-US" sz="1600" b="0" i="1" u="none" strike="noStrike" cap="none">
                <a:solidFill>
                  <a:srgbClr val="000000"/>
                </a:solidFill>
                <a:latin typeface="Calibri"/>
                <a:ea typeface="Calibri"/>
                <a:cs typeface="Calibri"/>
                <a:sym typeface="Calibri"/>
              </a:rPr>
              <a:t>Agile Research| </a:t>
            </a:r>
            <a:r>
              <a:rPr lang="en-US" sz="1600" b="0" i="1" u="sng" strike="noStrike" cap="none">
                <a:solidFill>
                  <a:schemeClr val="hlink"/>
                </a:solidFill>
                <a:latin typeface="Calibri"/>
                <a:ea typeface="Calibri"/>
                <a:cs typeface="Calibri"/>
                <a:sym typeface="Calibri"/>
                <a:hlinkClick r:id="rId4"/>
              </a:rPr>
              <a:t>https://www.geeksforgeeks.org/what-is-agile-methodology/</a:t>
            </a:r>
            <a:r>
              <a:rPr lang="en-US" sz="1600" b="0" i="1" u="none" strike="noStrike" cap="none">
                <a:solidFill>
                  <a:srgbClr val="000000"/>
                </a:solidFill>
                <a:latin typeface="Calibri"/>
                <a:ea typeface="Calibri"/>
                <a:cs typeface="Calibri"/>
                <a:sym typeface="Calibri"/>
              </a:rPr>
              <a:t> </a:t>
            </a:r>
            <a:endParaRPr sz="1600" b="0" i="1" u="none" strike="noStrike" cap="none">
              <a:latin typeface="Arial"/>
              <a:ea typeface="Arial"/>
              <a:cs typeface="Arial"/>
              <a:sym typeface="Arial"/>
            </a:endParaRPr>
          </a:p>
          <a:p>
            <a:pPr marL="228600" marR="0" lvl="0" indent="-228600" algn="l" rtl="0">
              <a:lnSpc>
                <a:spcPct val="90000"/>
              </a:lnSpc>
              <a:spcBef>
                <a:spcPts val="1001"/>
              </a:spcBef>
              <a:spcAft>
                <a:spcPts val="0"/>
              </a:spcAft>
              <a:buClr>
                <a:srgbClr val="000000"/>
              </a:buClr>
              <a:buSzPts val="1600"/>
              <a:buFont typeface="Arial"/>
              <a:buChar char="•"/>
            </a:pPr>
            <a:r>
              <a:rPr lang="en-US" sz="1600" b="0" i="1" u="none" strike="noStrike" cap="none">
                <a:solidFill>
                  <a:srgbClr val="000000"/>
                </a:solidFill>
                <a:latin typeface="Libre Franklin"/>
                <a:ea typeface="Libre Franklin"/>
                <a:cs typeface="Libre Franklin"/>
                <a:sym typeface="Libre Franklin"/>
              </a:rPr>
              <a:t>Team </a:t>
            </a:r>
            <a:r>
              <a:rPr lang="en-US" sz="1600" b="0" i="1" u="none" strike="noStrike" cap="none" err="1">
                <a:solidFill>
                  <a:srgbClr val="000000"/>
                </a:solidFill>
                <a:latin typeface="Libre Franklin"/>
                <a:ea typeface="Libre Franklin"/>
                <a:cs typeface="Libre Franklin"/>
                <a:sym typeface="Libre Franklin"/>
              </a:rPr>
              <a:t>Meatings</a:t>
            </a:r>
            <a:endParaRPr sz="1600" b="0" i="1" u="none" strike="noStrike" cap="none">
              <a:latin typeface="Arial"/>
              <a:ea typeface="Arial"/>
              <a:cs typeface="Arial"/>
              <a:sym typeface="Arial"/>
            </a:endParaRPr>
          </a:p>
        </p:txBody>
      </p:sp>
      <p:sp>
        <p:nvSpPr>
          <p:cNvPr id="499" name="Google Shape;499;p76"/>
          <p:cNvSpPr txBox="1"/>
          <p:nvPr/>
        </p:nvSpPr>
        <p:spPr>
          <a:xfrm>
            <a:off x="4038480" y="6356520"/>
            <a:ext cx="4114800" cy="365040"/>
          </a:xfrm>
          <a:prstGeom prst="rect">
            <a:avLst/>
          </a:prstGeom>
          <a:no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None/>
            </a:pPr>
            <a:r>
              <a:rPr lang="en-US" sz="1200" b="0" i="0" u="none" strike="noStrike" cap="none">
                <a:solidFill>
                  <a:srgbClr val="898989"/>
                </a:solidFill>
                <a:latin typeface="Calibri"/>
                <a:ea typeface="Calibri"/>
                <a:cs typeface="Calibri"/>
                <a:sym typeface="Calibri"/>
              </a:rPr>
              <a:t>Tours Catchers LLC​ – Team 4</a:t>
            </a:r>
            <a:endParaRPr sz="1200" b="0" i="0" u="none" strike="noStrike" cap="none">
              <a:latin typeface="Arial"/>
              <a:ea typeface="Arial"/>
              <a:cs typeface="Arial"/>
              <a:sym typeface="Arial"/>
            </a:endParaRPr>
          </a:p>
        </p:txBody>
      </p:sp>
      <p:sp>
        <p:nvSpPr>
          <p:cNvPr id="500" name="Google Shape;500;p76"/>
          <p:cNvSpPr txBox="1"/>
          <p:nvPr/>
        </p:nvSpPr>
        <p:spPr>
          <a:xfrm>
            <a:off x="10831680" y="6356520"/>
            <a:ext cx="801720" cy="365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r>
              <a:rPr lang="en-US" sz="1200" b="0" i="0" u="none" strike="noStrike" cap="none">
                <a:solidFill>
                  <a:srgbClr val="898989"/>
                </a:solidFill>
                <a:latin typeface="Calibri"/>
                <a:ea typeface="Calibri"/>
                <a:cs typeface="Calibri"/>
                <a:sym typeface="Calibri"/>
              </a:rPr>
              <a:t>Slide </a:t>
            </a:r>
            <a:fld id="{00000000-1234-1234-1234-123412341234}" type="slidenum">
              <a:rPr lang="en-US" sz="1200" b="0" i="0" u="none" strike="noStrike" cap="none">
                <a:solidFill>
                  <a:srgbClr val="898989"/>
                </a:solidFill>
                <a:latin typeface="Calibri"/>
                <a:ea typeface="Calibri"/>
                <a:cs typeface="Calibri"/>
                <a:sym typeface="Calibri"/>
              </a:rPr>
              <a:t>13</a:t>
            </a:fld>
            <a:endParaRPr sz="1200" b="0" i="0" u="none" strike="noStrike" cap="none">
              <a:latin typeface="Arial"/>
              <a:ea typeface="Arial"/>
              <a:cs typeface="Arial"/>
              <a:sym typeface="Arial"/>
            </a:endParaRPr>
          </a:p>
        </p:txBody>
      </p:sp>
      <p:sp>
        <p:nvSpPr>
          <p:cNvPr id="501" name="Google Shape;501;p76"/>
          <p:cNvSpPr/>
          <p:nvPr/>
        </p:nvSpPr>
        <p:spPr>
          <a:xfrm>
            <a:off x="3302550" y="51795"/>
            <a:ext cx="6148650" cy="137376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ctr" anchorCtr="0">
            <a:noAutofit/>
          </a:bodyPr>
          <a:lstStyle/>
          <a:p>
            <a:pPr>
              <a:lnSpc>
                <a:spcPct val="90000"/>
              </a:lnSpc>
            </a:pPr>
            <a:r>
              <a:rPr lang="en-US" sz="4800" b="1">
                <a:latin typeface="Times New Roman"/>
                <a:cs typeface="Times New Roman"/>
                <a:sym typeface="Times New Roman"/>
              </a:rPr>
              <a:t>Citation References</a:t>
            </a:r>
            <a:endParaRPr sz="4800" b="0" i="0" u="none" strike="noStrike" cap="non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C62FAA8EF8B742B6DC8585DFBEBC22" ma:contentTypeVersion="10" ma:contentTypeDescription="Create a new document." ma:contentTypeScope="" ma:versionID="e180a46541772a5d0f8eb21272289c79">
  <xsd:schema xmlns:xsd="http://www.w3.org/2001/XMLSchema" xmlns:xs="http://www.w3.org/2001/XMLSchema" xmlns:p="http://schemas.microsoft.com/office/2006/metadata/properties" xmlns:ns2="34615f49-6492-414b-a8ac-bae7b66e6273" targetNamespace="http://schemas.microsoft.com/office/2006/metadata/properties" ma:root="true" ma:fieldsID="9cbc2fc1809c47eb6978e62fedffdb04" ns2:_="">
    <xsd:import namespace="34615f49-6492-414b-a8ac-bae7b66e627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615f49-6492-414b-a8ac-bae7b66e62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6c1bbba-1a2d-496b-84ee-32d915066267" ma:termSetId="09814cd3-568e-fe90-9814-8d621ff8fb84" ma:anchorId="fba54fb3-c3e1-fe81-a776-ca4b69148c4d" ma:open="true" ma:isKeyword="false">
      <xsd:complexType>
        <xsd:sequence>
          <xsd:element ref="pc:Terms" minOccurs="0" maxOccurs="1"/>
        </xsd:sequence>
      </xsd:complex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4615f49-6492-414b-a8ac-bae7b66e627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D779BD-4E83-4BE9-B2CC-943F120CA600}">
  <ds:schemaRefs>
    <ds:schemaRef ds:uri="34615f49-6492-414b-a8ac-bae7b66e62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E1D1B86-E569-41E8-BB0F-8AA32A79EF6C}">
  <ds:schemaRefs>
    <ds:schemaRef ds:uri="34615f49-6492-414b-a8ac-bae7b66e6273"/>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94872EF-46AB-45EA-B65E-F02E6CFDD02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13</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maaz mughal</dc:creator>
  <cp:revision>2</cp:revision>
  <dcterms:modified xsi:type="dcterms:W3CDTF">2026-02-17T16:22:18Z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0x010100C3C62FAA8EF8B742B6DC8585DFBEBC22</vt:lpwstr>
  </property>
  <property fmtid="{D5CDD505-2E9C-101B-9397-08002B2CF9AE}" pid="3" name="MediaServiceImageTags">
    <vt:lpwstr/>
  </property>
</Properties>
</file>