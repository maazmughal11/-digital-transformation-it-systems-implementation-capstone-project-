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13" r:id="rId4"/>
  </p:sldMasterIdLst>
  <p:notesMasterIdLst>
    <p:notesMasterId r:id="rId15"/>
  </p:notesMasterIdLst>
  <p:handoutMasterIdLst>
    <p:handoutMasterId r:id="rId16"/>
  </p:handout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x="12192000" cy="6858000"/>
  <p:notesSz cx="6858000" cy="9144000"/>
  <p:embeddedFontLst>
    <p:embeddedFont>
      <p:font typeface="Gill Sans MT" panose="020B0502020104020203" pitchFamily="34" charset="0"/>
      <p:regular r:id="rId17"/>
      <p:bold r:id="rId18"/>
      <p:italic r:id="rId19"/>
      <p:bold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CCCB9"/>
    <a:srgbClr val="BCE1D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E1295C7-8ADB-905E-FC98-0609270ADDC0}" v="73" dt="2026-02-14T05:18:56.789"/>
  </p1510:revLst>
</p1510:revInfo>
</file>

<file path=ppt/tableStyles.xml><?xml version="1.0" encoding="utf-8"?>
<a:tblStyleLst xmlns:a="http://schemas.openxmlformats.org/drawingml/2006/main" def="{5C22544A-7EE6-4342-B048-85BDC9FD1C3A}"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13" autoAdjust="0"/>
    <p:restoredTop sz="94660"/>
  </p:normalViewPr>
  <p:slideViewPr>
    <p:cSldViewPr snapToGrid="0">
      <p:cViewPr>
        <p:scale>
          <a:sx n="69" d="100"/>
          <a:sy n="69" d="100"/>
        </p:scale>
        <p:origin x="548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font" Target="fonts/font2.fntdata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font" Target="fonts/font1.fntdata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font" Target="fonts/font4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font" Target="fonts/font3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az Ahmed Mughal" userId="S::mmughal2@gmu.edu::ccaf0914-6fc3-4025-932a-8c42cb8287ea" providerId="AD" clId="Web-{9E1295C7-8ADB-905E-FC98-0609270ADDC0}"/>
    <pc:docChg chg="modSld modMainMaster">
      <pc:chgData name="Maaz Ahmed Mughal" userId="S::mmughal2@gmu.edu::ccaf0914-6fc3-4025-932a-8c42cb8287ea" providerId="AD" clId="Web-{9E1295C7-8ADB-905E-FC98-0609270ADDC0}" dt="2026-02-14T05:18:56.789" v="61" actId="1076"/>
      <pc:docMkLst>
        <pc:docMk/>
      </pc:docMkLst>
      <pc:sldChg chg="addSp modSp">
        <pc:chgData name="Maaz Ahmed Mughal" userId="S::mmughal2@gmu.edu::ccaf0914-6fc3-4025-932a-8c42cb8287ea" providerId="AD" clId="Web-{9E1295C7-8ADB-905E-FC98-0609270ADDC0}" dt="2026-02-14T05:17:45.522" v="47" actId="1076"/>
        <pc:sldMkLst>
          <pc:docMk/>
          <pc:sldMk cId="0" sldId="256"/>
        </pc:sldMkLst>
        <pc:spChg chg="mod">
          <ac:chgData name="Maaz Ahmed Mughal" userId="S::mmughal2@gmu.edu::ccaf0914-6fc3-4025-932a-8c42cb8287ea" providerId="AD" clId="Web-{9E1295C7-8ADB-905E-FC98-0609270ADDC0}" dt="2026-02-14T05:17:37.661" v="45" actId="20577"/>
          <ac:spMkLst>
            <pc:docMk/>
            <pc:sldMk cId="0" sldId="256"/>
            <ac:spMk id="2" creationId="{078ADC92-41B1-9FF6-0A93-CB5D02EA5ADC}"/>
          </ac:spMkLst>
        </pc:spChg>
        <pc:spChg chg="add mod">
          <ac:chgData name="Maaz Ahmed Mughal" userId="S::mmughal2@gmu.edu::ccaf0914-6fc3-4025-932a-8c42cb8287ea" providerId="AD" clId="Web-{9E1295C7-8ADB-905E-FC98-0609270ADDC0}" dt="2026-02-14T05:17:45.522" v="47" actId="1076"/>
          <ac:spMkLst>
            <pc:docMk/>
            <pc:sldMk cId="0" sldId="256"/>
            <ac:spMk id="3" creationId="{1F093AFE-758B-72AD-4C64-E6DDE407ECC1}"/>
          </ac:spMkLst>
        </pc:spChg>
        <pc:spChg chg="mod">
          <ac:chgData name="Maaz Ahmed Mughal" userId="S::mmughal2@gmu.edu::ccaf0914-6fc3-4025-932a-8c42cb8287ea" providerId="AD" clId="Web-{9E1295C7-8ADB-905E-FC98-0609270ADDC0}" dt="2026-02-14T05:17:40.725" v="46" actId="1076"/>
          <ac:spMkLst>
            <pc:docMk/>
            <pc:sldMk cId="0" sldId="256"/>
            <ac:spMk id="293" creationId="{00000000-0000-0000-0000-000000000000}"/>
          </ac:spMkLst>
        </pc:spChg>
      </pc:sldChg>
      <pc:sldChg chg="addSp modSp">
        <pc:chgData name="Maaz Ahmed Mughal" userId="S::mmughal2@gmu.edu::ccaf0914-6fc3-4025-932a-8c42cb8287ea" providerId="AD" clId="Web-{9E1295C7-8ADB-905E-FC98-0609270ADDC0}" dt="2026-02-14T05:17:51.382" v="48" actId="1076"/>
        <pc:sldMkLst>
          <pc:docMk/>
          <pc:sldMk cId="3632849694" sldId="257"/>
        </pc:sldMkLst>
        <pc:spChg chg="add mod">
          <ac:chgData name="Maaz Ahmed Mughal" userId="S::mmughal2@gmu.edu::ccaf0914-6fc3-4025-932a-8c42cb8287ea" providerId="AD" clId="Web-{9E1295C7-8ADB-905E-FC98-0609270ADDC0}" dt="2026-02-14T05:17:51.382" v="48" actId="1076"/>
          <ac:spMkLst>
            <pc:docMk/>
            <pc:sldMk cId="3632849694" sldId="257"/>
            <ac:spMk id="4" creationId="{7B7FD4F1-5A62-58BA-897E-BD3DD51E280F}"/>
          </ac:spMkLst>
        </pc:spChg>
      </pc:sldChg>
      <pc:sldChg chg="addSp delSp modSp">
        <pc:chgData name="Maaz Ahmed Mughal" userId="S::mmughal2@gmu.edu::ccaf0914-6fc3-4025-932a-8c42cb8287ea" providerId="AD" clId="Web-{9E1295C7-8ADB-905E-FC98-0609270ADDC0}" dt="2026-02-14T05:18:14.054" v="54"/>
        <pc:sldMkLst>
          <pc:docMk/>
          <pc:sldMk cId="3389400511" sldId="258"/>
        </pc:sldMkLst>
        <pc:spChg chg="mod">
          <ac:chgData name="Maaz Ahmed Mughal" userId="S::mmughal2@gmu.edu::ccaf0914-6fc3-4025-932a-8c42cb8287ea" providerId="AD" clId="Web-{9E1295C7-8ADB-905E-FC98-0609270ADDC0}" dt="2026-02-14T05:15:58.675" v="35" actId="1076"/>
          <ac:spMkLst>
            <pc:docMk/>
            <pc:sldMk cId="3389400511" sldId="258"/>
            <ac:spMk id="5" creationId="{AFF6A617-542C-DA11-FC83-7BB61E8F3F1A}"/>
          </ac:spMkLst>
        </pc:spChg>
        <pc:spChg chg="del">
          <ac:chgData name="Maaz Ahmed Mughal" userId="S::mmughal2@gmu.edu::ccaf0914-6fc3-4025-932a-8c42cb8287ea" providerId="AD" clId="Web-{9E1295C7-8ADB-905E-FC98-0609270ADDC0}" dt="2026-02-14T05:14:53.408" v="12"/>
          <ac:spMkLst>
            <pc:docMk/>
            <pc:sldMk cId="3389400511" sldId="258"/>
            <ac:spMk id="7" creationId="{42419AD8-9AFC-5636-79EE-3F2A6F7DB344}"/>
          </ac:spMkLst>
        </pc:spChg>
        <pc:spChg chg="add mod">
          <ac:chgData name="Maaz Ahmed Mughal" userId="S::mmughal2@gmu.edu::ccaf0914-6fc3-4025-932a-8c42cb8287ea" providerId="AD" clId="Web-{9E1295C7-8ADB-905E-FC98-0609270ADDC0}" dt="2026-02-14T05:17:59.476" v="49" actId="1076"/>
          <ac:spMkLst>
            <pc:docMk/>
            <pc:sldMk cId="3389400511" sldId="258"/>
            <ac:spMk id="8" creationId="{374FC5B1-E7E4-7B38-C1A7-AD473CF06F34}"/>
          </ac:spMkLst>
        </pc:spChg>
        <pc:picChg chg="add mod">
          <ac:chgData name="Maaz Ahmed Mughal" userId="S::mmughal2@gmu.edu::ccaf0914-6fc3-4025-932a-8c42cb8287ea" providerId="AD" clId="Web-{9E1295C7-8ADB-905E-FC98-0609270ADDC0}" dt="2026-02-14T05:18:11.132" v="53"/>
          <ac:picMkLst>
            <pc:docMk/>
            <pc:sldMk cId="3389400511" sldId="258"/>
            <ac:picMk id="2" creationId="{60FF1871-58EA-19D6-374C-947E477E077A}"/>
          </ac:picMkLst>
        </pc:picChg>
        <pc:picChg chg="del">
          <ac:chgData name="Maaz Ahmed Mughal" userId="S::mmughal2@gmu.edu::ccaf0914-6fc3-4025-932a-8c42cb8287ea" providerId="AD" clId="Web-{9E1295C7-8ADB-905E-FC98-0609270ADDC0}" dt="2026-02-14T05:10:45.882" v="0"/>
          <ac:picMkLst>
            <pc:docMk/>
            <pc:sldMk cId="3389400511" sldId="258"/>
            <ac:picMk id="3" creationId="{0DAB8513-CAC3-A82E-C812-B0F5B1A800B4}"/>
          </ac:picMkLst>
        </pc:picChg>
        <pc:picChg chg="add mod">
          <ac:chgData name="Maaz Ahmed Mughal" userId="S::mmughal2@gmu.edu::ccaf0914-6fc3-4025-932a-8c42cb8287ea" providerId="AD" clId="Web-{9E1295C7-8ADB-905E-FC98-0609270ADDC0}" dt="2026-02-14T05:18:14.054" v="54"/>
          <ac:picMkLst>
            <pc:docMk/>
            <pc:sldMk cId="3389400511" sldId="258"/>
            <ac:picMk id="6" creationId="{3E05B361-4E2F-50A7-A93F-1709DC7A9E76}"/>
          </ac:picMkLst>
        </pc:picChg>
      </pc:sldChg>
      <pc:sldChg chg="addSp modSp">
        <pc:chgData name="Maaz Ahmed Mughal" userId="S::mmughal2@gmu.edu::ccaf0914-6fc3-4025-932a-8c42cb8287ea" providerId="AD" clId="Web-{9E1295C7-8ADB-905E-FC98-0609270ADDC0}" dt="2026-02-14T05:18:20.773" v="55" actId="1076"/>
        <pc:sldMkLst>
          <pc:docMk/>
          <pc:sldMk cId="745563694" sldId="259"/>
        </pc:sldMkLst>
        <pc:spChg chg="add mod">
          <ac:chgData name="Maaz Ahmed Mughal" userId="S::mmughal2@gmu.edu::ccaf0914-6fc3-4025-932a-8c42cb8287ea" providerId="AD" clId="Web-{9E1295C7-8ADB-905E-FC98-0609270ADDC0}" dt="2026-02-14T05:18:20.773" v="55" actId="1076"/>
          <ac:spMkLst>
            <pc:docMk/>
            <pc:sldMk cId="745563694" sldId="259"/>
            <ac:spMk id="71" creationId="{9E46C9F1-7FA4-CFE6-430A-D911F4643474}"/>
          </ac:spMkLst>
        </pc:spChg>
      </pc:sldChg>
      <pc:sldChg chg="addSp modSp">
        <pc:chgData name="Maaz Ahmed Mughal" userId="S::mmughal2@gmu.edu::ccaf0914-6fc3-4025-932a-8c42cb8287ea" providerId="AD" clId="Web-{9E1295C7-8ADB-905E-FC98-0609270ADDC0}" dt="2026-02-14T05:18:27.320" v="56" actId="1076"/>
        <pc:sldMkLst>
          <pc:docMk/>
          <pc:sldMk cId="196003095" sldId="260"/>
        </pc:sldMkLst>
        <pc:spChg chg="add mod">
          <ac:chgData name="Maaz Ahmed Mughal" userId="S::mmughal2@gmu.edu::ccaf0914-6fc3-4025-932a-8c42cb8287ea" providerId="AD" clId="Web-{9E1295C7-8ADB-905E-FC98-0609270ADDC0}" dt="2026-02-14T05:18:27.320" v="56" actId="1076"/>
          <ac:spMkLst>
            <pc:docMk/>
            <pc:sldMk cId="196003095" sldId="260"/>
            <ac:spMk id="76" creationId="{3027ED25-5F19-30BB-C523-91ABB4AD1B17}"/>
          </ac:spMkLst>
        </pc:spChg>
      </pc:sldChg>
      <pc:sldChg chg="addSp modSp">
        <pc:chgData name="Maaz Ahmed Mughal" userId="S::mmughal2@gmu.edu::ccaf0914-6fc3-4025-932a-8c42cb8287ea" providerId="AD" clId="Web-{9E1295C7-8ADB-905E-FC98-0609270ADDC0}" dt="2026-02-14T05:18:34.726" v="57" actId="1076"/>
        <pc:sldMkLst>
          <pc:docMk/>
          <pc:sldMk cId="2352552292" sldId="261"/>
        </pc:sldMkLst>
        <pc:spChg chg="add mod">
          <ac:chgData name="Maaz Ahmed Mughal" userId="S::mmughal2@gmu.edu::ccaf0914-6fc3-4025-932a-8c42cb8287ea" providerId="AD" clId="Web-{9E1295C7-8ADB-905E-FC98-0609270ADDC0}" dt="2026-02-14T05:18:34.726" v="57" actId="1076"/>
          <ac:spMkLst>
            <pc:docMk/>
            <pc:sldMk cId="2352552292" sldId="261"/>
            <ac:spMk id="2" creationId="{746BB7FE-FEC8-C926-4CA4-F2605E399852}"/>
          </ac:spMkLst>
        </pc:spChg>
      </pc:sldChg>
      <pc:sldChg chg="addSp modSp">
        <pc:chgData name="Maaz Ahmed Mughal" userId="S::mmughal2@gmu.edu::ccaf0914-6fc3-4025-932a-8c42cb8287ea" providerId="AD" clId="Web-{9E1295C7-8ADB-905E-FC98-0609270ADDC0}" dt="2026-02-14T05:18:40.601" v="58" actId="1076"/>
        <pc:sldMkLst>
          <pc:docMk/>
          <pc:sldMk cId="659206254" sldId="262"/>
        </pc:sldMkLst>
        <pc:spChg chg="add mod">
          <ac:chgData name="Maaz Ahmed Mughal" userId="S::mmughal2@gmu.edu::ccaf0914-6fc3-4025-932a-8c42cb8287ea" providerId="AD" clId="Web-{9E1295C7-8ADB-905E-FC98-0609270ADDC0}" dt="2026-02-14T05:18:40.601" v="58" actId="1076"/>
          <ac:spMkLst>
            <pc:docMk/>
            <pc:sldMk cId="659206254" sldId="262"/>
            <ac:spMk id="2" creationId="{0FEF29AE-0DEF-E14C-D512-45B88895A8B3}"/>
          </ac:spMkLst>
        </pc:spChg>
      </pc:sldChg>
      <pc:sldChg chg="addSp modSp">
        <pc:chgData name="Maaz Ahmed Mughal" userId="S::mmughal2@gmu.edu::ccaf0914-6fc3-4025-932a-8c42cb8287ea" providerId="AD" clId="Web-{9E1295C7-8ADB-905E-FC98-0609270ADDC0}" dt="2026-02-14T05:18:46.742" v="59" actId="1076"/>
        <pc:sldMkLst>
          <pc:docMk/>
          <pc:sldMk cId="3545717943" sldId="263"/>
        </pc:sldMkLst>
        <pc:spChg chg="add mod">
          <ac:chgData name="Maaz Ahmed Mughal" userId="S::mmughal2@gmu.edu::ccaf0914-6fc3-4025-932a-8c42cb8287ea" providerId="AD" clId="Web-{9E1295C7-8ADB-905E-FC98-0609270ADDC0}" dt="2026-02-14T05:18:46.742" v="59" actId="1076"/>
          <ac:spMkLst>
            <pc:docMk/>
            <pc:sldMk cId="3545717943" sldId="263"/>
            <ac:spMk id="79" creationId="{621395B3-A556-7813-24EC-42ACAAF4BE7B}"/>
          </ac:spMkLst>
        </pc:spChg>
      </pc:sldChg>
      <pc:sldChg chg="addSp modSp">
        <pc:chgData name="Maaz Ahmed Mughal" userId="S::mmughal2@gmu.edu::ccaf0914-6fc3-4025-932a-8c42cb8287ea" providerId="AD" clId="Web-{9E1295C7-8ADB-905E-FC98-0609270ADDC0}" dt="2026-02-14T05:18:51.570" v="60" actId="1076"/>
        <pc:sldMkLst>
          <pc:docMk/>
          <pc:sldMk cId="3283791132" sldId="264"/>
        </pc:sldMkLst>
        <pc:spChg chg="add mod">
          <ac:chgData name="Maaz Ahmed Mughal" userId="S::mmughal2@gmu.edu::ccaf0914-6fc3-4025-932a-8c42cb8287ea" providerId="AD" clId="Web-{9E1295C7-8ADB-905E-FC98-0609270ADDC0}" dt="2026-02-14T05:18:51.570" v="60" actId="1076"/>
          <ac:spMkLst>
            <pc:docMk/>
            <pc:sldMk cId="3283791132" sldId="264"/>
            <ac:spMk id="2" creationId="{6F68B5D0-0802-12CF-A91E-6461F343BB2D}"/>
          </ac:spMkLst>
        </pc:spChg>
      </pc:sldChg>
      <pc:sldChg chg="addSp modSp">
        <pc:chgData name="Maaz Ahmed Mughal" userId="S::mmughal2@gmu.edu::ccaf0914-6fc3-4025-932a-8c42cb8287ea" providerId="AD" clId="Web-{9E1295C7-8ADB-905E-FC98-0609270ADDC0}" dt="2026-02-14T05:18:56.789" v="61" actId="1076"/>
        <pc:sldMkLst>
          <pc:docMk/>
          <pc:sldMk cId="3568958505" sldId="265"/>
        </pc:sldMkLst>
        <pc:spChg chg="add mod">
          <ac:chgData name="Maaz Ahmed Mughal" userId="S::mmughal2@gmu.edu::ccaf0914-6fc3-4025-932a-8c42cb8287ea" providerId="AD" clId="Web-{9E1295C7-8ADB-905E-FC98-0609270ADDC0}" dt="2026-02-14T05:18:56.789" v="61" actId="1076"/>
          <ac:spMkLst>
            <pc:docMk/>
            <pc:sldMk cId="3568958505" sldId="265"/>
            <ac:spMk id="2" creationId="{3809E863-7580-0244-240B-B4F45FAF3017}"/>
          </ac:spMkLst>
        </pc:spChg>
      </pc:sldChg>
      <pc:sldMasterChg chg="mod modSldLayout">
        <pc:chgData name="Maaz Ahmed Mughal" userId="S::mmughal2@gmu.edu::ccaf0914-6fc3-4025-932a-8c42cb8287ea" providerId="AD" clId="Web-{9E1295C7-8ADB-905E-FC98-0609270ADDC0}" dt="2026-02-14T05:17:25.443" v="39"/>
        <pc:sldMasterMkLst>
          <pc:docMk/>
          <pc:sldMasterMk cId="328105033" sldId="2147483713"/>
        </pc:sldMasterMkLst>
        <pc:sldLayoutChg chg="mod">
          <pc:chgData name="Maaz Ahmed Mughal" userId="S::mmughal2@gmu.edu::ccaf0914-6fc3-4025-932a-8c42cb8287ea" providerId="AD" clId="Web-{9E1295C7-8ADB-905E-FC98-0609270ADDC0}" dt="2026-02-14T05:17:25.443" v="39"/>
          <pc:sldLayoutMkLst>
            <pc:docMk/>
            <pc:sldMasterMk cId="328105033" sldId="2147483713"/>
            <pc:sldLayoutMk cId="1887652133" sldId="2147483714"/>
          </pc:sldLayoutMkLst>
        </pc:sldLayoutChg>
        <pc:sldLayoutChg chg="mod">
          <pc:chgData name="Maaz Ahmed Mughal" userId="S::mmughal2@gmu.edu::ccaf0914-6fc3-4025-932a-8c42cb8287ea" providerId="AD" clId="Web-{9E1295C7-8ADB-905E-FC98-0609270ADDC0}" dt="2026-02-14T05:17:25.443" v="39"/>
          <pc:sldLayoutMkLst>
            <pc:docMk/>
            <pc:sldMasterMk cId="328105033" sldId="2147483713"/>
            <pc:sldLayoutMk cId="223079461" sldId="2147483715"/>
          </pc:sldLayoutMkLst>
        </pc:sldLayoutChg>
        <pc:sldLayoutChg chg="mod">
          <pc:chgData name="Maaz Ahmed Mughal" userId="S::mmughal2@gmu.edu::ccaf0914-6fc3-4025-932a-8c42cb8287ea" providerId="AD" clId="Web-{9E1295C7-8ADB-905E-FC98-0609270ADDC0}" dt="2026-02-14T05:17:25.443" v="39"/>
          <pc:sldLayoutMkLst>
            <pc:docMk/>
            <pc:sldMasterMk cId="328105033" sldId="2147483713"/>
            <pc:sldLayoutMk cId="520144021" sldId="2147483716"/>
          </pc:sldLayoutMkLst>
        </pc:sldLayoutChg>
        <pc:sldLayoutChg chg="mod">
          <pc:chgData name="Maaz Ahmed Mughal" userId="S::mmughal2@gmu.edu::ccaf0914-6fc3-4025-932a-8c42cb8287ea" providerId="AD" clId="Web-{9E1295C7-8ADB-905E-FC98-0609270ADDC0}" dt="2026-02-14T05:17:25.443" v="39"/>
          <pc:sldLayoutMkLst>
            <pc:docMk/>
            <pc:sldMasterMk cId="328105033" sldId="2147483713"/>
            <pc:sldLayoutMk cId="2001867413" sldId="2147483717"/>
          </pc:sldLayoutMkLst>
        </pc:sldLayoutChg>
        <pc:sldLayoutChg chg="mod">
          <pc:chgData name="Maaz Ahmed Mughal" userId="S::mmughal2@gmu.edu::ccaf0914-6fc3-4025-932a-8c42cb8287ea" providerId="AD" clId="Web-{9E1295C7-8ADB-905E-FC98-0609270ADDC0}" dt="2026-02-14T05:17:25.443" v="39"/>
          <pc:sldLayoutMkLst>
            <pc:docMk/>
            <pc:sldMasterMk cId="328105033" sldId="2147483713"/>
            <pc:sldLayoutMk cId="1970946579" sldId="2147483718"/>
          </pc:sldLayoutMkLst>
        </pc:sldLayoutChg>
        <pc:sldLayoutChg chg="mod">
          <pc:chgData name="Maaz Ahmed Mughal" userId="S::mmughal2@gmu.edu::ccaf0914-6fc3-4025-932a-8c42cb8287ea" providerId="AD" clId="Web-{9E1295C7-8ADB-905E-FC98-0609270ADDC0}" dt="2026-02-14T05:17:25.443" v="39"/>
          <pc:sldLayoutMkLst>
            <pc:docMk/>
            <pc:sldMasterMk cId="328105033" sldId="2147483713"/>
            <pc:sldLayoutMk cId="659582293" sldId="2147483719"/>
          </pc:sldLayoutMkLst>
        </pc:sldLayoutChg>
        <pc:sldLayoutChg chg="mod">
          <pc:chgData name="Maaz Ahmed Mughal" userId="S::mmughal2@gmu.edu::ccaf0914-6fc3-4025-932a-8c42cb8287ea" providerId="AD" clId="Web-{9E1295C7-8ADB-905E-FC98-0609270ADDC0}" dt="2026-02-14T05:17:25.443" v="39"/>
          <pc:sldLayoutMkLst>
            <pc:docMk/>
            <pc:sldMasterMk cId="328105033" sldId="2147483713"/>
            <pc:sldLayoutMk cId="2322586402" sldId="2147483720"/>
          </pc:sldLayoutMkLst>
        </pc:sldLayoutChg>
        <pc:sldLayoutChg chg="mod">
          <pc:chgData name="Maaz Ahmed Mughal" userId="S::mmughal2@gmu.edu::ccaf0914-6fc3-4025-932a-8c42cb8287ea" providerId="AD" clId="Web-{9E1295C7-8ADB-905E-FC98-0609270ADDC0}" dt="2026-02-14T05:17:25.443" v="39"/>
          <pc:sldLayoutMkLst>
            <pc:docMk/>
            <pc:sldMasterMk cId="328105033" sldId="2147483713"/>
            <pc:sldLayoutMk cId="1447636075" sldId="2147483721"/>
          </pc:sldLayoutMkLst>
        </pc:sldLayoutChg>
        <pc:sldLayoutChg chg="mod">
          <pc:chgData name="Maaz Ahmed Mughal" userId="S::mmughal2@gmu.edu::ccaf0914-6fc3-4025-932a-8c42cb8287ea" providerId="AD" clId="Web-{9E1295C7-8ADB-905E-FC98-0609270ADDC0}" dt="2026-02-14T05:17:25.443" v="39"/>
          <pc:sldLayoutMkLst>
            <pc:docMk/>
            <pc:sldMasterMk cId="328105033" sldId="2147483713"/>
            <pc:sldLayoutMk cId="59642870" sldId="2147483722"/>
          </pc:sldLayoutMkLst>
        </pc:sldLayoutChg>
        <pc:sldLayoutChg chg="mod">
          <pc:chgData name="Maaz Ahmed Mughal" userId="S::mmughal2@gmu.edu::ccaf0914-6fc3-4025-932a-8c42cb8287ea" providerId="AD" clId="Web-{9E1295C7-8ADB-905E-FC98-0609270ADDC0}" dt="2026-02-14T05:17:25.443" v="39"/>
          <pc:sldLayoutMkLst>
            <pc:docMk/>
            <pc:sldMasterMk cId="328105033" sldId="2147483713"/>
            <pc:sldLayoutMk cId="3360081129" sldId="2147483723"/>
          </pc:sldLayoutMkLst>
        </pc:sldLayoutChg>
        <pc:sldLayoutChg chg="mod">
          <pc:chgData name="Maaz Ahmed Mughal" userId="S::mmughal2@gmu.edu::ccaf0914-6fc3-4025-932a-8c42cb8287ea" providerId="AD" clId="Web-{9E1295C7-8ADB-905E-FC98-0609270ADDC0}" dt="2026-02-14T05:17:25.443" v="39"/>
          <pc:sldLayoutMkLst>
            <pc:docMk/>
            <pc:sldMasterMk cId="328105033" sldId="2147483713"/>
            <pc:sldLayoutMk cId="1916041975" sldId="2147483724"/>
          </pc:sldLayoutMkLst>
        </pc:sldLayoutChg>
      </pc:sldMasterChg>
    </pc:docChg>
  </pc:docChgLst>
</pc:chgInfo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9.sv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0" Type="http://schemas.openxmlformats.org/officeDocument/2006/relationships/image" Target="../media/image17.svg"/><Relationship Id="rId4" Type="http://schemas.openxmlformats.org/officeDocument/2006/relationships/image" Target="../media/image11.svg"/><Relationship Id="rId9" Type="http://schemas.openxmlformats.org/officeDocument/2006/relationships/image" Target="../media/image16.pn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1.svg"/><Relationship Id="rId1" Type="http://schemas.openxmlformats.org/officeDocument/2006/relationships/image" Target="../media/image20.png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10" Type="http://schemas.openxmlformats.org/officeDocument/2006/relationships/image" Target="../media/image29.svg"/><Relationship Id="rId4" Type="http://schemas.openxmlformats.org/officeDocument/2006/relationships/image" Target="../media/image23.svg"/><Relationship Id="rId9" Type="http://schemas.openxmlformats.org/officeDocument/2006/relationships/image" Target="../media/image28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9.sv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0" Type="http://schemas.openxmlformats.org/officeDocument/2006/relationships/image" Target="../media/image17.svg"/><Relationship Id="rId4" Type="http://schemas.openxmlformats.org/officeDocument/2006/relationships/image" Target="../media/image11.svg"/><Relationship Id="rId9" Type="http://schemas.openxmlformats.org/officeDocument/2006/relationships/image" Target="../media/image16.pn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1.svg"/><Relationship Id="rId1" Type="http://schemas.openxmlformats.org/officeDocument/2006/relationships/image" Target="../media/image20.png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10" Type="http://schemas.openxmlformats.org/officeDocument/2006/relationships/image" Target="../media/image29.svg"/><Relationship Id="rId4" Type="http://schemas.openxmlformats.org/officeDocument/2006/relationships/image" Target="../media/image23.svg"/><Relationship Id="rId9" Type="http://schemas.openxmlformats.org/officeDocument/2006/relationships/image" Target="../media/image28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B66957E-49D9-4FC5-9F8F-E05B2E99121E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AF556A13-AB37-435E-A12D-1605B0B856FA}">
      <dgm:prSet custT="1"/>
      <dgm:spPr/>
      <dgm:t>
        <a:bodyPr/>
        <a:lstStyle/>
        <a:p>
          <a:pPr>
            <a:defRPr cap="all"/>
          </a:pPr>
          <a:r>
            <a:rPr lang="en-US" sz="1200" b="1" i="0" dirty="0"/>
            <a:t>Jibran Ahmad (Team Lead):</a:t>
          </a:r>
          <a:r>
            <a:rPr lang="en-US" sz="1200" b="0" i="0" dirty="0"/>
            <a:t> Overall project coordination, milestone tracking, sponsor alignment.</a:t>
          </a:r>
          <a:endParaRPr lang="en-US" sz="1200" dirty="0"/>
        </a:p>
      </dgm:t>
    </dgm:pt>
    <dgm:pt modelId="{2AA00E88-0124-47F2-AEAE-F93D6D02D65E}" type="parTrans" cxnId="{751233E3-2899-4B83-8793-DA8F7E9942E4}">
      <dgm:prSet/>
      <dgm:spPr/>
      <dgm:t>
        <a:bodyPr/>
        <a:lstStyle/>
        <a:p>
          <a:endParaRPr lang="en-US"/>
        </a:p>
      </dgm:t>
    </dgm:pt>
    <dgm:pt modelId="{C7CF0438-FAA2-4CC5-844E-67D0B5ECF853}" type="sibTrans" cxnId="{751233E3-2899-4B83-8793-DA8F7E9942E4}">
      <dgm:prSet/>
      <dgm:spPr/>
      <dgm:t>
        <a:bodyPr/>
        <a:lstStyle/>
        <a:p>
          <a:endParaRPr lang="en-US"/>
        </a:p>
      </dgm:t>
    </dgm:pt>
    <dgm:pt modelId="{9AE8F6B9-A059-40D9-BBEE-18933195582E}">
      <dgm:prSet custT="1"/>
      <dgm:spPr/>
      <dgm:t>
        <a:bodyPr/>
        <a:lstStyle/>
        <a:p>
          <a:pPr>
            <a:defRPr cap="all"/>
          </a:pPr>
          <a:r>
            <a:rPr lang="en-US" sz="1200" b="1" i="0" dirty="0"/>
            <a:t>Maaz Ahmed (Product &amp; Development Lead):</a:t>
          </a:r>
          <a:r>
            <a:rPr lang="en-US" sz="1200" b="0" i="0" dirty="0"/>
            <a:t> Booking web app development, AI integration, deployment management.</a:t>
          </a:r>
          <a:endParaRPr lang="en-US" sz="1200" dirty="0"/>
        </a:p>
      </dgm:t>
    </dgm:pt>
    <dgm:pt modelId="{9B7FC388-EBA3-4BB5-AC3F-371C9E1E270D}" type="parTrans" cxnId="{42594EA0-DE4C-445F-9AAC-553E948A78FD}">
      <dgm:prSet/>
      <dgm:spPr/>
      <dgm:t>
        <a:bodyPr/>
        <a:lstStyle/>
        <a:p>
          <a:endParaRPr lang="en-US"/>
        </a:p>
      </dgm:t>
    </dgm:pt>
    <dgm:pt modelId="{A3832D19-B867-4342-A9D5-8EC26703869A}" type="sibTrans" cxnId="{42594EA0-DE4C-445F-9AAC-553E948A78FD}">
      <dgm:prSet/>
      <dgm:spPr/>
      <dgm:t>
        <a:bodyPr/>
        <a:lstStyle/>
        <a:p>
          <a:endParaRPr lang="en-US"/>
        </a:p>
      </dgm:t>
    </dgm:pt>
    <dgm:pt modelId="{526F9BAA-27F1-45FB-BB88-D4FE74DC74F4}">
      <dgm:prSet custT="1"/>
      <dgm:spPr/>
      <dgm:t>
        <a:bodyPr/>
        <a:lstStyle/>
        <a:p>
          <a:pPr>
            <a:defRPr cap="all"/>
          </a:pPr>
          <a:r>
            <a:rPr lang="en-US" sz="1200" b="1" i="0" dirty="0"/>
            <a:t>Jasleen Kaur (CRM &amp; Process Analyst):</a:t>
          </a:r>
          <a:r>
            <a:rPr lang="en-US" sz="1200" b="0" i="0" dirty="0"/>
            <a:t> </a:t>
          </a:r>
          <a:r>
            <a:rPr lang="en-US" sz="1200" b="0" i="0" dirty="0" err="1"/>
            <a:t>Bitrix</a:t>
          </a:r>
          <a:r>
            <a:rPr lang="en-US" sz="1200" b="0" i="0" dirty="0"/>
            <a:t> CRM configuration, automation workflows, CRM integration.</a:t>
          </a:r>
          <a:endParaRPr lang="en-US" sz="1200" dirty="0"/>
        </a:p>
      </dgm:t>
    </dgm:pt>
    <dgm:pt modelId="{A256B81E-9306-4C5F-8D3B-C9B737689954}" type="parTrans" cxnId="{F7F96655-7BA9-4B0B-B9B2-F3279257CF13}">
      <dgm:prSet/>
      <dgm:spPr/>
      <dgm:t>
        <a:bodyPr/>
        <a:lstStyle/>
        <a:p>
          <a:endParaRPr lang="en-US"/>
        </a:p>
      </dgm:t>
    </dgm:pt>
    <dgm:pt modelId="{941CFE74-9040-421C-9FB6-CCA801D11F3F}" type="sibTrans" cxnId="{F7F96655-7BA9-4B0B-B9B2-F3279257CF13}">
      <dgm:prSet/>
      <dgm:spPr/>
      <dgm:t>
        <a:bodyPr/>
        <a:lstStyle/>
        <a:p>
          <a:endParaRPr lang="en-US"/>
        </a:p>
      </dgm:t>
    </dgm:pt>
    <dgm:pt modelId="{2EC28BAE-9560-449D-888D-F0AE2F6E9CDC}">
      <dgm:prSet custT="1"/>
      <dgm:spPr/>
      <dgm:t>
        <a:bodyPr/>
        <a:lstStyle/>
        <a:p>
          <a:pPr>
            <a:defRPr cap="all"/>
          </a:pPr>
          <a:r>
            <a:rPr lang="en-US" sz="1200" b="1" i="0" dirty="0"/>
            <a:t>Deepak Pathak (Testing &amp; Quality Manager):</a:t>
          </a:r>
          <a:r>
            <a:rPr lang="en-US" sz="1200" b="0" i="0" dirty="0"/>
            <a:t> Integration testing, UAT management, defect resolution.</a:t>
          </a:r>
          <a:endParaRPr lang="en-US" sz="1200" dirty="0"/>
        </a:p>
      </dgm:t>
    </dgm:pt>
    <dgm:pt modelId="{23F299A4-E9F1-4F69-A423-2BBB728C6DBD}" type="parTrans" cxnId="{4C8E6DC0-13C4-4DFD-9DB7-41CB05F9D0AD}">
      <dgm:prSet/>
      <dgm:spPr/>
      <dgm:t>
        <a:bodyPr/>
        <a:lstStyle/>
        <a:p>
          <a:endParaRPr lang="en-US"/>
        </a:p>
      </dgm:t>
    </dgm:pt>
    <dgm:pt modelId="{F087667A-1CA3-4245-B4E9-649E6203710E}" type="sibTrans" cxnId="{4C8E6DC0-13C4-4DFD-9DB7-41CB05F9D0AD}">
      <dgm:prSet/>
      <dgm:spPr/>
      <dgm:t>
        <a:bodyPr/>
        <a:lstStyle/>
        <a:p>
          <a:endParaRPr lang="en-US"/>
        </a:p>
      </dgm:t>
    </dgm:pt>
    <dgm:pt modelId="{C202DACD-5100-4F31-96F9-BD6FB39F6726}">
      <dgm:prSet custT="1"/>
      <dgm:spPr/>
      <dgm:t>
        <a:bodyPr/>
        <a:lstStyle/>
        <a:p>
          <a:pPr>
            <a:defRPr cap="all"/>
          </a:pPr>
          <a:r>
            <a:rPr lang="en-US" sz="1200" b="1" i="0" dirty="0"/>
            <a:t>Kainat Khan (Communications Manager):</a:t>
          </a:r>
          <a:r>
            <a:rPr lang="en-US" sz="1200" b="0" i="0" dirty="0"/>
            <a:t> Sponsor communication, documentation, sprint reviews.</a:t>
          </a:r>
          <a:endParaRPr lang="en-US" sz="1200" dirty="0"/>
        </a:p>
      </dgm:t>
    </dgm:pt>
    <dgm:pt modelId="{2B1B5739-B2C9-42EA-B0DD-77A782510CCF}" type="parTrans" cxnId="{A7063197-FE58-46C4-9A79-0180BA373ADA}">
      <dgm:prSet/>
      <dgm:spPr/>
      <dgm:t>
        <a:bodyPr/>
        <a:lstStyle/>
        <a:p>
          <a:endParaRPr lang="en-US"/>
        </a:p>
      </dgm:t>
    </dgm:pt>
    <dgm:pt modelId="{CC4C1807-A059-4552-A1A5-1F8853418BB9}" type="sibTrans" cxnId="{A7063197-FE58-46C4-9A79-0180BA373ADA}">
      <dgm:prSet/>
      <dgm:spPr/>
      <dgm:t>
        <a:bodyPr/>
        <a:lstStyle/>
        <a:p>
          <a:endParaRPr lang="en-US"/>
        </a:p>
      </dgm:t>
    </dgm:pt>
    <dgm:pt modelId="{02863FF0-067E-42E7-B42B-DC2AFCAF0FF3}">
      <dgm:prSet custT="1"/>
      <dgm:spPr/>
      <dgm:t>
        <a:bodyPr/>
        <a:lstStyle/>
        <a:p>
          <a:pPr>
            <a:defRPr cap="all"/>
          </a:pPr>
          <a:r>
            <a:rPr lang="en-US" sz="1200" b="1" i="0" dirty="0"/>
            <a:t>Anis Mirza (Training Coordinator):</a:t>
          </a:r>
          <a:r>
            <a:rPr lang="en-US" sz="1200" b="0" i="0" dirty="0"/>
            <a:t> User training, handoff support, transition documentation.</a:t>
          </a:r>
          <a:endParaRPr lang="en-US" sz="1200" dirty="0"/>
        </a:p>
      </dgm:t>
    </dgm:pt>
    <dgm:pt modelId="{2F722E1B-C401-493D-A080-70EB94E7231B}" type="parTrans" cxnId="{A25E7F15-CD21-48E9-B261-BF8856D0C6B6}">
      <dgm:prSet/>
      <dgm:spPr/>
      <dgm:t>
        <a:bodyPr/>
        <a:lstStyle/>
        <a:p>
          <a:endParaRPr lang="en-US"/>
        </a:p>
      </dgm:t>
    </dgm:pt>
    <dgm:pt modelId="{E8041564-9DD7-4F9A-88DE-04FDBED4A541}" type="sibTrans" cxnId="{A25E7F15-CD21-48E9-B261-BF8856D0C6B6}">
      <dgm:prSet/>
      <dgm:spPr/>
      <dgm:t>
        <a:bodyPr/>
        <a:lstStyle/>
        <a:p>
          <a:endParaRPr lang="en-US"/>
        </a:p>
      </dgm:t>
    </dgm:pt>
    <dgm:pt modelId="{8867A770-B868-430A-994C-6A45D400A070}" type="pres">
      <dgm:prSet presAssocID="{BB66957E-49D9-4FC5-9F8F-E05B2E99121E}" presName="root" presStyleCnt="0">
        <dgm:presLayoutVars>
          <dgm:dir/>
          <dgm:resizeHandles val="exact"/>
        </dgm:presLayoutVars>
      </dgm:prSet>
      <dgm:spPr/>
    </dgm:pt>
    <dgm:pt modelId="{FC0BA9F3-CC20-435D-BCAB-25E291DD87F4}" type="pres">
      <dgm:prSet presAssocID="{AF556A13-AB37-435E-A12D-1605B0B856FA}" presName="compNode" presStyleCnt="0"/>
      <dgm:spPr/>
    </dgm:pt>
    <dgm:pt modelId="{B8A32C18-BAF8-4AD0-8A95-0D06EE7B0FE3}" type="pres">
      <dgm:prSet presAssocID="{AF556A13-AB37-435E-A12D-1605B0B856FA}" presName="iconBgRect" presStyleLbl="bgShp" presStyleIdx="0" presStyleCnt="6"/>
      <dgm:spPr/>
    </dgm:pt>
    <dgm:pt modelId="{7DC132D5-6D27-4FDA-AC04-768660C121AE}" type="pres">
      <dgm:prSet presAssocID="{AF556A13-AB37-435E-A12D-1605B0B856FA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ers"/>
        </a:ext>
      </dgm:extLst>
    </dgm:pt>
    <dgm:pt modelId="{2CE56AF5-A455-495A-96FF-495660082535}" type="pres">
      <dgm:prSet presAssocID="{AF556A13-AB37-435E-A12D-1605B0B856FA}" presName="spaceRect" presStyleCnt="0"/>
      <dgm:spPr/>
    </dgm:pt>
    <dgm:pt modelId="{8B9437CB-2BF4-4F74-A332-08627D1D9CAB}" type="pres">
      <dgm:prSet presAssocID="{AF556A13-AB37-435E-A12D-1605B0B856FA}" presName="textRect" presStyleLbl="revTx" presStyleIdx="0" presStyleCnt="6">
        <dgm:presLayoutVars>
          <dgm:chMax val="1"/>
          <dgm:chPref val="1"/>
        </dgm:presLayoutVars>
      </dgm:prSet>
      <dgm:spPr/>
    </dgm:pt>
    <dgm:pt modelId="{CD712703-C22A-488B-AD6A-89BF9E965B50}" type="pres">
      <dgm:prSet presAssocID="{C7CF0438-FAA2-4CC5-844E-67D0B5ECF853}" presName="sibTrans" presStyleCnt="0"/>
      <dgm:spPr/>
    </dgm:pt>
    <dgm:pt modelId="{D1482ABE-690F-470D-9D6F-65666F065E0F}" type="pres">
      <dgm:prSet presAssocID="{9AE8F6B9-A059-40D9-BBEE-18933195582E}" presName="compNode" presStyleCnt="0"/>
      <dgm:spPr/>
    </dgm:pt>
    <dgm:pt modelId="{937E9109-F994-4C6B-9246-26BE326557DC}" type="pres">
      <dgm:prSet presAssocID="{9AE8F6B9-A059-40D9-BBEE-18933195582E}" presName="iconBgRect" presStyleLbl="bgShp" presStyleIdx="1" presStyleCnt="6"/>
      <dgm:spPr/>
    </dgm:pt>
    <dgm:pt modelId="{4AEF1D0C-A813-43B5-8285-FAAB5C8AB639}" type="pres">
      <dgm:prSet presAssocID="{9AE8F6B9-A059-40D9-BBEE-18933195582E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1053E6EF-39B2-4214-8932-98C3FAB6273A}" type="pres">
      <dgm:prSet presAssocID="{9AE8F6B9-A059-40D9-BBEE-18933195582E}" presName="spaceRect" presStyleCnt="0"/>
      <dgm:spPr/>
    </dgm:pt>
    <dgm:pt modelId="{C9433E4D-69E3-4905-B9E1-AC699FC989DD}" type="pres">
      <dgm:prSet presAssocID="{9AE8F6B9-A059-40D9-BBEE-18933195582E}" presName="textRect" presStyleLbl="revTx" presStyleIdx="1" presStyleCnt="6">
        <dgm:presLayoutVars>
          <dgm:chMax val="1"/>
          <dgm:chPref val="1"/>
        </dgm:presLayoutVars>
      </dgm:prSet>
      <dgm:spPr/>
    </dgm:pt>
    <dgm:pt modelId="{E5339398-9E25-43DE-84D6-A9EACBEDA58C}" type="pres">
      <dgm:prSet presAssocID="{A3832D19-B867-4342-A9D5-8EC26703869A}" presName="sibTrans" presStyleCnt="0"/>
      <dgm:spPr/>
    </dgm:pt>
    <dgm:pt modelId="{545C3196-1094-4F05-A3F5-23CC86A9D0A0}" type="pres">
      <dgm:prSet presAssocID="{526F9BAA-27F1-45FB-BB88-D4FE74DC74F4}" presName="compNode" presStyleCnt="0"/>
      <dgm:spPr/>
    </dgm:pt>
    <dgm:pt modelId="{873B8514-AEFA-421C-A608-F4A730B778BD}" type="pres">
      <dgm:prSet presAssocID="{526F9BAA-27F1-45FB-BB88-D4FE74DC74F4}" presName="iconBgRect" presStyleLbl="bgShp" presStyleIdx="2" presStyleCnt="6"/>
      <dgm:spPr/>
    </dgm:pt>
    <dgm:pt modelId="{12055984-97A2-438E-B36E-48CEC5943B1C}" type="pres">
      <dgm:prSet presAssocID="{526F9BAA-27F1-45FB-BB88-D4FE74DC74F4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0A6970A0-8F71-4627-9EDC-A3CAF09B8205}" type="pres">
      <dgm:prSet presAssocID="{526F9BAA-27F1-45FB-BB88-D4FE74DC74F4}" presName="spaceRect" presStyleCnt="0"/>
      <dgm:spPr/>
    </dgm:pt>
    <dgm:pt modelId="{C9EC0137-22B5-4862-A9F0-1C941288630E}" type="pres">
      <dgm:prSet presAssocID="{526F9BAA-27F1-45FB-BB88-D4FE74DC74F4}" presName="textRect" presStyleLbl="revTx" presStyleIdx="2" presStyleCnt="6">
        <dgm:presLayoutVars>
          <dgm:chMax val="1"/>
          <dgm:chPref val="1"/>
        </dgm:presLayoutVars>
      </dgm:prSet>
      <dgm:spPr/>
    </dgm:pt>
    <dgm:pt modelId="{36A82947-BB3A-410E-A0B9-21F1521A716E}" type="pres">
      <dgm:prSet presAssocID="{941CFE74-9040-421C-9FB6-CCA801D11F3F}" presName="sibTrans" presStyleCnt="0"/>
      <dgm:spPr/>
    </dgm:pt>
    <dgm:pt modelId="{ABA78AF8-88F2-46E9-9706-1F75633AF7E0}" type="pres">
      <dgm:prSet presAssocID="{2EC28BAE-9560-449D-888D-F0AE2F6E9CDC}" presName="compNode" presStyleCnt="0"/>
      <dgm:spPr/>
    </dgm:pt>
    <dgm:pt modelId="{0C13D595-7EB6-4951-98F4-6A12D25D1C25}" type="pres">
      <dgm:prSet presAssocID="{2EC28BAE-9560-449D-888D-F0AE2F6E9CDC}" presName="iconBgRect" presStyleLbl="bgShp" presStyleIdx="3" presStyleCnt="6"/>
      <dgm:spPr/>
    </dgm:pt>
    <dgm:pt modelId="{4BE9B100-1C5B-4828-8FF0-A06EC35B7C29}" type="pres">
      <dgm:prSet presAssocID="{2EC28BAE-9560-449D-888D-F0AE2F6E9CDC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7625C372-DC05-4537-A88B-35F05046BD86}" type="pres">
      <dgm:prSet presAssocID="{2EC28BAE-9560-449D-888D-F0AE2F6E9CDC}" presName="spaceRect" presStyleCnt="0"/>
      <dgm:spPr/>
    </dgm:pt>
    <dgm:pt modelId="{DE4344E6-AAE6-4CED-B790-220FFF182B10}" type="pres">
      <dgm:prSet presAssocID="{2EC28BAE-9560-449D-888D-F0AE2F6E9CDC}" presName="textRect" presStyleLbl="revTx" presStyleIdx="3" presStyleCnt="6">
        <dgm:presLayoutVars>
          <dgm:chMax val="1"/>
          <dgm:chPref val="1"/>
        </dgm:presLayoutVars>
      </dgm:prSet>
      <dgm:spPr/>
    </dgm:pt>
    <dgm:pt modelId="{6BDD7145-9E41-4717-8091-068BF0881F21}" type="pres">
      <dgm:prSet presAssocID="{F087667A-1CA3-4245-B4E9-649E6203710E}" presName="sibTrans" presStyleCnt="0"/>
      <dgm:spPr/>
    </dgm:pt>
    <dgm:pt modelId="{F218BDFB-A3C0-4AA7-972E-B0A653F0E627}" type="pres">
      <dgm:prSet presAssocID="{C202DACD-5100-4F31-96F9-BD6FB39F6726}" presName="compNode" presStyleCnt="0"/>
      <dgm:spPr/>
    </dgm:pt>
    <dgm:pt modelId="{917BD97C-E7B3-41F3-83AF-6BB81C1CD086}" type="pres">
      <dgm:prSet presAssocID="{C202DACD-5100-4F31-96F9-BD6FB39F6726}" presName="iconBgRect" presStyleLbl="bgShp" presStyleIdx="4" presStyleCnt="6"/>
      <dgm:spPr/>
    </dgm:pt>
    <dgm:pt modelId="{14D45CF9-1582-4741-8EAE-96BE17D37A98}" type="pres">
      <dgm:prSet presAssocID="{C202DACD-5100-4F31-96F9-BD6FB39F6726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roup Success"/>
        </a:ext>
      </dgm:extLst>
    </dgm:pt>
    <dgm:pt modelId="{C9F58464-727A-4A7A-A84A-55F5EAA14444}" type="pres">
      <dgm:prSet presAssocID="{C202DACD-5100-4F31-96F9-BD6FB39F6726}" presName="spaceRect" presStyleCnt="0"/>
      <dgm:spPr/>
    </dgm:pt>
    <dgm:pt modelId="{812336F5-4D9B-4DA1-BBA5-2A264E311758}" type="pres">
      <dgm:prSet presAssocID="{C202DACD-5100-4F31-96F9-BD6FB39F6726}" presName="textRect" presStyleLbl="revTx" presStyleIdx="4" presStyleCnt="6">
        <dgm:presLayoutVars>
          <dgm:chMax val="1"/>
          <dgm:chPref val="1"/>
        </dgm:presLayoutVars>
      </dgm:prSet>
      <dgm:spPr/>
    </dgm:pt>
    <dgm:pt modelId="{1990A239-96E6-4FAD-9EF4-A044AF87D3ED}" type="pres">
      <dgm:prSet presAssocID="{CC4C1807-A059-4552-A1A5-1F8853418BB9}" presName="sibTrans" presStyleCnt="0"/>
      <dgm:spPr/>
    </dgm:pt>
    <dgm:pt modelId="{E2475819-B7E7-4481-9C8D-DBFB203CA5FE}" type="pres">
      <dgm:prSet presAssocID="{02863FF0-067E-42E7-B42B-DC2AFCAF0FF3}" presName="compNode" presStyleCnt="0"/>
      <dgm:spPr/>
    </dgm:pt>
    <dgm:pt modelId="{9F4DB72C-D269-418F-8A8C-76881C551887}" type="pres">
      <dgm:prSet presAssocID="{02863FF0-067E-42E7-B42B-DC2AFCAF0FF3}" presName="iconBgRect" presStyleLbl="bgShp" presStyleIdx="5" presStyleCnt="6"/>
      <dgm:spPr/>
    </dgm:pt>
    <dgm:pt modelId="{305A259E-1F06-4479-9AA3-CDB90BD72E14}" type="pres">
      <dgm:prSet presAssocID="{02863FF0-067E-42E7-B42B-DC2AFCAF0FF3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hare With Person"/>
        </a:ext>
      </dgm:extLst>
    </dgm:pt>
    <dgm:pt modelId="{5CC939FD-B088-4747-B416-DAA74F9F9D58}" type="pres">
      <dgm:prSet presAssocID="{02863FF0-067E-42E7-B42B-DC2AFCAF0FF3}" presName="spaceRect" presStyleCnt="0"/>
      <dgm:spPr/>
    </dgm:pt>
    <dgm:pt modelId="{EE909B35-BD22-442E-A4F6-FFF34447FF6F}" type="pres">
      <dgm:prSet presAssocID="{02863FF0-067E-42E7-B42B-DC2AFCAF0FF3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A25E7F15-CD21-48E9-B261-BF8856D0C6B6}" srcId="{BB66957E-49D9-4FC5-9F8F-E05B2E99121E}" destId="{02863FF0-067E-42E7-B42B-DC2AFCAF0FF3}" srcOrd="5" destOrd="0" parTransId="{2F722E1B-C401-493D-A080-70EB94E7231B}" sibTransId="{E8041564-9DD7-4F9A-88DE-04FDBED4A541}"/>
    <dgm:cxn modelId="{D668464F-4375-4A74-AB67-34A1EC19DB78}" type="presOf" srcId="{9AE8F6B9-A059-40D9-BBEE-18933195582E}" destId="{C9433E4D-69E3-4905-B9E1-AC699FC989DD}" srcOrd="0" destOrd="0" presId="urn:microsoft.com/office/officeart/2018/5/layout/IconCircleLabelList"/>
    <dgm:cxn modelId="{E779F170-AFF1-466C-9CDB-BC6FF2BBF9B7}" type="presOf" srcId="{02863FF0-067E-42E7-B42B-DC2AFCAF0FF3}" destId="{EE909B35-BD22-442E-A4F6-FFF34447FF6F}" srcOrd="0" destOrd="0" presId="urn:microsoft.com/office/officeart/2018/5/layout/IconCircleLabelList"/>
    <dgm:cxn modelId="{1CD74254-376D-4103-B4FA-6A73214F3F0D}" type="presOf" srcId="{C202DACD-5100-4F31-96F9-BD6FB39F6726}" destId="{812336F5-4D9B-4DA1-BBA5-2A264E311758}" srcOrd="0" destOrd="0" presId="urn:microsoft.com/office/officeart/2018/5/layout/IconCircleLabelList"/>
    <dgm:cxn modelId="{F7F96655-7BA9-4B0B-B9B2-F3279257CF13}" srcId="{BB66957E-49D9-4FC5-9F8F-E05B2E99121E}" destId="{526F9BAA-27F1-45FB-BB88-D4FE74DC74F4}" srcOrd="2" destOrd="0" parTransId="{A256B81E-9306-4C5F-8D3B-C9B737689954}" sibTransId="{941CFE74-9040-421C-9FB6-CCA801D11F3F}"/>
    <dgm:cxn modelId="{C09BDB55-305B-47B0-A12F-2559A42E09B4}" type="presOf" srcId="{2EC28BAE-9560-449D-888D-F0AE2F6E9CDC}" destId="{DE4344E6-AAE6-4CED-B790-220FFF182B10}" srcOrd="0" destOrd="0" presId="urn:microsoft.com/office/officeart/2018/5/layout/IconCircleLabelList"/>
    <dgm:cxn modelId="{97A5E877-89E8-41CC-800E-992A1596B577}" type="presOf" srcId="{526F9BAA-27F1-45FB-BB88-D4FE74DC74F4}" destId="{C9EC0137-22B5-4862-A9F0-1C941288630E}" srcOrd="0" destOrd="0" presId="urn:microsoft.com/office/officeart/2018/5/layout/IconCircleLabelList"/>
    <dgm:cxn modelId="{3711177E-F96B-4B6B-B665-8B2389F511BB}" type="presOf" srcId="{BB66957E-49D9-4FC5-9F8F-E05B2E99121E}" destId="{8867A770-B868-430A-994C-6A45D400A070}" srcOrd="0" destOrd="0" presId="urn:microsoft.com/office/officeart/2018/5/layout/IconCircleLabelList"/>
    <dgm:cxn modelId="{A7063197-FE58-46C4-9A79-0180BA373ADA}" srcId="{BB66957E-49D9-4FC5-9F8F-E05B2E99121E}" destId="{C202DACD-5100-4F31-96F9-BD6FB39F6726}" srcOrd="4" destOrd="0" parTransId="{2B1B5739-B2C9-42EA-B0DD-77A782510CCF}" sibTransId="{CC4C1807-A059-4552-A1A5-1F8853418BB9}"/>
    <dgm:cxn modelId="{42594EA0-DE4C-445F-9AAC-553E948A78FD}" srcId="{BB66957E-49D9-4FC5-9F8F-E05B2E99121E}" destId="{9AE8F6B9-A059-40D9-BBEE-18933195582E}" srcOrd="1" destOrd="0" parTransId="{9B7FC388-EBA3-4BB5-AC3F-371C9E1E270D}" sibTransId="{A3832D19-B867-4342-A9D5-8EC26703869A}"/>
    <dgm:cxn modelId="{D28161A8-C332-4076-8316-47EB937A5CC2}" type="presOf" srcId="{AF556A13-AB37-435E-A12D-1605B0B856FA}" destId="{8B9437CB-2BF4-4F74-A332-08627D1D9CAB}" srcOrd="0" destOrd="0" presId="urn:microsoft.com/office/officeart/2018/5/layout/IconCircleLabelList"/>
    <dgm:cxn modelId="{4C8E6DC0-13C4-4DFD-9DB7-41CB05F9D0AD}" srcId="{BB66957E-49D9-4FC5-9F8F-E05B2E99121E}" destId="{2EC28BAE-9560-449D-888D-F0AE2F6E9CDC}" srcOrd="3" destOrd="0" parTransId="{23F299A4-E9F1-4F69-A423-2BBB728C6DBD}" sibTransId="{F087667A-1CA3-4245-B4E9-649E6203710E}"/>
    <dgm:cxn modelId="{751233E3-2899-4B83-8793-DA8F7E9942E4}" srcId="{BB66957E-49D9-4FC5-9F8F-E05B2E99121E}" destId="{AF556A13-AB37-435E-A12D-1605B0B856FA}" srcOrd="0" destOrd="0" parTransId="{2AA00E88-0124-47F2-AEAE-F93D6D02D65E}" sibTransId="{C7CF0438-FAA2-4CC5-844E-67D0B5ECF853}"/>
    <dgm:cxn modelId="{0B816569-7689-423A-9839-4242C78A8054}" type="presParOf" srcId="{8867A770-B868-430A-994C-6A45D400A070}" destId="{FC0BA9F3-CC20-435D-BCAB-25E291DD87F4}" srcOrd="0" destOrd="0" presId="urn:microsoft.com/office/officeart/2018/5/layout/IconCircleLabelList"/>
    <dgm:cxn modelId="{EEFAC336-1583-4C57-95B4-60B2AA895074}" type="presParOf" srcId="{FC0BA9F3-CC20-435D-BCAB-25E291DD87F4}" destId="{B8A32C18-BAF8-4AD0-8A95-0D06EE7B0FE3}" srcOrd="0" destOrd="0" presId="urn:microsoft.com/office/officeart/2018/5/layout/IconCircleLabelList"/>
    <dgm:cxn modelId="{1280A8CE-EB3C-42C6-8C87-21059867335C}" type="presParOf" srcId="{FC0BA9F3-CC20-435D-BCAB-25E291DD87F4}" destId="{7DC132D5-6D27-4FDA-AC04-768660C121AE}" srcOrd="1" destOrd="0" presId="urn:microsoft.com/office/officeart/2018/5/layout/IconCircleLabelList"/>
    <dgm:cxn modelId="{D032FED3-361C-40DF-A993-B6D285CE0B1A}" type="presParOf" srcId="{FC0BA9F3-CC20-435D-BCAB-25E291DD87F4}" destId="{2CE56AF5-A455-495A-96FF-495660082535}" srcOrd="2" destOrd="0" presId="urn:microsoft.com/office/officeart/2018/5/layout/IconCircleLabelList"/>
    <dgm:cxn modelId="{61FD7F9A-17C7-4D60-BDF2-9DBBF1A6107F}" type="presParOf" srcId="{FC0BA9F3-CC20-435D-BCAB-25E291DD87F4}" destId="{8B9437CB-2BF4-4F74-A332-08627D1D9CAB}" srcOrd="3" destOrd="0" presId="urn:microsoft.com/office/officeart/2018/5/layout/IconCircleLabelList"/>
    <dgm:cxn modelId="{79206B82-BB1F-4D59-948E-71C78E2E1BEE}" type="presParOf" srcId="{8867A770-B868-430A-994C-6A45D400A070}" destId="{CD712703-C22A-488B-AD6A-89BF9E965B50}" srcOrd="1" destOrd="0" presId="urn:microsoft.com/office/officeart/2018/5/layout/IconCircleLabelList"/>
    <dgm:cxn modelId="{6C0FC4B5-61D5-42C6-9155-D0F5971482DC}" type="presParOf" srcId="{8867A770-B868-430A-994C-6A45D400A070}" destId="{D1482ABE-690F-470D-9D6F-65666F065E0F}" srcOrd="2" destOrd="0" presId="urn:microsoft.com/office/officeart/2018/5/layout/IconCircleLabelList"/>
    <dgm:cxn modelId="{4505B713-93C0-4343-BF2F-0F1EB024FC77}" type="presParOf" srcId="{D1482ABE-690F-470D-9D6F-65666F065E0F}" destId="{937E9109-F994-4C6B-9246-26BE326557DC}" srcOrd="0" destOrd="0" presId="urn:microsoft.com/office/officeart/2018/5/layout/IconCircleLabelList"/>
    <dgm:cxn modelId="{86CF4901-9B2D-49A6-A7AC-FCE6002469AA}" type="presParOf" srcId="{D1482ABE-690F-470D-9D6F-65666F065E0F}" destId="{4AEF1D0C-A813-43B5-8285-FAAB5C8AB639}" srcOrd="1" destOrd="0" presId="urn:microsoft.com/office/officeart/2018/5/layout/IconCircleLabelList"/>
    <dgm:cxn modelId="{61841CB4-9953-41C7-8139-7A3CB09EF32D}" type="presParOf" srcId="{D1482ABE-690F-470D-9D6F-65666F065E0F}" destId="{1053E6EF-39B2-4214-8932-98C3FAB6273A}" srcOrd="2" destOrd="0" presId="urn:microsoft.com/office/officeart/2018/5/layout/IconCircleLabelList"/>
    <dgm:cxn modelId="{8B631D8A-F735-4D02-B89F-75855285FE22}" type="presParOf" srcId="{D1482ABE-690F-470D-9D6F-65666F065E0F}" destId="{C9433E4D-69E3-4905-B9E1-AC699FC989DD}" srcOrd="3" destOrd="0" presId="urn:microsoft.com/office/officeart/2018/5/layout/IconCircleLabelList"/>
    <dgm:cxn modelId="{53892070-0F34-4AF2-8E32-C5A897F856B7}" type="presParOf" srcId="{8867A770-B868-430A-994C-6A45D400A070}" destId="{E5339398-9E25-43DE-84D6-A9EACBEDA58C}" srcOrd="3" destOrd="0" presId="urn:microsoft.com/office/officeart/2018/5/layout/IconCircleLabelList"/>
    <dgm:cxn modelId="{D5F5228C-B926-4CD4-8157-FA04FEA0E08C}" type="presParOf" srcId="{8867A770-B868-430A-994C-6A45D400A070}" destId="{545C3196-1094-4F05-A3F5-23CC86A9D0A0}" srcOrd="4" destOrd="0" presId="urn:microsoft.com/office/officeart/2018/5/layout/IconCircleLabelList"/>
    <dgm:cxn modelId="{674C3C94-17BA-4BDA-A7ED-30AD3CA1702D}" type="presParOf" srcId="{545C3196-1094-4F05-A3F5-23CC86A9D0A0}" destId="{873B8514-AEFA-421C-A608-F4A730B778BD}" srcOrd="0" destOrd="0" presId="urn:microsoft.com/office/officeart/2018/5/layout/IconCircleLabelList"/>
    <dgm:cxn modelId="{5A22F8FE-91D3-4EE0-B9DF-F11FA0E98BB5}" type="presParOf" srcId="{545C3196-1094-4F05-A3F5-23CC86A9D0A0}" destId="{12055984-97A2-438E-B36E-48CEC5943B1C}" srcOrd="1" destOrd="0" presId="urn:microsoft.com/office/officeart/2018/5/layout/IconCircleLabelList"/>
    <dgm:cxn modelId="{D9E8D6D6-8960-4D7B-8A93-69906B88CF76}" type="presParOf" srcId="{545C3196-1094-4F05-A3F5-23CC86A9D0A0}" destId="{0A6970A0-8F71-4627-9EDC-A3CAF09B8205}" srcOrd="2" destOrd="0" presId="urn:microsoft.com/office/officeart/2018/5/layout/IconCircleLabelList"/>
    <dgm:cxn modelId="{DC5A3869-2397-4AFB-B1CD-1F75278DDF61}" type="presParOf" srcId="{545C3196-1094-4F05-A3F5-23CC86A9D0A0}" destId="{C9EC0137-22B5-4862-A9F0-1C941288630E}" srcOrd="3" destOrd="0" presId="urn:microsoft.com/office/officeart/2018/5/layout/IconCircleLabelList"/>
    <dgm:cxn modelId="{B88A454A-657D-4EA9-B65B-CBA14CB56FB3}" type="presParOf" srcId="{8867A770-B868-430A-994C-6A45D400A070}" destId="{36A82947-BB3A-410E-A0B9-21F1521A716E}" srcOrd="5" destOrd="0" presId="urn:microsoft.com/office/officeart/2018/5/layout/IconCircleLabelList"/>
    <dgm:cxn modelId="{66874727-5C6F-4522-8A2D-C437A23C28A4}" type="presParOf" srcId="{8867A770-B868-430A-994C-6A45D400A070}" destId="{ABA78AF8-88F2-46E9-9706-1F75633AF7E0}" srcOrd="6" destOrd="0" presId="urn:microsoft.com/office/officeart/2018/5/layout/IconCircleLabelList"/>
    <dgm:cxn modelId="{BA5F3F32-383F-4BC5-86DF-61DE25BC65CE}" type="presParOf" srcId="{ABA78AF8-88F2-46E9-9706-1F75633AF7E0}" destId="{0C13D595-7EB6-4951-98F4-6A12D25D1C25}" srcOrd="0" destOrd="0" presId="urn:microsoft.com/office/officeart/2018/5/layout/IconCircleLabelList"/>
    <dgm:cxn modelId="{751CAFE3-85C8-4963-9CC5-225992087F83}" type="presParOf" srcId="{ABA78AF8-88F2-46E9-9706-1F75633AF7E0}" destId="{4BE9B100-1C5B-4828-8FF0-A06EC35B7C29}" srcOrd="1" destOrd="0" presId="urn:microsoft.com/office/officeart/2018/5/layout/IconCircleLabelList"/>
    <dgm:cxn modelId="{D8BC482B-5883-43FB-8DC1-8B9BE3F84559}" type="presParOf" srcId="{ABA78AF8-88F2-46E9-9706-1F75633AF7E0}" destId="{7625C372-DC05-4537-A88B-35F05046BD86}" srcOrd="2" destOrd="0" presId="urn:microsoft.com/office/officeart/2018/5/layout/IconCircleLabelList"/>
    <dgm:cxn modelId="{BCFE03D8-2051-4814-9C83-0CF6A78CAA5D}" type="presParOf" srcId="{ABA78AF8-88F2-46E9-9706-1F75633AF7E0}" destId="{DE4344E6-AAE6-4CED-B790-220FFF182B10}" srcOrd="3" destOrd="0" presId="urn:microsoft.com/office/officeart/2018/5/layout/IconCircleLabelList"/>
    <dgm:cxn modelId="{12B17AB9-F5CC-4382-B5C9-CEFF7ED4310A}" type="presParOf" srcId="{8867A770-B868-430A-994C-6A45D400A070}" destId="{6BDD7145-9E41-4717-8091-068BF0881F21}" srcOrd="7" destOrd="0" presId="urn:microsoft.com/office/officeart/2018/5/layout/IconCircleLabelList"/>
    <dgm:cxn modelId="{11389226-D46A-4085-AFE0-0DCF3B811D95}" type="presParOf" srcId="{8867A770-B868-430A-994C-6A45D400A070}" destId="{F218BDFB-A3C0-4AA7-972E-B0A653F0E627}" srcOrd="8" destOrd="0" presId="urn:microsoft.com/office/officeart/2018/5/layout/IconCircleLabelList"/>
    <dgm:cxn modelId="{A6380F00-521E-4561-BE22-0E255A1EA651}" type="presParOf" srcId="{F218BDFB-A3C0-4AA7-972E-B0A653F0E627}" destId="{917BD97C-E7B3-41F3-83AF-6BB81C1CD086}" srcOrd="0" destOrd="0" presId="urn:microsoft.com/office/officeart/2018/5/layout/IconCircleLabelList"/>
    <dgm:cxn modelId="{163E6F1A-2F4A-4F91-B234-C650E7D5B252}" type="presParOf" srcId="{F218BDFB-A3C0-4AA7-972E-B0A653F0E627}" destId="{14D45CF9-1582-4741-8EAE-96BE17D37A98}" srcOrd="1" destOrd="0" presId="urn:microsoft.com/office/officeart/2018/5/layout/IconCircleLabelList"/>
    <dgm:cxn modelId="{78D7D4E3-0EF8-4C77-A2D0-BBD51A4F364A}" type="presParOf" srcId="{F218BDFB-A3C0-4AA7-972E-B0A653F0E627}" destId="{C9F58464-727A-4A7A-A84A-55F5EAA14444}" srcOrd="2" destOrd="0" presId="urn:microsoft.com/office/officeart/2018/5/layout/IconCircleLabelList"/>
    <dgm:cxn modelId="{E5ECD178-BB36-4C3D-98B6-0848F1D01766}" type="presParOf" srcId="{F218BDFB-A3C0-4AA7-972E-B0A653F0E627}" destId="{812336F5-4D9B-4DA1-BBA5-2A264E311758}" srcOrd="3" destOrd="0" presId="urn:microsoft.com/office/officeart/2018/5/layout/IconCircleLabelList"/>
    <dgm:cxn modelId="{826C6553-3A91-4ABA-A9D3-1C79BA9DFCF1}" type="presParOf" srcId="{8867A770-B868-430A-994C-6A45D400A070}" destId="{1990A239-96E6-4FAD-9EF4-A044AF87D3ED}" srcOrd="9" destOrd="0" presId="urn:microsoft.com/office/officeart/2018/5/layout/IconCircleLabelList"/>
    <dgm:cxn modelId="{6AD0F82D-8AE6-4034-9C62-ED3995C37EBD}" type="presParOf" srcId="{8867A770-B868-430A-994C-6A45D400A070}" destId="{E2475819-B7E7-4481-9C8D-DBFB203CA5FE}" srcOrd="10" destOrd="0" presId="urn:microsoft.com/office/officeart/2018/5/layout/IconCircleLabelList"/>
    <dgm:cxn modelId="{7F1416BA-9B35-4095-A23B-65D2C1E46771}" type="presParOf" srcId="{E2475819-B7E7-4481-9C8D-DBFB203CA5FE}" destId="{9F4DB72C-D269-418F-8A8C-76881C551887}" srcOrd="0" destOrd="0" presId="urn:microsoft.com/office/officeart/2018/5/layout/IconCircleLabelList"/>
    <dgm:cxn modelId="{93DEA0A5-05A9-4882-A414-F5697EDA4B31}" type="presParOf" srcId="{E2475819-B7E7-4481-9C8D-DBFB203CA5FE}" destId="{305A259E-1F06-4479-9AA3-CDB90BD72E14}" srcOrd="1" destOrd="0" presId="urn:microsoft.com/office/officeart/2018/5/layout/IconCircleLabelList"/>
    <dgm:cxn modelId="{4F765727-CE44-46F9-BEE8-4F707A65BE80}" type="presParOf" srcId="{E2475819-B7E7-4481-9C8D-DBFB203CA5FE}" destId="{5CC939FD-B088-4747-B416-DAA74F9F9D58}" srcOrd="2" destOrd="0" presId="urn:microsoft.com/office/officeart/2018/5/layout/IconCircleLabelList"/>
    <dgm:cxn modelId="{2FE53ED5-2EAC-4161-9C7C-CBD3777662C9}" type="presParOf" srcId="{E2475819-B7E7-4481-9C8D-DBFB203CA5FE}" destId="{EE909B35-BD22-442E-A4F6-FFF34447FF6F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2910EA8-C336-44C6-AB9A-A9F29810B5A5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738E67E1-EF1F-4827-9028-DAD7FD4BD64E}">
      <dgm:prSet/>
      <dgm:spPr/>
      <dgm:t>
        <a:bodyPr/>
        <a:lstStyle/>
        <a:p>
          <a:r>
            <a:rPr lang="en-US" b="1"/>
            <a:t>Critical Path:</a:t>
          </a:r>
          <a:endParaRPr lang="en-US"/>
        </a:p>
      </dgm:t>
    </dgm:pt>
    <dgm:pt modelId="{0ED11BD8-BD37-408D-92E2-5D704945AE76}" type="parTrans" cxnId="{41A9FC83-C018-47F6-B171-F5FA574F9922}">
      <dgm:prSet/>
      <dgm:spPr/>
      <dgm:t>
        <a:bodyPr/>
        <a:lstStyle/>
        <a:p>
          <a:endParaRPr lang="en-US"/>
        </a:p>
      </dgm:t>
    </dgm:pt>
    <dgm:pt modelId="{0CC971F2-9423-4465-AE2C-62E9E9DA8952}" type="sibTrans" cxnId="{41A9FC83-C018-47F6-B171-F5FA574F9922}">
      <dgm:prSet/>
      <dgm:spPr/>
      <dgm:t>
        <a:bodyPr/>
        <a:lstStyle/>
        <a:p>
          <a:endParaRPr lang="en-US"/>
        </a:p>
      </dgm:t>
    </dgm:pt>
    <dgm:pt modelId="{D9C78BB6-41D3-4B2A-A786-A7FC2394AC8E}">
      <dgm:prSet/>
      <dgm:spPr/>
      <dgm:t>
        <a:bodyPr/>
        <a:lstStyle/>
        <a:p>
          <a:r>
            <a:rPr lang="en-US"/>
            <a:t>Requirements → Architecture → Booking Development → CRM Sync → Integration Testing → UAT → Final Fixes → Production</a:t>
          </a:r>
        </a:p>
      </dgm:t>
    </dgm:pt>
    <dgm:pt modelId="{05211BA7-EAFB-4758-9299-1DB512099027}" type="parTrans" cxnId="{14717011-5C25-4C35-B91C-3FA6B34CCD56}">
      <dgm:prSet/>
      <dgm:spPr/>
      <dgm:t>
        <a:bodyPr/>
        <a:lstStyle/>
        <a:p>
          <a:endParaRPr lang="en-US"/>
        </a:p>
      </dgm:t>
    </dgm:pt>
    <dgm:pt modelId="{897CF740-F4AF-4C54-A462-029B4118E078}" type="sibTrans" cxnId="{14717011-5C25-4C35-B91C-3FA6B34CCD56}">
      <dgm:prSet/>
      <dgm:spPr/>
      <dgm:t>
        <a:bodyPr/>
        <a:lstStyle/>
        <a:p>
          <a:endParaRPr lang="en-US"/>
        </a:p>
      </dgm:t>
    </dgm:pt>
    <dgm:pt modelId="{C966577C-A697-4F6E-8E14-2817EAAB02A3}">
      <dgm:prSet/>
      <dgm:spPr/>
      <dgm:t>
        <a:bodyPr/>
        <a:lstStyle/>
        <a:p>
          <a:r>
            <a:rPr lang="en-US" b="1"/>
            <a:t>Why?</a:t>
          </a:r>
          <a:endParaRPr lang="en-US"/>
        </a:p>
      </dgm:t>
    </dgm:pt>
    <dgm:pt modelId="{9201A0C8-EB70-46CF-B81C-2D1D60F6FECA}" type="parTrans" cxnId="{D80FE0A7-E23C-450E-8FB3-0831EC7EFBBE}">
      <dgm:prSet/>
      <dgm:spPr/>
      <dgm:t>
        <a:bodyPr/>
        <a:lstStyle/>
        <a:p>
          <a:endParaRPr lang="en-US"/>
        </a:p>
      </dgm:t>
    </dgm:pt>
    <dgm:pt modelId="{53872231-8EF0-4536-A2BC-33825152673A}" type="sibTrans" cxnId="{D80FE0A7-E23C-450E-8FB3-0831EC7EFBBE}">
      <dgm:prSet/>
      <dgm:spPr/>
      <dgm:t>
        <a:bodyPr/>
        <a:lstStyle/>
        <a:p>
          <a:endParaRPr lang="en-US"/>
        </a:p>
      </dgm:t>
    </dgm:pt>
    <dgm:pt modelId="{E45AD26D-345F-4EEE-A6F2-2F5D9CFD278E}">
      <dgm:prSet/>
      <dgm:spPr/>
      <dgm:t>
        <a:bodyPr/>
        <a:lstStyle/>
        <a:p>
          <a:r>
            <a:rPr lang="en-US"/>
            <a:t>These tasks are sequential and dependent.</a:t>
          </a:r>
          <a:br>
            <a:rPr lang="en-US"/>
          </a:br>
          <a:r>
            <a:rPr lang="en-US"/>
            <a:t>Any delay in these directly delays final deployment and semester completion.</a:t>
          </a:r>
        </a:p>
      </dgm:t>
    </dgm:pt>
    <dgm:pt modelId="{BEB7D653-0503-43ED-8852-E03B5C332DAA}" type="parTrans" cxnId="{53F9643F-0E57-483C-B847-DFD3824A0C34}">
      <dgm:prSet/>
      <dgm:spPr/>
      <dgm:t>
        <a:bodyPr/>
        <a:lstStyle/>
        <a:p>
          <a:endParaRPr lang="en-US"/>
        </a:p>
      </dgm:t>
    </dgm:pt>
    <dgm:pt modelId="{0ECFDB81-8848-43D0-A6AC-9BB637909210}" type="sibTrans" cxnId="{53F9643F-0E57-483C-B847-DFD3824A0C34}">
      <dgm:prSet/>
      <dgm:spPr/>
      <dgm:t>
        <a:bodyPr/>
        <a:lstStyle/>
        <a:p>
          <a:endParaRPr lang="en-US"/>
        </a:p>
      </dgm:t>
    </dgm:pt>
    <dgm:pt modelId="{BB4A357A-A28A-454A-903C-E1F9B87DEC11}">
      <dgm:prSet/>
      <dgm:spPr/>
      <dgm:t>
        <a:bodyPr/>
        <a:lstStyle/>
        <a:p>
          <a:r>
            <a:rPr lang="en-US" b="1"/>
            <a:t>Estimated Critical Duration:</a:t>
          </a:r>
          <a:br>
            <a:rPr lang="en-US"/>
          </a:br>
          <a:r>
            <a:rPr lang="en-US"/>
            <a:t>Jan 22 – Apr 10 (~11 weeks)</a:t>
          </a:r>
        </a:p>
      </dgm:t>
    </dgm:pt>
    <dgm:pt modelId="{440F2792-94F5-4A07-A3DB-8A8202F3E753}" type="parTrans" cxnId="{9451CCFC-5171-43B8-8D54-F6833F9D0C71}">
      <dgm:prSet/>
      <dgm:spPr/>
      <dgm:t>
        <a:bodyPr/>
        <a:lstStyle/>
        <a:p>
          <a:endParaRPr lang="en-US"/>
        </a:p>
      </dgm:t>
    </dgm:pt>
    <dgm:pt modelId="{D33ADD4C-06E7-4642-834F-813117662B18}" type="sibTrans" cxnId="{9451CCFC-5171-43B8-8D54-F6833F9D0C71}">
      <dgm:prSet/>
      <dgm:spPr/>
      <dgm:t>
        <a:bodyPr/>
        <a:lstStyle/>
        <a:p>
          <a:endParaRPr lang="en-US"/>
        </a:p>
      </dgm:t>
    </dgm:pt>
    <dgm:pt modelId="{B9222D2F-C752-4AF7-8C32-9C69DF9BE4FC}" type="pres">
      <dgm:prSet presAssocID="{F2910EA8-C336-44C6-AB9A-A9F29810B5A5}" presName="root" presStyleCnt="0">
        <dgm:presLayoutVars>
          <dgm:dir/>
          <dgm:resizeHandles val="exact"/>
        </dgm:presLayoutVars>
      </dgm:prSet>
      <dgm:spPr/>
    </dgm:pt>
    <dgm:pt modelId="{070FD2DE-119B-4964-983F-21E76959AC5B}" type="pres">
      <dgm:prSet presAssocID="{738E67E1-EF1F-4827-9028-DAD7FD4BD64E}" presName="compNode" presStyleCnt="0"/>
      <dgm:spPr/>
    </dgm:pt>
    <dgm:pt modelId="{1B2D6EF1-C62B-453B-8BD0-3166CD0688D0}" type="pres">
      <dgm:prSet presAssocID="{738E67E1-EF1F-4827-9028-DAD7FD4BD64E}" presName="bgRect" presStyleLbl="bgShp" presStyleIdx="0" presStyleCnt="5"/>
      <dgm:spPr/>
    </dgm:pt>
    <dgm:pt modelId="{2D00D35D-447C-4C7D-8764-E08F44127307}" type="pres">
      <dgm:prSet presAssocID="{738E67E1-EF1F-4827-9028-DAD7FD4BD64E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ghtning"/>
        </a:ext>
      </dgm:extLst>
    </dgm:pt>
    <dgm:pt modelId="{08485086-1A1B-4ED8-85A5-8FDED409BD6E}" type="pres">
      <dgm:prSet presAssocID="{738E67E1-EF1F-4827-9028-DAD7FD4BD64E}" presName="spaceRect" presStyleCnt="0"/>
      <dgm:spPr/>
    </dgm:pt>
    <dgm:pt modelId="{BBC0F3D0-8ED4-4EED-B33D-A1B54658B886}" type="pres">
      <dgm:prSet presAssocID="{738E67E1-EF1F-4827-9028-DAD7FD4BD64E}" presName="parTx" presStyleLbl="revTx" presStyleIdx="0" presStyleCnt="5">
        <dgm:presLayoutVars>
          <dgm:chMax val="0"/>
          <dgm:chPref val="0"/>
        </dgm:presLayoutVars>
      </dgm:prSet>
      <dgm:spPr/>
    </dgm:pt>
    <dgm:pt modelId="{4ADC20F3-29CB-4248-B0A4-A35A412E9C07}" type="pres">
      <dgm:prSet presAssocID="{0CC971F2-9423-4465-AE2C-62E9E9DA8952}" presName="sibTrans" presStyleCnt="0"/>
      <dgm:spPr/>
    </dgm:pt>
    <dgm:pt modelId="{ABD939DA-0AE7-4B08-91B8-91B60A38993E}" type="pres">
      <dgm:prSet presAssocID="{D9C78BB6-41D3-4B2A-A786-A7FC2394AC8E}" presName="compNode" presStyleCnt="0"/>
      <dgm:spPr/>
    </dgm:pt>
    <dgm:pt modelId="{D7A25916-148F-4DD5-B6C1-2E24285AAD8B}" type="pres">
      <dgm:prSet presAssocID="{D9C78BB6-41D3-4B2A-A786-A7FC2394AC8E}" presName="bgRect" presStyleLbl="bgShp" presStyleIdx="1" presStyleCnt="5"/>
      <dgm:spPr/>
    </dgm:pt>
    <dgm:pt modelId="{AE041E75-5AB2-4392-AA6F-A5842BFD050F}" type="pres">
      <dgm:prSet presAssocID="{D9C78BB6-41D3-4B2A-A786-A7FC2394AC8E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1F44CEF2-BC25-4E5A-9934-116BEF24A407}" type="pres">
      <dgm:prSet presAssocID="{D9C78BB6-41D3-4B2A-A786-A7FC2394AC8E}" presName="spaceRect" presStyleCnt="0"/>
      <dgm:spPr/>
    </dgm:pt>
    <dgm:pt modelId="{67C3BB0A-3FDD-4D3C-AA4B-3BCBB798D6AA}" type="pres">
      <dgm:prSet presAssocID="{D9C78BB6-41D3-4B2A-A786-A7FC2394AC8E}" presName="parTx" presStyleLbl="revTx" presStyleIdx="1" presStyleCnt="5">
        <dgm:presLayoutVars>
          <dgm:chMax val="0"/>
          <dgm:chPref val="0"/>
        </dgm:presLayoutVars>
      </dgm:prSet>
      <dgm:spPr/>
    </dgm:pt>
    <dgm:pt modelId="{B34EA0A8-9263-4C76-AECE-8C8CA2D1FF0F}" type="pres">
      <dgm:prSet presAssocID="{897CF740-F4AF-4C54-A462-029B4118E078}" presName="sibTrans" presStyleCnt="0"/>
      <dgm:spPr/>
    </dgm:pt>
    <dgm:pt modelId="{BCDFACAD-451F-4289-A045-CA14E0F50E61}" type="pres">
      <dgm:prSet presAssocID="{C966577C-A697-4F6E-8E14-2817EAAB02A3}" presName="compNode" presStyleCnt="0"/>
      <dgm:spPr/>
    </dgm:pt>
    <dgm:pt modelId="{DBCE09A4-968E-48A5-8B8D-98204A902E66}" type="pres">
      <dgm:prSet presAssocID="{C966577C-A697-4F6E-8E14-2817EAAB02A3}" presName="bgRect" presStyleLbl="bgShp" presStyleIdx="2" presStyleCnt="5"/>
      <dgm:spPr/>
    </dgm:pt>
    <dgm:pt modelId="{233EA6F9-A46B-4AD8-9446-8009F182FC78}" type="pres">
      <dgm:prSet presAssocID="{C966577C-A697-4F6E-8E14-2817EAAB02A3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Question mark"/>
        </a:ext>
      </dgm:extLst>
    </dgm:pt>
    <dgm:pt modelId="{FAB29166-B041-4B36-9DCF-8039071E74D9}" type="pres">
      <dgm:prSet presAssocID="{C966577C-A697-4F6E-8E14-2817EAAB02A3}" presName="spaceRect" presStyleCnt="0"/>
      <dgm:spPr/>
    </dgm:pt>
    <dgm:pt modelId="{459E2C90-D0E0-40AC-8156-43AE32B88165}" type="pres">
      <dgm:prSet presAssocID="{C966577C-A697-4F6E-8E14-2817EAAB02A3}" presName="parTx" presStyleLbl="revTx" presStyleIdx="2" presStyleCnt="5">
        <dgm:presLayoutVars>
          <dgm:chMax val="0"/>
          <dgm:chPref val="0"/>
        </dgm:presLayoutVars>
      </dgm:prSet>
      <dgm:spPr/>
    </dgm:pt>
    <dgm:pt modelId="{DF77FB2D-9CA0-408A-975D-FB3ED47AE614}" type="pres">
      <dgm:prSet presAssocID="{53872231-8EF0-4536-A2BC-33825152673A}" presName="sibTrans" presStyleCnt="0"/>
      <dgm:spPr/>
    </dgm:pt>
    <dgm:pt modelId="{E55BCA4E-05E7-45AB-8165-4004BCD55119}" type="pres">
      <dgm:prSet presAssocID="{E45AD26D-345F-4EEE-A6F2-2F5D9CFD278E}" presName="compNode" presStyleCnt="0"/>
      <dgm:spPr/>
    </dgm:pt>
    <dgm:pt modelId="{A26A159B-23DF-48A5-9E6E-1FD203BF354E}" type="pres">
      <dgm:prSet presAssocID="{E45AD26D-345F-4EEE-A6F2-2F5D9CFD278E}" presName="bgRect" presStyleLbl="bgShp" presStyleIdx="3" presStyleCnt="5"/>
      <dgm:spPr/>
    </dgm:pt>
    <dgm:pt modelId="{4F276F1B-D587-4505-A2C7-4C1F86175B7D}" type="pres">
      <dgm:prSet presAssocID="{E45AD26D-345F-4EEE-A6F2-2F5D9CFD278E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orkflow"/>
        </a:ext>
      </dgm:extLst>
    </dgm:pt>
    <dgm:pt modelId="{7B22A5D0-1FAB-4D60-A644-CD0DE068E752}" type="pres">
      <dgm:prSet presAssocID="{E45AD26D-345F-4EEE-A6F2-2F5D9CFD278E}" presName="spaceRect" presStyleCnt="0"/>
      <dgm:spPr/>
    </dgm:pt>
    <dgm:pt modelId="{B716FAFE-E86B-4BB4-9782-E73D78A4155A}" type="pres">
      <dgm:prSet presAssocID="{E45AD26D-345F-4EEE-A6F2-2F5D9CFD278E}" presName="parTx" presStyleLbl="revTx" presStyleIdx="3" presStyleCnt="5">
        <dgm:presLayoutVars>
          <dgm:chMax val="0"/>
          <dgm:chPref val="0"/>
        </dgm:presLayoutVars>
      </dgm:prSet>
      <dgm:spPr/>
    </dgm:pt>
    <dgm:pt modelId="{5B20A8AF-3F3D-4898-8809-556B061D9900}" type="pres">
      <dgm:prSet presAssocID="{0ECFDB81-8848-43D0-A6AC-9BB637909210}" presName="sibTrans" presStyleCnt="0"/>
      <dgm:spPr/>
    </dgm:pt>
    <dgm:pt modelId="{641A9B4E-6399-46C3-9714-5670A1C1DA8F}" type="pres">
      <dgm:prSet presAssocID="{BB4A357A-A28A-454A-903C-E1F9B87DEC11}" presName="compNode" presStyleCnt="0"/>
      <dgm:spPr/>
    </dgm:pt>
    <dgm:pt modelId="{2340FC0E-1AF4-442F-A401-C0EC3B3C6425}" type="pres">
      <dgm:prSet presAssocID="{BB4A357A-A28A-454A-903C-E1F9B87DEC11}" presName="bgRect" presStyleLbl="bgShp" presStyleIdx="4" presStyleCnt="5"/>
      <dgm:spPr/>
    </dgm:pt>
    <dgm:pt modelId="{4BA016F8-9717-44AA-AFDF-B57D53452BEA}" type="pres">
      <dgm:prSet presAssocID="{BB4A357A-A28A-454A-903C-E1F9B87DEC11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ourglass"/>
        </a:ext>
      </dgm:extLst>
    </dgm:pt>
    <dgm:pt modelId="{BC8CA3B4-2D49-4183-960F-90FE1041F900}" type="pres">
      <dgm:prSet presAssocID="{BB4A357A-A28A-454A-903C-E1F9B87DEC11}" presName="spaceRect" presStyleCnt="0"/>
      <dgm:spPr/>
    </dgm:pt>
    <dgm:pt modelId="{DB9E2C95-DB2F-4295-9E96-F893D26A7B0F}" type="pres">
      <dgm:prSet presAssocID="{BB4A357A-A28A-454A-903C-E1F9B87DEC11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14717011-5C25-4C35-B91C-3FA6B34CCD56}" srcId="{F2910EA8-C336-44C6-AB9A-A9F29810B5A5}" destId="{D9C78BB6-41D3-4B2A-A786-A7FC2394AC8E}" srcOrd="1" destOrd="0" parTransId="{05211BA7-EAFB-4758-9299-1DB512099027}" sibTransId="{897CF740-F4AF-4C54-A462-029B4118E078}"/>
    <dgm:cxn modelId="{53F9643F-0E57-483C-B847-DFD3824A0C34}" srcId="{F2910EA8-C336-44C6-AB9A-A9F29810B5A5}" destId="{E45AD26D-345F-4EEE-A6F2-2F5D9CFD278E}" srcOrd="3" destOrd="0" parTransId="{BEB7D653-0503-43ED-8852-E03B5C332DAA}" sibTransId="{0ECFDB81-8848-43D0-A6AC-9BB637909210}"/>
    <dgm:cxn modelId="{5D4E1646-52A1-48A1-BBD4-1C9FB3AA4F56}" type="presOf" srcId="{C966577C-A697-4F6E-8E14-2817EAAB02A3}" destId="{459E2C90-D0E0-40AC-8156-43AE32B88165}" srcOrd="0" destOrd="0" presId="urn:microsoft.com/office/officeart/2018/2/layout/IconVerticalSolidList"/>
    <dgm:cxn modelId="{7F2FC177-1810-4764-9F2F-D7A30F393084}" type="presOf" srcId="{D9C78BB6-41D3-4B2A-A786-A7FC2394AC8E}" destId="{67C3BB0A-3FDD-4D3C-AA4B-3BCBB798D6AA}" srcOrd="0" destOrd="0" presId="urn:microsoft.com/office/officeart/2018/2/layout/IconVerticalSolidList"/>
    <dgm:cxn modelId="{41A9FC83-C018-47F6-B171-F5FA574F9922}" srcId="{F2910EA8-C336-44C6-AB9A-A9F29810B5A5}" destId="{738E67E1-EF1F-4827-9028-DAD7FD4BD64E}" srcOrd="0" destOrd="0" parTransId="{0ED11BD8-BD37-408D-92E2-5D704945AE76}" sibTransId="{0CC971F2-9423-4465-AE2C-62E9E9DA8952}"/>
    <dgm:cxn modelId="{508BA786-0B79-4725-B0CF-F05820693201}" type="presOf" srcId="{738E67E1-EF1F-4827-9028-DAD7FD4BD64E}" destId="{BBC0F3D0-8ED4-4EED-B33D-A1B54658B886}" srcOrd="0" destOrd="0" presId="urn:microsoft.com/office/officeart/2018/2/layout/IconVerticalSolidList"/>
    <dgm:cxn modelId="{6F72188F-81AD-4617-8616-7090AE6DC007}" type="presOf" srcId="{E45AD26D-345F-4EEE-A6F2-2F5D9CFD278E}" destId="{B716FAFE-E86B-4BB4-9782-E73D78A4155A}" srcOrd="0" destOrd="0" presId="urn:microsoft.com/office/officeart/2018/2/layout/IconVerticalSolidList"/>
    <dgm:cxn modelId="{D80FE0A7-E23C-450E-8FB3-0831EC7EFBBE}" srcId="{F2910EA8-C336-44C6-AB9A-A9F29810B5A5}" destId="{C966577C-A697-4F6E-8E14-2817EAAB02A3}" srcOrd="2" destOrd="0" parTransId="{9201A0C8-EB70-46CF-B81C-2D1D60F6FECA}" sibTransId="{53872231-8EF0-4536-A2BC-33825152673A}"/>
    <dgm:cxn modelId="{0824B7C6-1CB4-43C6-948B-08341B8BED86}" type="presOf" srcId="{F2910EA8-C336-44C6-AB9A-A9F29810B5A5}" destId="{B9222D2F-C752-4AF7-8C32-9C69DF9BE4FC}" srcOrd="0" destOrd="0" presId="urn:microsoft.com/office/officeart/2018/2/layout/IconVerticalSolidList"/>
    <dgm:cxn modelId="{597DA0DB-6FE4-4E23-B473-748F55DF97F5}" type="presOf" srcId="{BB4A357A-A28A-454A-903C-E1F9B87DEC11}" destId="{DB9E2C95-DB2F-4295-9E96-F893D26A7B0F}" srcOrd="0" destOrd="0" presId="urn:microsoft.com/office/officeart/2018/2/layout/IconVerticalSolidList"/>
    <dgm:cxn modelId="{9451CCFC-5171-43B8-8D54-F6833F9D0C71}" srcId="{F2910EA8-C336-44C6-AB9A-A9F29810B5A5}" destId="{BB4A357A-A28A-454A-903C-E1F9B87DEC11}" srcOrd="4" destOrd="0" parTransId="{440F2792-94F5-4A07-A3DB-8A8202F3E753}" sibTransId="{D33ADD4C-06E7-4642-834F-813117662B18}"/>
    <dgm:cxn modelId="{ADDE7299-EB69-47BF-BCE7-C7984920441C}" type="presParOf" srcId="{B9222D2F-C752-4AF7-8C32-9C69DF9BE4FC}" destId="{070FD2DE-119B-4964-983F-21E76959AC5B}" srcOrd="0" destOrd="0" presId="urn:microsoft.com/office/officeart/2018/2/layout/IconVerticalSolidList"/>
    <dgm:cxn modelId="{5A89B121-B357-487B-A8ED-A82C13CF1553}" type="presParOf" srcId="{070FD2DE-119B-4964-983F-21E76959AC5B}" destId="{1B2D6EF1-C62B-453B-8BD0-3166CD0688D0}" srcOrd="0" destOrd="0" presId="urn:microsoft.com/office/officeart/2018/2/layout/IconVerticalSolidList"/>
    <dgm:cxn modelId="{9604A461-22D6-4239-A295-2183E944B9CA}" type="presParOf" srcId="{070FD2DE-119B-4964-983F-21E76959AC5B}" destId="{2D00D35D-447C-4C7D-8764-E08F44127307}" srcOrd="1" destOrd="0" presId="urn:microsoft.com/office/officeart/2018/2/layout/IconVerticalSolidList"/>
    <dgm:cxn modelId="{1ABCD1CF-DE4E-446A-80C5-85F6BAD1449A}" type="presParOf" srcId="{070FD2DE-119B-4964-983F-21E76959AC5B}" destId="{08485086-1A1B-4ED8-85A5-8FDED409BD6E}" srcOrd="2" destOrd="0" presId="urn:microsoft.com/office/officeart/2018/2/layout/IconVerticalSolidList"/>
    <dgm:cxn modelId="{25B80FD8-C301-4BDF-99DE-7EDD416602C4}" type="presParOf" srcId="{070FD2DE-119B-4964-983F-21E76959AC5B}" destId="{BBC0F3D0-8ED4-4EED-B33D-A1B54658B886}" srcOrd="3" destOrd="0" presId="urn:microsoft.com/office/officeart/2018/2/layout/IconVerticalSolidList"/>
    <dgm:cxn modelId="{1EF2ADBC-11DA-4DD9-A83E-F37CF1C19E92}" type="presParOf" srcId="{B9222D2F-C752-4AF7-8C32-9C69DF9BE4FC}" destId="{4ADC20F3-29CB-4248-B0A4-A35A412E9C07}" srcOrd="1" destOrd="0" presId="urn:microsoft.com/office/officeart/2018/2/layout/IconVerticalSolidList"/>
    <dgm:cxn modelId="{9A91C197-C019-4B40-AEE9-4217DB1BD22B}" type="presParOf" srcId="{B9222D2F-C752-4AF7-8C32-9C69DF9BE4FC}" destId="{ABD939DA-0AE7-4B08-91B8-91B60A38993E}" srcOrd="2" destOrd="0" presId="urn:microsoft.com/office/officeart/2018/2/layout/IconVerticalSolidList"/>
    <dgm:cxn modelId="{D99108D7-A621-4DA4-8950-03AAC612F5D3}" type="presParOf" srcId="{ABD939DA-0AE7-4B08-91B8-91B60A38993E}" destId="{D7A25916-148F-4DD5-B6C1-2E24285AAD8B}" srcOrd="0" destOrd="0" presId="urn:microsoft.com/office/officeart/2018/2/layout/IconVerticalSolidList"/>
    <dgm:cxn modelId="{8EF2878A-7646-4F77-AAEC-E02E840533CC}" type="presParOf" srcId="{ABD939DA-0AE7-4B08-91B8-91B60A38993E}" destId="{AE041E75-5AB2-4392-AA6F-A5842BFD050F}" srcOrd="1" destOrd="0" presId="urn:microsoft.com/office/officeart/2018/2/layout/IconVerticalSolidList"/>
    <dgm:cxn modelId="{A36F5930-F75D-429E-9EEE-9CB61A03DE05}" type="presParOf" srcId="{ABD939DA-0AE7-4B08-91B8-91B60A38993E}" destId="{1F44CEF2-BC25-4E5A-9934-116BEF24A407}" srcOrd="2" destOrd="0" presId="urn:microsoft.com/office/officeart/2018/2/layout/IconVerticalSolidList"/>
    <dgm:cxn modelId="{61B86E40-B482-4A7C-BE7A-D5EFF96F2D95}" type="presParOf" srcId="{ABD939DA-0AE7-4B08-91B8-91B60A38993E}" destId="{67C3BB0A-3FDD-4D3C-AA4B-3BCBB798D6AA}" srcOrd="3" destOrd="0" presId="urn:microsoft.com/office/officeart/2018/2/layout/IconVerticalSolidList"/>
    <dgm:cxn modelId="{58F77102-CD49-4190-B200-C80858E45FD4}" type="presParOf" srcId="{B9222D2F-C752-4AF7-8C32-9C69DF9BE4FC}" destId="{B34EA0A8-9263-4C76-AECE-8C8CA2D1FF0F}" srcOrd="3" destOrd="0" presId="urn:microsoft.com/office/officeart/2018/2/layout/IconVerticalSolidList"/>
    <dgm:cxn modelId="{429CB19C-ADAD-47C7-A36E-77D49B67CC77}" type="presParOf" srcId="{B9222D2F-C752-4AF7-8C32-9C69DF9BE4FC}" destId="{BCDFACAD-451F-4289-A045-CA14E0F50E61}" srcOrd="4" destOrd="0" presId="urn:microsoft.com/office/officeart/2018/2/layout/IconVerticalSolidList"/>
    <dgm:cxn modelId="{8B1A4E67-F1EA-44B6-9BC3-57D6CD23DA6F}" type="presParOf" srcId="{BCDFACAD-451F-4289-A045-CA14E0F50E61}" destId="{DBCE09A4-968E-48A5-8B8D-98204A902E66}" srcOrd="0" destOrd="0" presId="urn:microsoft.com/office/officeart/2018/2/layout/IconVerticalSolidList"/>
    <dgm:cxn modelId="{0ABFC65F-461C-42B8-983C-48257EA7882A}" type="presParOf" srcId="{BCDFACAD-451F-4289-A045-CA14E0F50E61}" destId="{233EA6F9-A46B-4AD8-9446-8009F182FC78}" srcOrd="1" destOrd="0" presId="urn:microsoft.com/office/officeart/2018/2/layout/IconVerticalSolidList"/>
    <dgm:cxn modelId="{439C4B76-D720-4E29-BE30-5C34BCDCC57F}" type="presParOf" srcId="{BCDFACAD-451F-4289-A045-CA14E0F50E61}" destId="{FAB29166-B041-4B36-9DCF-8039071E74D9}" srcOrd="2" destOrd="0" presId="urn:microsoft.com/office/officeart/2018/2/layout/IconVerticalSolidList"/>
    <dgm:cxn modelId="{63827C9A-981C-4088-9442-998F031C5081}" type="presParOf" srcId="{BCDFACAD-451F-4289-A045-CA14E0F50E61}" destId="{459E2C90-D0E0-40AC-8156-43AE32B88165}" srcOrd="3" destOrd="0" presId="urn:microsoft.com/office/officeart/2018/2/layout/IconVerticalSolidList"/>
    <dgm:cxn modelId="{DB1959BF-F2C8-482E-9EFB-A2F2DB5F472A}" type="presParOf" srcId="{B9222D2F-C752-4AF7-8C32-9C69DF9BE4FC}" destId="{DF77FB2D-9CA0-408A-975D-FB3ED47AE614}" srcOrd="5" destOrd="0" presId="urn:microsoft.com/office/officeart/2018/2/layout/IconVerticalSolidList"/>
    <dgm:cxn modelId="{4519614D-D2B3-491B-9A8D-6C1EF2C68F7B}" type="presParOf" srcId="{B9222D2F-C752-4AF7-8C32-9C69DF9BE4FC}" destId="{E55BCA4E-05E7-45AB-8165-4004BCD55119}" srcOrd="6" destOrd="0" presId="urn:microsoft.com/office/officeart/2018/2/layout/IconVerticalSolidList"/>
    <dgm:cxn modelId="{5CA03F61-6EAB-42C8-8A43-8D3D7036A36F}" type="presParOf" srcId="{E55BCA4E-05E7-45AB-8165-4004BCD55119}" destId="{A26A159B-23DF-48A5-9E6E-1FD203BF354E}" srcOrd="0" destOrd="0" presId="urn:microsoft.com/office/officeart/2018/2/layout/IconVerticalSolidList"/>
    <dgm:cxn modelId="{4D11305B-52F3-437A-AC75-7B7EDA3904B0}" type="presParOf" srcId="{E55BCA4E-05E7-45AB-8165-4004BCD55119}" destId="{4F276F1B-D587-4505-A2C7-4C1F86175B7D}" srcOrd="1" destOrd="0" presId="urn:microsoft.com/office/officeart/2018/2/layout/IconVerticalSolidList"/>
    <dgm:cxn modelId="{622873F2-2E75-4873-82D3-8C6C9813DDBC}" type="presParOf" srcId="{E55BCA4E-05E7-45AB-8165-4004BCD55119}" destId="{7B22A5D0-1FAB-4D60-A644-CD0DE068E752}" srcOrd="2" destOrd="0" presId="urn:microsoft.com/office/officeart/2018/2/layout/IconVerticalSolidList"/>
    <dgm:cxn modelId="{F12CF15D-C833-45E4-8B0C-514A864BBD2C}" type="presParOf" srcId="{E55BCA4E-05E7-45AB-8165-4004BCD55119}" destId="{B716FAFE-E86B-4BB4-9782-E73D78A4155A}" srcOrd="3" destOrd="0" presId="urn:microsoft.com/office/officeart/2018/2/layout/IconVerticalSolidList"/>
    <dgm:cxn modelId="{EA409753-DFE6-4415-BB90-EA3FE000020D}" type="presParOf" srcId="{B9222D2F-C752-4AF7-8C32-9C69DF9BE4FC}" destId="{5B20A8AF-3F3D-4898-8809-556B061D9900}" srcOrd="7" destOrd="0" presId="urn:microsoft.com/office/officeart/2018/2/layout/IconVerticalSolidList"/>
    <dgm:cxn modelId="{1E96BE21-FFC4-4B73-8B91-7E73C7B2AAAF}" type="presParOf" srcId="{B9222D2F-C752-4AF7-8C32-9C69DF9BE4FC}" destId="{641A9B4E-6399-46C3-9714-5670A1C1DA8F}" srcOrd="8" destOrd="0" presId="urn:microsoft.com/office/officeart/2018/2/layout/IconVerticalSolidList"/>
    <dgm:cxn modelId="{7A163019-A976-4E32-9B0E-141C437583BF}" type="presParOf" srcId="{641A9B4E-6399-46C3-9714-5670A1C1DA8F}" destId="{2340FC0E-1AF4-442F-A401-C0EC3B3C6425}" srcOrd="0" destOrd="0" presId="urn:microsoft.com/office/officeart/2018/2/layout/IconVerticalSolidList"/>
    <dgm:cxn modelId="{4F103836-74E8-49C9-A972-1A52EA8EA8DD}" type="presParOf" srcId="{641A9B4E-6399-46C3-9714-5670A1C1DA8F}" destId="{4BA016F8-9717-44AA-AFDF-B57D53452BEA}" srcOrd="1" destOrd="0" presId="urn:microsoft.com/office/officeart/2018/2/layout/IconVerticalSolidList"/>
    <dgm:cxn modelId="{074BFE7D-760E-4AED-A35B-D3C54F9285C2}" type="presParOf" srcId="{641A9B4E-6399-46C3-9714-5670A1C1DA8F}" destId="{BC8CA3B4-2D49-4183-960F-90FE1041F900}" srcOrd="2" destOrd="0" presId="urn:microsoft.com/office/officeart/2018/2/layout/IconVerticalSolidList"/>
    <dgm:cxn modelId="{EBA45F57-7C98-46D3-94E0-4A3469FFC87A}" type="presParOf" srcId="{641A9B4E-6399-46C3-9714-5670A1C1DA8F}" destId="{DB9E2C95-DB2F-4295-9E96-F893D26A7B0F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6E9324D-76C6-49B8-9D66-65C77394367C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0EE7EFBC-5B3C-4329-B278-F692DBA7F9BE}">
      <dgm:prSet custT="1"/>
      <dgm:spPr/>
      <dgm:t>
        <a:bodyPr/>
        <a:lstStyle/>
        <a:p>
          <a:r>
            <a:rPr lang="en-US" sz="1600" b="1"/>
            <a:t>🔹 Key Dependencies Identified</a:t>
          </a:r>
          <a:endParaRPr lang="en-US" sz="1600"/>
        </a:p>
      </dgm:t>
    </dgm:pt>
    <dgm:pt modelId="{7DBF03A2-4C11-4EEB-960F-C7E0AFDD5A7A}" type="parTrans" cxnId="{74485907-A100-4235-81E7-297394C45717}">
      <dgm:prSet/>
      <dgm:spPr/>
      <dgm:t>
        <a:bodyPr/>
        <a:lstStyle/>
        <a:p>
          <a:endParaRPr lang="en-US"/>
        </a:p>
      </dgm:t>
    </dgm:pt>
    <dgm:pt modelId="{9D4435A2-5D9B-47FF-A0DF-4392402EF585}" type="sibTrans" cxnId="{74485907-A100-4235-81E7-297394C45717}">
      <dgm:prSet/>
      <dgm:spPr/>
      <dgm:t>
        <a:bodyPr/>
        <a:lstStyle/>
        <a:p>
          <a:endParaRPr lang="en-US"/>
        </a:p>
      </dgm:t>
    </dgm:pt>
    <dgm:pt modelId="{BCF84A98-390E-46DE-B6F9-34F7492909F0}">
      <dgm:prSet custT="1"/>
      <dgm:spPr/>
      <dgm:t>
        <a:bodyPr/>
        <a:lstStyle/>
        <a:p>
          <a:r>
            <a:rPr lang="en-US" sz="1600"/>
            <a:t>Requirements Finalization → System Architecture Approval</a:t>
          </a:r>
        </a:p>
      </dgm:t>
    </dgm:pt>
    <dgm:pt modelId="{E3D5096B-EACC-4F15-9FE7-00B13AAC264C}" type="parTrans" cxnId="{165018B3-858A-404C-BC14-43D94F806765}">
      <dgm:prSet/>
      <dgm:spPr/>
      <dgm:t>
        <a:bodyPr/>
        <a:lstStyle/>
        <a:p>
          <a:endParaRPr lang="en-US"/>
        </a:p>
      </dgm:t>
    </dgm:pt>
    <dgm:pt modelId="{90D19E1A-7BB1-47F8-B45B-8144F4F5AEFC}" type="sibTrans" cxnId="{165018B3-858A-404C-BC14-43D94F806765}">
      <dgm:prSet/>
      <dgm:spPr/>
      <dgm:t>
        <a:bodyPr/>
        <a:lstStyle/>
        <a:p>
          <a:endParaRPr lang="en-US"/>
        </a:p>
      </dgm:t>
    </dgm:pt>
    <dgm:pt modelId="{B9B0BE82-7316-40CD-937E-777EABBCBF21}">
      <dgm:prSet custT="1"/>
      <dgm:spPr/>
      <dgm:t>
        <a:bodyPr/>
        <a:lstStyle/>
        <a:p>
          <a:r>
            <a:rPr lang="en-US" sz="1600"/>
            <a:t>Architecture Approval → Development Activities</a:t>
          </a:r>
        </a:p>
      </dgm:t>
    </dgm:pt>
    <dgm:pt modelId="{34E7D9F8-3EF5-4AE2-B987-6B2164B0EE09}" type="parTrans" cxnId="{AC6A0E17-BD88-4267-B107-54F5D33173A9}">
      <dgm:prSet/>
      <dgm:spPr/>
      <dgm:t>
        <a:bodyPr/>
        <a:lstStyle/>
        <a:p>
          <a:endParaRPr lang="en-US"/>
        </a:p>
      </dgm:t>
    </dgm:pt>
    <dgm:pt modelId="{8F635575-8309-4A01-B8B1-FD5164DF474C}" type="sibTrans" cxnId="{AC6A0E17-BD88-4267-B107-54F5D33173A9}">
      <dgm:prSet/>
      <dgm:spPr/>
      <dgm:t>
        <a:bodyPr/>
        <a:lstStyle/>
        <a:p>
          <a:endParaRPr lang="en-US"/>
        </a:p>
      </dgm:t>
    </dgm:pt>
    <dgm:pt modelId="{310968A6-342D-4A3E-8747-36C15E784122}">
      <dgm:prSet custT="1"/>
      <dgm:spPr/>
      <dgm:t>
        <a:bodyPr/>
        <a:lstStyle/>
        <a:p>
          <a:r>
            <a:rPr lang="en-US" sz="1600"/>
            <a:t>Booking Web App &amp; Bitrix Configuration → Booking + CRM Sync</a:t>
          </a:r>
        </a:p>
      </dgm:t>
    </dgm:pt>
    <dgm:pt modelId="{8E8BE13E-8932-40CD-BD73-F0D0E5D82C7B}" type="parTrans" cxnId="{67B75BC2-38A9-4578-889D-7FE37D2FFFBF}">
      <dgm:prSet/>
      <dgm:spPr/>
      <dgm:t>
        <a:bodyPr/>
        <a:lstStyle/>
        <a:p>
          <a:endParaRPr lang="en-US"/>
        </a:p>
      </dgm:t>
    </dgm:pt>
    <dgm:pt modelId="{A0FDB2EB-F449-4323-A62A-893AD7A79C31}" type="sibTrans" cxnId="{67B75BC2-38A9-4578-889D-7FE37D2FFFBF}">
      <dgm:prSet/>
      <dgm:spPr/>
      <dgm:t>
        <a:bodyPr/>
        <a:lstStyle/>
        <a:p>
          <a:endParaRPr lang="en-US"/>
        </a:p>
      </dgm:t>
    </dgm:pt>
    <dgm:pt modelId="{1DF17B05-492E-4F5E-AF91-4E940573540B}">
      <dgm:prSet custT="1"/>
      <dgm:spPr/>
      <dgm:t>
        <a:bodyPr/>
        <a:lstStyle/>
        <a:p>
          <a:r>
            <a:rPr lang="en-US" sz="1600"/>
            <a:t>Booking + CRM Sync → Integration Testing</a:t>
          </a:r>
        </a:p>
      </dgm:t>
    </dgm:pt>
    <dgm:pt modelId="{62421F95-F367-439E-8D52-309F63DFE966}" type="parTrans" cxnId="{3C5A1BED-5FB6-422E-BB61-2773DCEFEE82}">
      <dgm:prSet/>
      <dgm:spPr/>
      <dgm:t>
        <a:bodyPr/>
        <a:lstStyle/>
        <a:p>
          <a:endParaRPr lang="en-US"/>
        </a:p>
      </dgm:t>
    </dgm:pt>
    <dgm:pt modelId="{80A65450-2FA2-460C-96A0-E42F51CCA63C}" type="sibTrans" cxnId="{3C5A1BED-5FB6-422E-BB61-2773DCEFEE82}">
      <dgm:prSet/>
      <dgm:spPr/>
      <dgm:t>
        <a:bodyPr/>
        <a:lstStyle/>
        <a:p>
          <a:endParaRPr lang="en-US"/>
        </a:p>
      </dgm:t>
    </dgm:pt>
    <dgm:pt modelId="{C1CA0B17-F297-43D5-8428-E59D42EBDD67}">
      <dgm:prSet custT="1"/>
      <dgm:spPr/>
      <dgm:t>
        <a:bodyPr/>
        <a:lstStyle/>
        <a:p>
          <a:r>
            <a:rPr lang="en-US" sz="1600"/>
            <a:t>Integration Testing → UAT → Final Fixes</a:t>
          </a:r>
        </a:p>
      </dgm:t>
    </dgm:pt>
    <dgm:pt modelId="{95272C11-AD2C-416C-A45F-EEB0647073DA}" type="parTrans" cxnId="{12747462-0514-4FDE-8819-74CE443B00CC}">
      <dgm:prSet/>
      <dgm:spPr/>
      <dgm:t>
        <a:bodyPr/>
        <a:lstStyle/>
        <a:p>
          <a:endParaRPr lang="en-US"/>
        </a:p>
      </dgm:t>
    </dgm:pt>
    <dgm:pt modelId="{2E6F0119-AC29-45EA-AB92-1A9986810D1C}" type="sibTrans" cxnId="{12747462-0514-4FDE-8819-74CE443B00CC}">
      <dgm:prSet/>
      <dgm:spPr/>
      <dgm:t>
        <a:bodyPr/>
        <a:lstStyle/>
        <a:p>
          <a:endParaRPr lang="en-US"/>
        </a:p>
      </dgm:t>
    </dgm:pt>
    <dgm:pt modelId="{721E1303-AA94-4330-BA95-1C588DC29029}">
      <dgm:prSet custT="1"/>
      <dgm:spPr/>
      <dgm:t>
        <a:bodyPr/>
        <a:lstStyle/>
        <a:p>
          <a:r>
            <a:rPr lang="en-US" sz="1600"/>
            <a:t>Final Fixes → Production Deployment</a:t>
          </a:r>
        </a:p>
      </dgm:t>
    </dgm:pt>
    <dgm:pt modelId="{BCC3BB1C-CC2D-466D-84F7-24B0BB3A0421}" type="parTrans" cxnId="{E0D34A58-8AE9-4342-9D55-6C06A8D15C2A}">
      <dgm:prSet/>
      <dgm:spPr/>
      <dgm:t>
        <a:bodyPr/>
        <a:lstStyle/>
        <a:p>
          <a:endParaRPr lang="en-US"/>
        </a:p>
      </dgm:t>
    </dgm:pt>
    <dgm:pt modelId="{8451FF21-8CFB-44FB-8E2B-FB7FF195B6B9}" type="sibTrans" cxnId="{E0D34A58-8AE9-4342-9D55-6C06A8D15C2A}">
      <dgm:prSet/>
      <dgm:spPr/>
      <dgm:t>
        <a:bodyPr/>
        <a:lstStyle/>
        <a:p>
          <a:endParaRPr lang="en-US"/>
        </a:p>
      </dgm:t>
    </dgm:pt>
    <dgm:pt modelId="{09F8610B-29ED-4984-BF60-F77F4835FFB3}">
      <dgm:prSet custT="1"/>
      <dgm:spPr/>
      <dgm:t>
        <a:bodyPr/>
        <a:lstStyle/>
        <a:p>
          <a:r>
            <a:rPr lang="en-US" sz="1600" b="1"/>
            <a:t>🔹 Parallel Activities</a:t>
          </a:r>
          <a:endParaRPr lang="en-US" sz="1600"/>
        </a:p>
      </dgm:t>
    </dgm:pt>
    <dgm:pt modelId="{FFD688F6-4DB9-4282-BDEC-8783D7C49A35}" type="parTrans" cxnId="{7F07F845-4652-4031-A4DB-72A925AE937E}">
      <dgm:prSet/>
      <dgm:spPr/>
      <dgm:t>
        <a:bodyPr/>
        <a:lstStyle/>
        <a:p>
          <a:endParaRPr lang="en-US"/>
        </a:p>
      </dgm:t>
    </dgm:pt>
    <dgm:pt modelId="{74006360-51BF-481A-9266-3D2176E91BC5}" type="sibTrans" cxnId="{7F07F845-4652-4031-A4DB-72A925AE937E}">
      <dgm:prSet/>
      <dgm:spPr/>
      <dgm:t>
        <a:bodyPr/>
        <a:lstStyle/>
        <a:p>
          <a:endParaRPr lang="en-US"/>
        </a:p>
      </dgm:t>
    </dgm:pt>
    <dgm:pt modelId="{DE014ECA-D0D5-45DB-9583-A8769B3AF903}">
      <dgm:prSet custT="1"/>
      <dgm:spPr/>
      <dgm:t>
        <a:bodyPr/>
        <a:lstStyle/>
        <a:p>
          <a:r>
            <a:rPr lang="en-US" sz="1600"/>
            <a:t>Booking Web App Development and Bitrix Configuration run in parallel.</a:t>
          </a:r>
        </a:p>
      </dgm:t>
    </dgm:pt>
    <dgm:pt modelId="{58BAA38F-731A-443F-BBEE-1D87D2BD80A3}" type="parTrans" cxnId="{1D629B92-45EA-4BDE-B8C0-396D59D6DD04}">
      <dgm:prSet/>
      <dgm:spPr/>
      <dgm:t>
        <a:bodyPr/>
        <a:lstStyle/>
        <a:p>
          <a:endParaRPr lang="en-US"/>
        </a:p>
      </dgm:t>
    </dgm:pt>
    <dgm:pt modelId="{6D6DF993-B78A-4EA5-8DBD-2B5E84C799DB}" type="sibTrans" cxnId="{1D629B92-45EA-4BDE-B8C0-396D59D6DD04}">
      <dgm:prSet/>
      <dgm:spPr/>
      <dgm:t>
        <a:bodyPr/>
        <a:lstStyle/>
        <a:p>
          <a:endParaRPr lang="en-US"/>
        </a:p>
      </dgm:t>
    </dgm:pt>
    <dgm:pt modelId="{771AAD30-0D1C-4EE5-92F0-9670FB9F2D46}">
      <dgm:prSet custT="1"/>
      <dgm:spPr/>
      <dgm:t>
        <a:bodyPr/>
        <a:lstStyle/>
        <a:p>
          <a:r>
            <a:rPr lang="en-US" sz="1600"/>
            <a:t>AI Setup and CRM Automation occur during development phase.</a:t>
          </a:r>
        </a:p>
      </dgm:t>
    </dgm:pt>
    <dgm:pt modelId="{D143210B-D402-4D56-B8E5-DD0E602A0D9F}" type="parTrans" cxnId="{FCF042C5-7E45-4209-AB19-C2DEF61E0FB1}">
      <dgm:prSet/>
      <dgm:spPr/>
      <dgm:t>
        <a:bodyPr/>
        <a:lstStyle/>
        <a:p>
          <a:endParaRPr lang="en-US"/>
        </a:p>
      </dgm:t>
    </dgm:pt>
    <dgm:pt modelId="{C76AE777-D7AC-47D1-9815-C27B23BA8AC2}" type="sibTrans" cxnId="{FCF042C5-7E45-4209-AB19-C2DEF61E0FB1}">
      <dgm:prSet/>
      <dgm:spPr/>
      <dgm:t>
        <a:bodyPr/>
        <a:lstStyle/>
        <a:p>
          <a:endParaRPr lang="en-US"/>
        </a:p>
      </dgm:t>
    </dgm:pt>
    <dgm:pt modelId="{A27FA70C-59E1-4F07-A814-34C10137063E}">
      <dgm:prSet custT="1"/>
      <dgm:spPr/>
      <dgm:t>
        <a:bodyPr/>
        <a:lstStyle/>
        <a:p>
          <a:r>
            <a:rPr lang="en-US" sz="1600" b="1"/>
            <a:t>🔹 Critical Path</a:t>
          </a:r>
          <a:endParaRPr lang="en-US" sz="1600"/>
        </a:p>
      </dgm:t>
    </dgm:pt>
    <dgm:pt modelId="{13BC529B-42ED-4F97-B1B4-F25D3BEC950C}" type="parTrans" cxnId="{3070542A-CC20-4A7B-B98A-5C26C45748C3}">
      <dgm:prSet/>
      <dgm:spPr/>
      <dgm:t>
        <a:bodyPr/>
        <a:lstStyle/>
        <a:p>
          <a:endParaRPr lang="en-US"/>
        </a:p>
      </dgm:t>
    </dgm:pt>
    <dgm:pt modelId="{D44E72F1-B60C-45DE-A4AE-9D0D8722AD4D}" type="sibTrans" cxnId="{3070542A-CC20-4A7B-B98A-5C26C45748C3}">
      <dgm:prSet/>
      <dgm:spPr/>
      <dgm:t>
        <a:bodyPr/>
        <a:lstStyle/>
        <a:p>
          <a:endParaRPr lang="en-US"/>
        </a:p>
      </dgm:t>
    </dgm:pt>
    <dgm:pt modelId="{19E1E7A6-58A6-442B-8AF1-F2675D3F884D}">
      <dgm:prSet custT="1"/>
      <dgm:spPr/>
      <dgm:t>
        <a:bodyPr/>
        <a:lstStyle/>
        <a:p>
          <a:r>
            <a:rPr lang="en-US" sz="1600"/>
            <a:t>Requirements → Architecture → Development → Sync → Testing → Deployment</a:t>
          </a:r>
        </a:p>
      </dgm:t>
    </dgm:pt>
    <dgm:pt modelId="{5D769C61-544E-4CEC-B5DC-E35B7B5BE226}" type="parTrans" cxnId="{3A2A825E-EA35-41F6-A792-E4B42A73049E}">
      <dgm:prSet/>
      <dgm:spPr/>
      <dgm:t>
        <a:bodyPr/>
        <a:lstStyle/>
        <a:p>
          <a:endParaRPr lang="en-US"/>
        </a:p>
      </dgm:t>
    </dgm:pt>
    <dgm:pt modelId="{624F033A-5E9B-4D60-B9AC-E4FF662C7A59}" type="sibTrans" cxnId="{3A2A825E-EA35-41F6-A792-E4B42A73049E}">
      <dgm:prSet/>
      <dgm:spPr/>
      <dgm:t>
        <a:bodyPr/>
        <a:lstStyle/>
        <a:p>
          <a:endParaRPr lang="en-US"/>
        </a:p>
      </dgm:t>
    </dgm:pt>
    <dgm:pt modelId="{B7838A67-2DA3-4F77-B1B9-52FFC5E36346}" type="pres">
      <dgm:prSet presAssocID="{F6E9324D-76C6-49B8-9D66-65C77394367C}" presName="vert0" presStyleCnt="0">
        <dgm:presLayoutVars>
          <dgm:dir/>
          <dgm:animOne val="branch"/>
          <dgm:animLvl val="lvl"/>
        </dgm:presLayoutVars>
      </dgm:prSet>
      <dgm:spPr/>
    </dgm:pt>
    <dgm:pt modelId="{DC5DC925-BF68-4EA5-9C4B-1BD27C6A28F2}" type="pres">
      <dgm:prSet presAssocID="{0EE7EFBC-5B3C-4329-B278-F692DBA7F9BE}" presName="thickLine" presStyleLbl="alignNode1" presStyleIdx="0" presStyleCnt="12"/>
      <dgm:spPr/>
    </dgm:pt>
    <dgm:pt modelId="{3A3E2A54-05CC-4B5F-A9A3-6A7B753B9824}" type="pres">
      <dgm:prSet presAssocID="{0EE7EFBC-5B3C-4329-B278-F692DBA7F9BE}" presName="horz1" presStyleCnt="0"/>
      <dgm:spPr/>
    </dgm:pt>
    <dgm:pt modelId="{DF2421F2-C294-4E6E-BE1D-8225F4F7A214}" type="pres">
      <dgm:prSet presAssocID="{0EE7EFBC-5B3C-4329-B278-F692DBA7F9BE}" presName="tx1" presStyleLbl="revTx" presStyleIdx="0" presStyleCnt="12"/>
      <dgm:spPr/>
    </dgm:pt>
    <dgm:pt modelId="{6F28D82F-6BA3-4558-8DFA-56215994D053}" type="pres">
      <dgm:prSet presAssocID="{0EE7EFBC-5B3C-4329-B278-F692DBA7F9BE}" presName="vert1" presStyleCnt="0"/>
      <dgm:spPr/>
    </dgm:pt>
    <dgm:pt modelId="{523ED454-17D3-48A2-BC14-A6177C80F8E5}" type="pres">
      <dgm:prSet presAssocID="{BCF84A98-390E-46DE-B6F9-34F7492909F0}" presName="thickLine" presStyleLbl="alignNode1" presStyleIdx="1" presStyleCnt="12"/>
      <dgm:spPr/>
    </dgm:pt>
    <dgm:pt modelId="{CD069F9C-4439-4373-97B9-686112856EB5}" type="pres">
      <dgm:prSet presAssocID="{BCF84A98-390E-46DE-B6F9-34F7492909F0}" presName="horz1" presStyleCnt="0"/>
      <dgm:spPr/>
    </dgm:pt>
    <dgm:pt modelId="{F9AC858B-7814-4EB7-90E8-8B0FEB6A014D}" type="pres">
      <dgm:prSet presAssocID="{BCF84A98-390E-46DE-B6F9-34F7492909F0}" presName="tx1" presStyleLbl="revTx" presStyleIdx="1" presStyleCnt="12"/>
      <dgm:spPr/>
    </dgm:pt>
    <dgm:pt modelId="{FBC76CC7-E7A6-410B-9189-F9E67983EFD9}" type="pres">
      <dgm:prSet presAssocID="{BCF84A98-390E-46DE-B6F9-34F7492909F0}" presName="vert1" presStyleCnt="0"/>
      <dgm:spPr/>
    </dgm:pt>
    <dgm:pt modelId="{D42BA0A1-F254-4173-9AB5-D4B831A414A6}" type="pres">
      <dgm:prSet presAssocID="{B9B0BE82-7316-40CD-937E-777EABBCBF21}" presName="thickLine" presStyleLbl="alignNode1" presStyleIdx="2" presStyleCnt="12"/>
      <dgm:spPr/>
    </dgm:pt>
    <dgm:pt modelId="{C698A839-303D-44F2-A5F6-5C1CDAE25E5F}" type="pres">
      <dgm:prSet presAssocID="{B9B0BE82-7316-40CD-937E-777EABBCBF21}" presName="horz1" presStyleCnt="0"/>
      <dgm:spPr/>
    </dgm:pt>
    <dgm:pt modelId="{80486FE6-319A-469E-811F-897183BC05EA}" type="pres">
      <dgm:prSet presAssocID="{B9B0BE82-7316-40CD-937E-777EABBCBF21}" presName="tx1" presStyleLbl="revTx" presStyleIdx="2" presStyleCnt="12"/>
      <dgm:spPr/>
    </dgm:pt>
    <dgm:pt modelId="{AF01F050-94A9-482A-BE8A-C05C97C2B473}" type="pres">
      <dgm:prSet presAssocID="{B9B0BE82-7316-40CD-937E-777EABBCBF21}" presName="vert1" presStyleCnt="0"/>
      <dgm:spPr/>
    </dgm:pt>
    <dgm:pt modelId="{123B330A-EDC4-4B28-A789-4DD317F02CDB}" type="pres">
      <dgm:prSet presAssocID="{310968A6-342D-4A3E-8747-36C15E784122}" presName="thickLine" presStyleLbl="alignNode1" presStyleIdx="3" presStyleCnt="12"/>
      <dgm:spPr/>
    </dgm:pt>
    <dgm:pt modelId="{A8CF2AB8-6D54-44DC-855C-FCD765A51CF0}" type="pres">
      <dgm:prSet presAssocID="{310968A6-342D-4A3E-8747-36C15E784122}" presName="horz1" presStyleCnt="0"/>
      <dgm:spPr/>
    </dgm:pt>
    <dgm:pt modelId="{93583010-AD0B-425A-9279-0CF3F5ECADDB}" type="pres">
      <dgm:prSet presAssocID="{310968A6-342D-4A3E-8747-36C15E784122}" presName="tx1" presStyleLbl="revTx" presStyleIdx="3" presStyleCnt="12"/>
      <dgm:spPr/>
    </dgm:pt>
    <dgm:pt modelId="{31982A27-AB77-4FF8-8ED2-79C9B1D50A49}" type="pres">
      <dgm:prSet presAssocID="{310968A6-342D-4A3E-8747-36C15E784122}" presName="vert1" presStyleCnt="0"/>
      <dgm:spPr/>
    </dgm:pt>
    <dgm:pt modelId="{A2BB1C45-A9FF-4B7B-A38D-A3FE4E854C57}" type="pres">
      <dgm:prSet presAssocID="{1DF17B05-492E-4F5E-AF91-4E940573540B}" presName="thickLine" presStyleLbl="alignNode1" presStyleIdx="4" presStyleCnt="12"/>
      <dgm:spPr/>
    </dgm:pt>
    <dgm:pt modelId="{7B3EADD2-4B28-4BDB-8623-F2CEB8BC5D51}" type="pres">
      <dgm:prSet presAssocID="{1DF17B05-492E-4F5E-AF91-4E940573540B}" presName="horz1" presStyleCnt="0"/>
      <dgm:spPr/>
    </dgm:pt>
    <dgm:pt modelId="{ED8C4334-54D5-4BE1-8E2E-49D53D600254}" type="pres">
      <dgm:prSet presAssocID="{1DF17B05-492E-4F5E-AF91-4E940573540B}" presName="tx1" presStyleLbl="revTx" presStyleIdx="4" presStyleCnt="12"/>
      <dgm:spPr/>
    </dgm:pt>
    <dgm:pt modelId="{91219618-4705-4A19-B2E4-7EDD81A7EE69}" type="pres">
      <dgm:prSet presAssocID="{1DF17B05-492E-4F5E-AF91-4E940573540B}" presName="vert1" presStyleCnt="0"/>
      <dgm:spPr/>
    </dgm:pt>
    <dgm:pt modelId="{EB264C13-3723-4912-B3A4-31EE6EE81D8A}" type="pres">
      <dgm:prSet presAssocID="{C1CA0B17-F297-43D5-8428-E59D42EBDD67}" presName="thickLine" presStyleLbl="alignNode1" presStyleIdx="5" presStyleCnt="12"/>
      <dgm:spPr/>
    </dgm:pt>
    <dgm:pt modelId="{3255B8AB-D511-467B-A333-5A4EF9AC6571}" type="pres">
      <dgm:prSet presAssocID="{C1CA0B17-F297-43D5-8428-E59D42EBDD67}" presName="horz1" presStyleCnt="0"/>
      <dgm:spPr/>
    </dgm:pt>
    <dgm:pt modelId="{DA52AA73-1E03-487F-A46C-491A40287A94}" type="pres">
      <dgm:prSet presAssocID="{C1CA0B17-F297-43D5-8428-E59D42EBDD67}" presName="tx1" presStyleLbl="revTx" presStyleIdx="5" presStyleCnt="12"/>
      <dgm:spPr/>
    </dgm:pt>
    <dgm:pt modelId="{94A1DF14-C6F4-43E7-A981-4ABA9F224D14}" type="pres">
      <dgm:prSet presAssocID="{C1CA0B17-F297-43D5-8428-E59D42EBDD67}" presName="vert1" presStyleCnt="0"/>
      <dgm:spPr/>
    </dgm:pt>
    <dgm:pt modelId="{1999AEC4-FBC8-47F0-9DE7-2892047F1CB2}" type="pres">
      <dgm:prSet presAssocID="{721E1303-AA94-4330-BA95-1C588DC29029}" presName="thickLine" presStyleLbl="alignNode1" presStyleIdx="6" presStyleCnt="12"/>
      <dgm:spPr/>
    </dgm:pt>
    <dgm:pt modelId="{882561AD-CC5E-46D6-B361-BC49D8623FDF}" type="pres">
      <dgm:prSet presAssocID="{721E1303-AA94-4330-BA95-1C588DC29029}" presName="horz1" presStyleCnt="0"/>
      <dgm:spPr/>
    </dgm:pt>
    <dgm:pt modelId="{CEA65304-0498-414C-88CB-AC805AEAA1C8}" type="pres">
      <dgm:prSet presAssocID="{721E1303-AA94-4330-BA95-1C588DC29029}" presName="tx1" presStyleLbl="revTx" presStyleIdx="6" presStyleCnt="12"/>
      <dgm:spPr/>
    </dgm:pt>
    <dgm:pt modelId="{E579CA30-ECEA-4071-B920-B414BAD1F0E6}" type="pres">
      <dgm:prSet presAssocID="{721E1303-AA94-4330-BA95-1C588DC29029}" presName="vert1" presStyleCnt="0"/>
      <dgm:spPr/>
    </dgm:pt>
    <dgm:pt modelId="{5F73CEFC-E12C-41E9-8F2C-DDF27C15ADC7}" type="pres">
      <dgm:prSet presAssocID="{09F8610B-29ED-4984-BF60-F77F4835FFB3}" presName="thickLine" presStyleLbl="alignNode1" presStyleIdx="7" presStyleCnt="12"/>
      <dgm:spPr/>
    </dgm:pt>
    <dgm:pt modelId="{159D94C8-8F68-4A01-8F65-92140F511FC2}" type="pres">
      <dgm:prSet presAssocID="{09F8610B-29ED-4984-BF60-F77F4835FFB3}" presName="horz1" presStyleCnt="0"/>
      <dgm:spPr/>
    </dgm:pt>
    <dgm:pt modelId="{F2C1524D-E035-4685-96AA-BFB7AB90B467}" type="pres">
      <dgm:prSet presAssocID="{09F8610B-29ED-4984-BF60-F77F4835FFB3}" presName="tx1" presStyleLbl="revTx" presStyleIdx="7" presStyleCnt="12"/>
      <dgm:spPr/>
    </dgm:pt>
    <dgm:pt modelId="{3410D380-EC07-40E4-8BC0-60018172DB09}" type="pres">
      <dgm:prSet presAssocID="{09F8610B-29ED-4984-BF60-F77F4835FFB3}" presName="vert1" presStyleCnt="0"/>
      <dgm:spPr/>
    </dgm:pt>
    <dgm:pt modelId="{88CE9D73-3A8A-42D1-A5A8-CA75775A82B2}" type="pres">
      <dgm:prSet presAssocID="{DE014ECA-D0D5-45DB-9583-A8769B3AF903}" presName="thickLine" presStyleLbl="alignNode1" presStyleIdx="8" presStyleCnt="12"/>
      <dgm:spPr/>
    </dgm:pt>
    <dgm:pt modelId="{0234EE3C-B624-4562-93C0-AA2AE59B3D53}" type="pres">
      <dgm:prSet presAssocID="{DE014ECA-D0D5-45DB-9583-A8769B3AF903}" presName="horz1" presStyleCnt="0"/>
      <dgm:spPr/>
    </dgm:pt>
    <dgm:pt modelId="{33347193-230A-45A7-8E94-6F0332DE8E7C}" type="pres">
      <dgm:prSet presAssocID="{DE014ECA-D0D5-45DB-9583-A8769B3AF903}" presName="tx1" presStyleLbl="revTx" presStyleIdx="8" presStyleCnt="12"/>
      <dgm:spPr/>
    </dgm:pt>
    <dgm:pt modelId="{86E1525C-D158-4903-9672-02D02F436F8A}" type="pres">
      <dgm:prSet presAssocID="{DE014ECA-D0D5-45DB-9583-A8769B3AF903}" presName="vert1" presStyleCnt="0"/>
      <dgm:spPr/>
    </dgm:pt>
    <dgm:pt modelId="{581554C1-4D80-4646-A780-2DFA2F30D45A}" type="pres">
      <dgm:prSet presAssocID="{771AAD30-0D1C-4EE5-92F0-9670FB9F2D46}" presName="thickLine" presStyleLbl="alignNode1" presStyleIdx="9" presStyleCnt="12"/>
      <dgm:spPr/>
    </dgm:pt>
    <dgm:pt modelId="{BA33F7D8-022D-4203-9D9E-163EEAB3EB2A}" type="pres">
      <dgm:prSet presAssocID="{771AAD30-0D1C-4EE5-92F0-9670FB9F2D46}" presName="horz1" presStyleCnt="0"/>
      <dgm:spPr/>
    </dgm:pt>
    <dgm:pt modelId="{8D7C2646-8675-43B9-9B96-A7CE5F5616F0}" type="pres">
      <dgm:prSet presAssocID="{771AAD30-0D1C-4EE5-92F0-9670FB9F2D46}" presName="tx1" presStyleLbl="revTx" presStyleIdx="9" presStyleCnt="12"/>
      <dgm:spPr/>
    </dgm:pt>
    <dgm:pt modelId="{657E155D-81A9-4C88-89BD-EECDDA82B03B}" type="pres">
      <dgm:prSet presAssocID="{771AAD30-0D1C-4EE5-92F0-9670FB9F2D46}" presName="vert1" presStyleCnt="0"/>
      <dgm:spPr/>
    </dgm:pt>
    <dgm:pt modelId="{AE8A9E66-A3C5-4B1D-85AF-EF852149822A}" type="pres">
      <dgm:prSet presAssocID="{A27FA70C-59E1-4F07-A814-34C10137063E}" presName="thickLine" presStyleLbl="alignNode1" presStyleIdx="10" presStyleCnt="12"/>
      <dgm:spPr/>
    </dgm:pt>
    <dgm:pt modelId="{7F4307AA-DCEF-404F-B5A6-3367788B9C40}" type="pres">
      <dgm:prSet presAssocID="{A27FA70C-59E1-4F07-A814-34C10137063E}" presName="horz1" presStyleCnt="0"/>
      <dgm:spPr/>
    </dgm:pt>
    <dgm:pt modelId="{146F12A5-9DF5-4A38-81A6-465DABC9BA2C}" type="pres">
      <dgm:prSet presAssocID="{A27FA70C-59E1-4F07-A814-34C10137063E}" presName="tx1" presStyleLbl="revTx" presStyleIdx="10" presStyleCnt="12"/>
      <dgm:spPr/>
    </dgm:pt>
    <dgm:pt modelId="{70A35BBA-3A82-4A94-9485-2E32113BEF1F}" type="pres">
      <dgm:prSet presAssocID="{A27FA70C-59E1-4F07-A814-34C10137063E}" presName="vert1" presStyleCnt="0"/>
      <dgm:spPr/>
    </dgm:pt>
    <dgm:pt modelId="{76E3F067-8341-4C98-858E-822198889892}" type="pres">
      <dgm:prSet presAssocID="{19E1E7A6-58A6-442B-8AF1-F2675D3F884D}" presName="thickLine" presStyleLbl="alignNode1" presStyleIdx="11" presStyleCnt="12"/>
      <dgm:spPr/>
    </dgm:pt>
    <dgm:pt modelId="{7E7590BE-EFB5-4132-B349-508022D9C9F4}" type="pres">
      <dgm:prSet presAssocID="{19E1E7A6-58A6-442B-8AF1-F2675D3F884D}" presName="horz1" presStyleCnt="0"/>
      <dgm:spPr/>
    </dgm:pt>
    <dgm:pt modelId="{E6DEBA0C-123E-46F7-BE44-5A9EB66014AE}" type="pres">
      <dgm:prSet presAssocID="{19E1E7A6-58A6-442B-8AF1-F2675D3F884D}" presName="tx1" presStyleLbl="revTx" presStyleIdx="11" presStyleCnt="12"/>
      <dgm:spPr/>
    </dgm:pt>
    <dgm:pt modelId="{A8D8F897-79B2-4848-8188-6949C0D9CBD1}" type="pres">
      <dgm:prSet presAssocID="{19E1E7A6-58A6-442B-8AF1-F2675D3F884D}" presName="vert1" presStyleCnt="0"/>
      <dgm:spPr/>
    </dgm:pt>
  </dgm:ptLst>
  <dgm:cxnLst>
    <dgm:cxn modelId="{74485907-A100-4235-81E7-297394C45717}" srcId="{F6E9324D-76C6-49B8-9D66-65C77394367C}" destId="{0EE7EFBC-5B3C-4329-B278-F692DBA7F9BE}" srcOrd="0" destOrd="0" parTransId="{7DBF03A2-4C11-4EEB-960F-C7E0AFDD5A7A}" sibTransId="{9D4435A2-5D9B-47FF-A0DF-4392402EF585}"/>
    <dgm:cxn modelId="{5F45350D-C7A2-4BE6-AE6C-6D01224EA99D}" type="presOf" srcId="{09F8610B-29ED-4984-BF60-F77F4835FFB3}" destId="{F2C1524D-E035-4685-96AA-BFB7AB90B467}" srcOrd="0" destOrd="0" presId="urn:microsoft.com/office/officeart/2008/layout/LinedList"/>
    <dgm:cxn modelId="{3023BF0E-E827-446D-8994-BF7C31038203}" type="presOf" srcId="{19E1E7A6-58A6-442B-8AF1-F2675D3F884D}" destId="{E6DEBA0C-123E-46F7-BE44-5A9EB66014AE}" srcOrd="0" destOrd="0" presId="urn:microsoft.com/office/officeart/2008/layout/LinedList"/>
    <dgm:cxn modelId="{CBC8780F-CC46-4B0C-B2B1-1A21895EDABE}" type="presOf" srcId="{310968A6-342D-4A3E-8747-36C15E784122}" destId="{93583010-AD0B-425A-9279-0CF3F5ECADDB}" srcOrd="0" destOrd="0" presId="urn:microsoft.com/office/officeart/2008/layout/LinedList"/>
    <dgm:cxn modelId="{AC6A0E17-BD88-4267-B107-54F5D33173A9}" srcId="{F6E9324D-76C6-49B8-9D66-65C77394367C}" destId="{B9B0BE82-7316-40CD-937E-777EABBCBF21}" srcOrd="2" destOrd="0" parTransId="{34E7D9F8-3EF5-4AE2-B987-6B2164B0EE09}" sibTransId="{8F635575-8309-4A01-B8B1-FD5164DF474C}"/>
    <dgm:cxn modelId="{919DEB24-2C1E-4B80-87A7-8367AF545E32}" type="presOf" srcId="{A27FA70C-59E1-4F07-A814-34C10137063E}" destId="{146F12A5-9DF5-4A38-81A6-465DABC9BA2C}" srcOrd="0" destOrd="0" presId="urn:microsoft.com/office/officeart/2008/layout/LinedList"/>
    <dgm:cxn modelId="{534D2E28-5FDB-4FD2-BF5E-F76A8653094E}" type="presOf" srcId="{F6E9324D-76C6-49B8-9D66-65C77394367C}" destId="{B7838A67-2DA3-4F77-B1B9-52FFC5E36346}" srcOrd="0" destOrd="0" presId="urn:microsoft.com/office/officeart/2008/layout/LinedList"/>
    <dgm:cxn modelId="{3070542A-CC20-4A7B-B98A-5C26C45748C3}" srcId="{F6E9324D-76C6-49B8-9D66-65C77394367C}" destId="{A27FA70C-59E1-4F07-A814-34C10137063E}" srcOrd="10" destOrd="0" parTransId="{13BC529B-42ED-4F97-B1B4-F25D3BEC950C}" sibTransId="{D44E72F1-B60C-45DE-A4AE-9D0D8722AD4D}"/>
    <dgm:cxn modelId="{3A2A825E-EA35-41F6-A792-E4B42A73049E}" srcId="{F6E9324D-76C6-49B8-9D66-65C77394367C}" destId="{19E1E7A6-58A6-442B-8AF1-F2675D3F884D}" srcOrd="11" destOrd="0" parTransId="{5D769C61-544E-4CEC-B5DC-E35B7B5BE226}" sibTransId="{624F033A-5E9B-4D60-B9AC-E4FF662C7A59}"/>
    <dgm:cxn modelId="{D3241C62-734A-4110-BE31-58A1C32F6E15}" type="presOf" srcId="{1DF17B05-492E-4F5E-AF91-4E940573540B}" destId="{ED8C4334-54D5-4BE1-8E2E-49D53D600254}" srcOrd="0" destOrd="0" presId="urn:microsoft.com/office/officeart/2008/layout/LinedList"/>
    <dgm:cxn modelId="{12747462-0514-4FDE-8819-74CE443B00CC}" srcId="{F6E9324D-76C6-49B8-9D66-65C77394367C}" destId="{C1CA0B17-F297-43D5-8428-E59D42EBDD67}" srcOrd="5" destOrd="0" parTransId="{95272C11-AD2C-416C-A45F-EEB0647073DA}" sibTransId="{2E6F0119-AC29-45EA-AB92-1A9986810D1C}"/>
    <dgm:cxn modelId="{7F07F845-4652-4031-A4DB-72A925AE937E}" srcId="{F6E9324D-76C6-49B8-9D66-65C77394367C}" destId="{09F8610B-29ED-4984-BF60-F77F4835FFB3}" srcOrd="7" destOrd="0" parTransId="{FFD688F6-4DB9-4282-BDEC-8783D7C49A35}" sibTransId="{74006360-51BF-481A-9266-3D2176E91BC5}"/>
    <dgm:cxn modelId="{8DE2AA68-FC5A-47FA-BC78-9C38879094A1}" type="presOf" srcId="{DE014ECA-D0D5-45DB-9583-A8769B3AF903}" destId="{33347193-230A-45A7-8E94-6F0332DE8E7C}" srcOrd="0" destOrd="0" presId="urn:microsoft.com/office/officeart/2008/layout/LinedList"/>
    <dgm:cxn modelId="{E0D34A58-8AE9-4342-9D55-6C06A8D15C2A}" srcId="{F6E9324D-76C6-49B8-9D66-65C77394367C}" destId="{721E1303-AA94-4330-BA95-1C588DC29029}" srcOrd="6" destOrd="0" parTransId="{BCC3BB1C-CC2D-466D-84F7-24B0BB3A0421}" sibTransId="{8451FF21-8CFB-44FB-8E2B-FB7FF195B6B9}"/>
    <dgm:cxn modelId="{262EB358-5421-4672-BFED-F437E0938404}" type="presOf" srcId="{721E1303-AA94-4330-BA95-1C588DC29029}" destId="{CEA65304-0498-414C-88CB-AC805AEAA1C8}" srcOrd="0" destOrd="0" presId="urn:microsoft.com/office/officeart/2008/layout/LinedList"/>
    <dgm:cxn modelId="{5496CD83-0BD5-4463-BEA0-7D26E68BA256}" type="presOf" srcId="{771AAD30-0D1C-4EE5-92F0-9670FB9F2D46}" destId="{8D7C2646-8675-43B9-9B96-A7CE5F5616F0}" srcOrd="0" destOrd="0" presId="urn:microsoft.com/office/officeart/2008/layout/LinedList"/>
    <dgm:cxn modelId="{1D629B92-45EA-4BDE-B8C0-396D59D6DD04}" srcId="{F6E9324D-76C6-49B8-9D66-65C77394367C}" destId="{DE014ECA-D0D5-45DB-9583-A8769B3AF903}" srcOrd="8" destOrd="0" parTransId="{58BAA38F-731A-443F-BBEE-1D87D2BD80A3}" sibTransId="{6D6DF993-B78A-4EA5-8DBD-2B5E84C799DB}"/>
    <dgm:cxn modelId="{165018B3-858A-404C-BC14-43D94F806765}" srcId="{F6E9324D-76C6-49B8-9D66-65C77394367C}" destId="{BCF84A98-390E-46DE-B6F9-34F7492909F0}" srcOrd="1" destOrd="0" parTransId="{E3D5096B-EACC-4F15-9FE7-00B13AAC264C}" sibTransId="{90D19E1A-7BB1-47F8-B45B-8144F4F5AEFC}"/>
    <dgm:cxn modelId="{67B75BC2-38A9-4578-889D-7FE37D2FFFBF}" srcId="{F6E9324D-76C6-49B8-9D66-65C77394367C}" destId="{310968A6-342D-4A3E-8747-36C15E784122}" srcOrd="3" destOrd="0" parTransId="{8E8BE13E-8932-40CD-BD73-F0D0E5D82C7B}" sibTransId="{A0FDB2EB-F449-4323-A62A-893AD7A79C31}"/>
    <dgm:cxn modelId="{FCF042C5-7E45-4209-AB19-C2DEF61E0FB1}" srcId="{F6E9324D-76C6-49B8-9D66-65C77394367C}" destId="{771AAD30-0D1C-4EE5-92F0-9670FB9F2D46}" srcOrd="9" destOrd="0" parTransId="{D143210B-D402-4D56-B8E5-DD0E602A0D9F}" sibTransId="{C76AE777-D7AC-47D1-9815-C27B23BA8AC2}"/>
    <dgm:cxn modelId="{699F8CD6-6BBF-4709-812A-3B6D21D96781}" type="presOf" srcId="{C1CA0B17-F297-43D5-8428-E59D42EBDD67}" destId="{DA52AA73-1E03-487F-A46C-491A40287A94}" srcOrd="0" destOrd="0" presId="urn:microsoft.com/office/officeart/2008/layout/LinedList"/>
    <dgm:cxn modelId="{C657FEDE-E89A-450E-854E-F566E0A228E5}" type="presOf" srcId="{B9B0BE82-7316-40CD-937E-777EABBCBF21}" destId="{80486FE6-319A-469E-811F-897183BC05EA}" srcOrd="0" destOrd="0" presId="urn:microsoft.com/office/officeart/2008/layout/LinedList"/>
    <dgm:cxn modelId="{E661EEEB-D3FE-4378-8232-CBBF063182AD}" type="presOf" srcId="{0EE7EFBC-5B3C-4329-B278-F692DBA7F9BE}" destId="{DF2421F2-C294-4E6E-BE1D-8225F4F7A214}" srcOrd="0" destOrd="0" presId="urn:microsoft.com/office/officeart/2008/layout/LinedList"/>
    <dgm:cxn modelId="{3C5A1BED-5FB6-422E-BB61-2773DCEFEE82}" srcId="{F6E9324D-76C6-49B8-9D66-65C77394367C}" destId="{1DF17B05-492E-4F5E-AF91-4E940573540B}" srcOrd="4" destOrd="0" parTransId="{62421F95-F367-439E-8D52-309F63DFE966}" sibTransId="{80A65450-2FA2-460C-96A0-E42F51CCA63C}"/>
    <dgm:cxn modelId="{19EC1BEF-0DEA-4065-BA7E-545AC7297255}" type="presOf" srcId="{BCF84A98-390E-46DE-B6F9-34F7492909F0}" destId="{F9AC858B-7814-4EB7-90E8-8B0FEB6A014D}" srcOrd="0" destOrd="0" presId="urn:microsoft.com/office/officeart/2008/layout/LinedList"/>
    <dgm:cxn modelId="{1F817F3A-B9CB-418F-957F-84BF465AFCAF}" type="presParOf" srcId="{B7838A67-2DA3-4F77-B1B9-52FFC5E36346}" destId="{DC5DC925-BF68-4EA5-9C4B-1BD27C6A28F2}" srcOrd="0" destOrd="0" presId="urn:microsoft.com/office/officeart/2008/layout/LinedList"/>
    <dgm:cxn modelId="{22BCCCEC-C6E8-416C-90FC-C7B572DE3D48}" type="presParOf" srcId="{B7838A67-2DA3-4F77-B1B9-52FFC5E36346}" destId="{3A3E2A54-05CC-4B5F-A9A3-6A7B753B9824}" srcOrd="1" destOrd="0" presId="urn:microsoft.com/office/officeart/2008/layout/LinedList"/>
    <dgm:cxn modelId="{EA1256A7-7D35-4E1F-9E60-A8A0B1AC6E3F}" type="presParOf" srcId="{3A3E2A54-05CC-4B5F-A9A3-6A7B753B9824}" destId="{DF2421F2-C294-4E6E-BE1D-8225F4F7A214}" srcOrd="0" destOrd="0" presId="urn:microsoft.com/office/officeart/2008/layout/LinedList"/>
    <dgm:cxn modelId="{63D602FE-8F86-40D5-8AF9-822B7DBD16FB}" type="presParOf" srcId="{3A3E2A54-05CC-4B5F-A9A3-6A7B753B9824}" destId="{6F28D82F-6BA3-4558-8DFA-56215994D053}" srcOrd="1" destOrd="0" presId="urn:microsoft.com/office/officeart/2008/layout/LinedList"/>
    <dgm:cxn modelId="{7925BEF8-2207-4B9F-8EB3-44C7813B1905}" type="presParOf" srcId="{B7838A67-2DA3-4F77-B1B9-52FFC5E36346}" destId="{523ED454-17D3-48A2-BC14-A6177C80F8E5}" srcOrd="2" destOrd="0" presId="urn:microsoft.com/office/officeart/2008/layout/LinedList"/>
    <dgm:cxn modelId="{0F1FCB4E-A123-467B-80ED-4AAEF59095D6}" type="presParOf" srcId="{B7838A67-2DA3-4F77-B1B9-52FFC5E36346}" destId="{CD069F9C-4439-4373-97B9-686112856EB5}" srcOrd="3" destOrd="0" presId="urn:microsoft.com/office/officeart/2008/layout/LinedList"/>
    <dgm:cxn modelId="{0CCF90A1-A1C5-44FD-800E-6D57B63BD5BF}" type="presParOf" srcId="{CD069F9C-4439-4373-97B9-686112856EB5}" destId="{F9AC858B-7814-4EB7-90E8-8B0FEB6A014D}" srcOrd="0" destOrd="0" presId="urn:microsoft.com/office/officeart/2008/layout/LinedList"/>
    <dgm:cxn modelId="{17061DC8-2171-4FD7-86AF-E5EC1E5124E9}" type="presParOf" srcId="{CD069F9C-4439-4373-97B9-686112856EB5}" destId="{FBC76CC7-E7A6-410B-9189-F9E67983EFD9}" srcOrd="1" destOrd="0" presId="urn:microsoft.com/office/officeart/2008/layout/LinedList"/>
    <dgm:cxn modelId="{14B5FD62-39D1-4A65-8282-DCD645D59910}" type="presParOf" srcId="{B7838A67-2DA3-4F77-B1B9-52FFC5E36346}" destId="{D42BA0A1-F254-4173-9AB5-D4B831A414A6}" srcOrd="4" destOrd="0" presId="urn:microsoft.com/office/officeart/2008/layout/LinedList"/>
    <dgm:cxn modelId="{4C275CEB-153E-4B0B-8FCE-66B20BBA8840}" type="presParOf" srcId="{B7838A67-2DA3-4F77-B1B9-52FFC5E36346}" destId="{C698A839-303D-44F2-A5F6-5C1CDAE25E5F}" srcOrd="5" destOrd="0" presId="urn:microsoft.com/office/officeart/2008/layout/LinedList"/>
    <dgm:cxn modelId="{3D58133F-27BF-4274-AD0E-AAF340A63F78}" type="presParOf" srcId="{C698A839-303D-44F2-A5F6-5C1CDAE25E5F}" destId="{80486FE6-319A-469E-811F-897183BC05EA}" srcOrd="0" destOrd="0" presId="urn:microsoft.com/office/officeart/2008/layout/LinedList"/>
    <dgm:cxn modelId="{5F659295-022A-4073-A716-F8D43DB88374}" type="presParOf" srcId="{C698A839-303D-44F2-A5F6-5C1CDAE25E5F}" destId="{AF01F050-94A9-482A-BE8A-C05C97C2B473}" srcOrd="1" destOrd="0" presId="urn:microsoft.com/office/officeart/2008/layout/LinedList"/>
    <dgm:cxn modelId="{9C290424-35E2-4837-BA69-35212862D01A}" type="presParOf" srcId="{B7838A67-2DA3-4F77-B1B9-52FFC5E36346}" destId="{123B330A-EDC4-4B28-A789-4DD317F02CDB}" srcOrd="6" destOrd="0" presId="urn:microsoft.com/office/officeart/2008/layout/LinedList"/>
    <dgm:cxn modelId="{0F8F5AED-8E62-45E2-8E57-124164F77528}" type="presParOf" srcId="{B7838A67-2DA3-4F77-B1B9-52FFC5E36346}" destId="{A8CF2AB8-6D54-44DC-855C-FCD765A51CF0}" srcOrd="7" destOrd="0" presId="urn:microsoft.com/office/officeart/2008/layout/LinedList"/>
    <dgm:cxn modelId="{281F6BBF-A4A8-449B-891A-EFE97E157515}" type="presParOf" srcId="{A8CF2AB8-6D54-44DC-855C-FCD765A51CF0}" destId="{93583010-AD0B-425A-9279-0CF3F5ECADDB}" srcOrd="0" destOrd="0" presId="urn:microsoft.com/office/officeart/2008/layout/LinedList"/>
    <dgm:cxn modelId="{4F95085A-477A-42FB-B317-CDF71BFE2EE0}" type="presParOf" srcId="{A8CF2AB8-6D54-44DC-855C-FCD765A51CF0}" destId="{31982A27-AB77-4FF8-8ED2-79C9B1D50A49}" srcOrd="1" destOrd="0" presId="urn:microsoft.com/office/officeart/2008/layout/LinedList"/>
    <dgm:cxn modelId="{6E06F3E5-84D5-4800-BF6D-3E71D66DAE42}" type="presParOf" srcId="{B7838A67-2DA3-4F77-B1B9-52FFC5E36346}" destId="{A2BB1C45-A9FF-4B7B-A38D-A3FE4E854C57}" srcOrd="8" destOrd="0" presId="urn:microsoft.com/office/officeart/2008/layout/LinedList"/>
    <dgm:cxn modelId="{75C6B3FF-388A-44E5-B5B9-16F0ED8F6B95}" type="presParOf" srcId="{B7838A67-2DA3-4F77-B1B9-52FFC5E36346}" destId="{7B3EADD2-4B28-4BDB-8623-F2CEB8BC5D51}" srcOrd="9" destOrd="0" presId="urn:microsoft.com/office/officeart/2008/layout/LinedList"/>
    <dgm:cxn modelId="{E9D92B96-6662-4B6F-AF02-EF391A5D8E3B}" type="presParOf" srcId="{7B3EADD2-4B28-4BDB-8623-F2CEB8BC5D51}" destId="{ED8C4334-54D5-4BE1-8E2E-49D53D600254}" srcOrd="0" destOrd="0" presId="urn:microsoft.com/office/officeart/2008/layout/LinedList"/>
    <dgm:cxn modelId="{101F31B9-6736-4415-9F21-C6F4B5D83973}" type="presParOf" srcId="{7B3EADD2-4B28-4BDB-8623-F2CEB8BC5D51}" destId="{91219618-4705-4A19-B2E4-7EDD81A7EE69}" srcOrd="1" destOrd="0" presId="urn:microsoft.com/office/officeart/2008/layout/LinedList"/>
    <dgm:cxn modelId="{D8EA7E63-0DB2-4E13-ACB3-1D5A7A0FEAAB}" type="presParOf" srcId="{B7838A67-2DA3-4F77-B1B9-52FFC5E36346}" destId="{EB264C13-3723-4912-B3A4-31EE6EE81D8A}" srcOrd="10" destOrd="0" presId="urn:microsoft.com/office/officeart/2008/layout/LinedList"/>
    <dgm:cxn modelId="{DF7F9EE1-C7FE-45E7-A3CB-944E71182764}" type="presParOf" srcId="{B7838A67-2DA3-4F77-B1B9-52FFC5E36346}" destId="{3255B8AB-D511-467B-A333-5A4EF9AC6571}" srcOrd="11" destOrd="0" presId="urn:microsoft.com/office/officeart/2008/layout/LinedList"/>
    <dgm:cxn modelId="{9DBFEF62-5D09-4F05-9CAB-99E9848D9748}" type="presParOf" srcId="{3255B8AB-D511-467B-A333-5A4EF9AC6571}" destId="{DA52AA73-1E03-487F-A46C-491A40287A94}" srcOrd="0" destOrd="0" presId="urn:microsoft.com/office/officeart/2008/layout/LinedList"/>
    <dgm:cxn modelId="{0945989A-EE72-4928-962D-557D8881421C}" type="presParOf" srcId="{3255B8AB-D511-467B-A333-5A4EF9AC6571}" destId="{94A1DF14-C6F4-43E7-A981-4ABA9F224D14}" srcOrd="1" destOrd="0" presId="urn:microsoft.com/office/officeart/2008/layout/LinedList"/>
    <dgm:cxn modelId="{D3609F84-E205-46C3-A24D-E3EF22A52BBE}" type="presParOf" srcId="{B7838A67-2DA3-4F77-B1B9-52FFC5E36346}" destId="{1999AEC4-FBC8-47F0-9DE7-2892047F1CB2}" srcOrd="12" destOrd="0" presId="urn:microsoft.com/office/officeart/2008/layout/LinedList"/>
    <dgm:cxn modelId="{B80D511E-69B5-4149-BC23-7F7A370C1D89}" type="presParOf" srcId="{B7838A67-2DA3-4F77-B1B9-52FFC5E36346}" destId="{882561AD-CC5E-46D6-B361-BC49D8623FDF}" srcOrd="13" destOrd="0" presId="urn:microsoft.com/office/officeart/2008/layout/LinedList"/>
    <dgm:cxn modelId="{29A55418-8674-4057-8AB6-C6536E78E1AB}" type="presParOf" srcId="{882561AD-CC5E-46D6-B361-BC49D8623FDF}" destId="{CEA65304-0498-414C-88CB-AC805AEAA1C8}" srcOrd="0" destOrd="0" presId="urn:microsoft.com/office/officeart/2008/layout/LinedList"/>
    <dgm:cxn modelId="{E6218B56-CE0E-4DBE-841A-6C282361C003}" type="presParOf" srcId="{882561AD-CC5E-46D6-B361-BC49D8623FDF}" destId="{E579CA30-ECEA-4071-B920-B414BAD1F0E6}" srcOrd="1" destOrd="0" presId="urn:microsoft.com/office/officeart/2008/layout/LinedList"/>
    <dgm:cxn modelId="{7BEBD9FA-0A9D-4795-96AD-F39C22A51454}" type="presParOf" srcId="{B7838A67-2DA3-4F77-B1B9-52FFC5E36346}" destId="{5F73CEFC-E12C-41E9-8F2C-DDF27C15ADC7}" srcOrd="14" destOrd="0" presId="urn:microsoft.com/office/officeart/2008/layout/LinedList"/>
    <dgm:cxn modelId="{1B5890BD-E156-4B63-9813-8DDB623D9F0B}" type="presParOf" srcId="{B7838A67-2DA3-4F77-B1B9-52FFC5E36346}" destId="{159D94C8-8F68-4A01-8F65-92140F511FC2}" srcOrd="15" destOrd="0" presId="urn:microsoft.com/office/officeart/2008/layout/LinedList"/>
    <dgm:cxn modelId="{E63A087E-598D-435D-AF6D-417DF737F402}" type="presParOf" srcId="{159D94C8-8F68-4A01-8F65-92140F511FC2}" destId="{F2C1524D-E035-4685-96AA-BFB7AB90B467}" srcOrd="0" destOrd="0" presId="urn:microsoft.com/office/officeart/2008/layout/LinedList"/>
    <dgm:cxn modelId="{B86CBC32-4438-4507-802B-BE252EE8079C}" type="presParOf" srcId="{159D94C8-8F68-4A01-8F65-92140F511FC2}" destId="{3410D380-EC07-40E4-8BC0-60018172DB09}" srcOrd="1" destOrd="0" presId="urn:microsoft.com/office/officeart/2008/layout/LinedList"/>
    <dgm:cxn modelId="{7C9B77D3-7BE2-488C-9D3A-B60C72E68AA5}" type="presParOf" srcId="{B7838A67-2DA3-4F77-B1B9-52FFC5E36346}" destId="{88CE9D73-3A8A-42D1-A5A8-CA75775A82B2}" srcOrd="16" destOrd="0" presId="urn:microsoft.com/office/officeart/2008/layout/LinedList"/>
    <dgm:cxn modelId="{3FD7F6E7-25AD-4622-B41D-C8B092EE4E30}" type="presParOf" srcId="{B7838A67-2DA3-4F77-B1B9-52FFC5E36346}" destId="{0234EE3C-B624-4562-93C0-AA2AE59B3D53}" srcOrd="17" destOrd="0" presId="urn:microsoft.com/office/officeart/2008/layout/LinedList"/>
    <dgm:cxn modelId="{EE21AD31-7371-48F6-B580-F0911EBC4A62}" type="presParOf" srcId="{0234EE3C-B624-4562-93C0-AA2AE59B3D53}" destId="{33347193-230A-45A7-8E94-6F0332DE8E7C}" srcOrd="0" destOrd="0" presId="urn:microsoft.com/office/officeart/2008/layout/LinedList"/>
    <dgm:cxn modelId="{4187DC61-1347-43D9-84DB-5CDC5EC0A569}" type="presParOf" srcId="{0234EE3C-B624-4562-93C0-AA2AE59B3D53}" destId="{86E1525C-D158-4903-9672-02D02F436F8A}" srcOrd="1" destOrd="0" presId="urn:microsoft.com/office/officeart/2008/layout/LinedList"/>
    <dgm:cxn modelId="{31896841-4F61-4861-9D23-A691213CC0A7}" type="presParOf" srcId="{B7838A67-2DA3-4F77-B1B9-52FFC5E36346}" destId="{581554C1-4D80-4646-A780-2DFA2F30D45A}" srcOrd="18" destOrd="0" presId="urn:microsoft.com/office/officeart/2008/layout/LinedList"/>
    <dgm:cxn modelId="{C1D418CA-F20A-4BAF-8A79-497565A72250}" type="presParOf" srcId="{B7838A67-2DA3-4F77-B1B9-52FFC5E36346}" destId="{BA33F7D8-022D-4203-9D9E-163EEAB3EB2A}" srcOrd="19" destOrd="0" presId="urn:microsoft.com/office/officeart/2008/layout/LinedList"/>
    <dgm:cxn modelId="{E76D1C05-4DD3-4CB3-86E3-B6702D6A94EF}" type="presParOf" srcId="{BA33F7D8-022D-4203-9D9E-163EEAB3EB2A}" destId="{8D7C2646-8675-43B9-9B96-A7CE5F5616F0}" srcOrd="0" destOrd="0" presId="urn:microsoft.com/office/officeart/2008/layout/LinedList"/>
    <dgm:cxn modelId="{74756EE6-7309-4CDF-B72A-EEC8A8C93B97}" type="presParOf" srcId="{BA33F7D8-022D-4203-9D9E-163EEAB3EB2A}" destId="{657E155D-81A9-4C88-89BD-EECDDA82B03B}" srcOrd="1" destOrd="0" presId="urn:microsoft.com/office/officeart/2008/layout/LinedList"/>
    <dgm:cxn modelId="{CFF96687-2650-4EB5-A87C-03BB81ACBAFF}" type="presParOf" srcId="{B7838A67-2DA3-4F77-B1B9-52FFC5E36346}" destId="{AE8A9E66-A3C5-4B1D-85AF-EF852149822A}" srcOrd="20" destOrd="0" presId="urn:microsoft.com/office/officeart/2008/layout/LinedList"/>
    <dgm:cxn modelId="{C259D393-C91F-4A4D-9C1D-05856A0FED88}" type="presParOf" srcId="{B7838A67-2DA3-4F77-B1B9-52FFC5E36346}" destId="{7F4307AA-DCEF-404F-B5A6-3367788B9C40}" srcOrd="21" destOrd="0" presId="urn:microsoft.com/office/officeart/2008/layout/LinedList"/>
    <dgm:cxn modelId="{8B3DB495-49F5-47FF-8040-825A5D2812E2}" type="presParOf" srcId="{7F4307AA-DCEF-404F-B5A6-3367788B9C40}" destId="{146F12A5-9DF5-4A38-81A6-465DABC9BA2C}" srcOrd="0" destOrd="0" presId="urn:microsoft.com/office/officeart/2008/layout/LinedList"/>
    <dgm:cxn modelId="{6637304F-A076-4BE4-A708-387CDD98000F}" type="presParOf" srcId="{7F4307AA-DCEF-404F-B5A6-3367788B9C40}" destId="{70A35BBA-3A82-4A94-9485-2E32113BEF1F}" srcOrd="1" destOrd="0" presId="urn:microsoft.com/office/officeart/2008/layout/LinedList"/>
    <dgm:cxn modelId="{A4FC103E-7F75-48DC-A314-EB9A4D4DF445}" type="presParOf" srcId="{B7838A67-2DA3-4F77-B1B9-52FFC5E36346}" destId="{76E3F067-8341-4C98-858E-822198889892}" srcOrd="22" destOrd="0" presId="urn:microsoft.com/office/officeart/2008/layout/LinedList"/>
    <dgm:cxn modelId="{A12A103E-0B86-4552-A81F-A2D8B95EDE34}" type="presParOf" srcId="{B7838A67-2DA3-4F77-B1B9-52FFC5E36346}" destId="{7E7590BE-EFB5-4132-B349-508022D9C9F4}" srcOrd="23" destOrd="0" presId="urn:microsoft.com/office/officeart/2008/layout/LinedList"/>
    <dgm:cxn modelId="{C4004394-A995-491A-AF7D-62460203387B}" type="presParOf" srcId="{7E7590BE-EFB5-4132-B349-508022D9C9F4}" destId="{E6DEBA0C-123E-46F7-BE44-5A9EB66014AE}" srcOrd="0" destOrd="0" presId="urn:microsoft.com/office/officeart/2008/layout/LinedList"/>
    <dgm:cxn modelId="{F48D1A98-8D29-47AD-AB8E-15C1436E8F68}" type="presParOf" srcId="{7E7590BE-EFB5-4132-B349-508022D9C9F4}" destId="{A8D8F897-79B2-4848-8188-6949C0D9CBD1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8A32C18-BAF8-4AD0-8A95-0D06EE7B0FE3}">
      <dsp:nvSpPr>
        <dsp:cNvPr id="0" name=""/>
        <dsp:cNvSpPr/>
      </dsp:nvSpPr>
      <dsp:spPr>
        <a:xfrm>
          <a:off x="798850" y="1981"/>
          <a:ext cx="977906" cy="977906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DC132D5-6D27-4FDA-AC04-768660C121AE}">
      <dsp:nvSpPr>
        <dsp:cNvPr id="0" name=""/>
        <dsp:cNvSpPr/>
      </dsp:nvSpPr>
      <dsp:spPr>
        <a:xfrm>
          <a:off x="1007256" y="210387"/>
          <a:ext cx="561093" cy="56109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B9437CB-2BF4-4F74-A332-08627D1D9CAB}">
      <dsp:nvSpPr>
        <dsp:cNvPr id="0" name=""/>
        <dsp:cNvSpPr/>
      </dsp:nvSpPr>
      <dsp:spPr>
        <a:xfrm>
          <a:off x="486241" y="1284481"/>
          <a:ext cx="1603125" cy="11578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b="1" i="0" kern="1200" dirty="0"/>
            <a:t>Jibran Ahmad (Team Lead):</a:t>
          </a:r>
          <a:r>
            <a:rPr lang="en-US" sz="1200" b="0" i="0" kern="1200" dirty="0"/>
            <a:t> Overall project coordination, milestone tracking, sponsor alignment.</a:t>
          </a:r>
          <a:endParaRPr lang="en-US" sz="1200" kern="1200" dirty="0"/>
        </a:p>
      </dsp:txBody>
      <dsp:txXfrm>
        <a:off x="486241" y="1284481"/>
        <a:ext cx="1603125" cy="1157882"/>
      </dsp:txXfrm>
    </dsp:sp>
    <dsp:sp modelId="{937E9109-F994-4C6B-9246-26BE326557DC}">
      <dsp:nvSpPr>
        <dsp:cNvPr id="0" name=""/>
        <dsp:cNvSpPr/>
      </dsp:nvSpPr>
      <dsp:spPr>
        <a:xfrm>
          <a:off x="2682522" y="1981"/>
          <a:ext cx="977906" cy="977906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AEF1D0C-A813-43B5-8285-FAAB5C8AB639}">
      <dsp:nvSpPr>
        <dsp:cNvPr id="0" name=""/>
        <dsp:cNvSpPr/>
      </dsp:nvSpPr>
      <dsp:spPr>
        <a:xfrm>
          <a:off x="2890928" y="210387"/>
          <a:ext cx="561093" cy="56109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433E4D-69E3-4905-B9E1-AC699FC989DD}">
      <dsp:nvSpPr>
        <dsp:cNvPr id="0" name=""/>
        <dsp:cNvSpPr/>
      </dsp:nvSpPr>
      <dsp:spPr>
        <a:xfrm>
          <a:off x="2369913" y="1284481"/>
          <a:ext cx="1603125" cy="11578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b="1" i="0" kern="1200" dirty="0"/>
            <a:t>Maaz Ahmed (Product &amp; Development Lead):</a:t>
          </a:r>
          <a:r>
            <a:rPr lang="en-US" sz="1200" b="0" i="0" kern="1200" dirty="0"/>
            <a:t> Booking web app development, AI integration, deployment management.</a:t>
          </a:r>
          <a:endParaRPr lang="en-US" sz="1200" kern="1200" dirty="0"/>
        </a:p>
      </dsp:txBody>
      <dsp:txXfrm>
        <a:off x="2369913" y="1284481"/>
        <a:ext cx="1603125" cy="1157882"/>
      </dsp:txXfrm>
    </dsp:sp>
    <dsp:sp modelId="{873B8514-AEFA-421C-A608-F4A730B778BD}">
      <dsp:nvSpPr>
        <dsp:cNvPr id="0" name=""/>
        <dsp:cNvSpPr/>
      </dsp:nvSpPr>
      <dsp:spPr>
        <a:xfrm>
          <a:off x="4566194" y="1981"/>
          <a:ext cx="977906" cy="977906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2055984-97A2-438E-B36E-48CEC5943B1C}">
      <dsp:nvSpPr>
        <dsp:cNvPr id="0" name=""/>
        <dsp:cNvSpPr/>
      </dsp:nvSpPr>
      <dsp:spPr>
        <a:xfrm>
          <a:off x="4774600" y="210387"/>
          <a:ext cx="561093" cy="56109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EC0137-22B5-4862-A9F0-1C941288630E}">
      <dsp:nvSpPr>
        <dsp:cNvPr id="0" name=""/>
        <dsp:cNvSpPr/>
      </dsp:nvSpPr>
      <dsp:spPr>
        <a:xfrm>
          <a:off x="4253584" y="1284481"/>
          <a:ext cx="1603125" cy="11578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b="1" i="0" kern="1200" dirty="0"/>
            <a:t>Jasleen Kaur (CRM &amp; Process Analyst):</a:t>
          </a:r>
          <a:r>
            <a:rPr lang="en-US" sz="1200" b="0" i="0" kern="1200" dirty="0"/>
            <a:t> </a:t>
          </a:r>
          <a:r>
            <a:rPr lang="en-US" sz="1200" b="0" i="0" kern="1200" dirty="0" err="1"/>
            <a:t>Bitrix</a:t>
          </a:r>
          <a:r>
            <a:rPr lang="en-US" sz="1200" b="0" i="0" kern="1200" dirty="0"/>
            <a:t> CRM configuration, automation workflows, CRM integration.</a:t>
          </a:r>
          <a:endParaRPr lang="en-US" sz="1200" kern="1200" dirty="0"/>
        </a:p>
      </dsp:txBody>
      <dsp:txXfrm>
        <a:off x="4253584" y="1284481"/>
        <a:ext cx="1603125" cy="1157882"/>
      </dsp:txXfrm>
    </dsp:sp>
    <dsp:sp modelId="{0C13D595-7EB6-4951-98F4-6A12D25D1C25}">
      <dsp:nvSpPr>
        <dsp:cNvPr id="0" name=""/>
        <dsp:cNvSpPr/>
      </dsp:nvSpPr>
      <dsp:spPr>
        <a:xfrm>
          <a:off x="798850" y="2843144"/>
          <a:ext cx="977906" cy="977906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BE9B100-1C5B-4828-8FF0-A06EC35B7C29}">
      <dsp:nvSpPr>
        <dsp:cNvPr id="0" name=""/>
        <dsp:cNvSpPr/>
      </dsp:nvSpPr>
      <dsp:spPr>
        <a:xfrm>
          <a:off x="1007256" y="3051550"/>
          <a:ext cx="561093" cy="56109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4344E6-AAE6-4CED-B790-220FFF182B10}">
      <dsp:nvSpPr>
        <dsp:cNvPr id="0" name=""/>
        <dsp:cNvSpPr/>
      </dsp:nvSpPr>
      <dsp:spPr>
        <a:xfrm>
          <a:off x="486241" y="4125644"/>
          <a:ext cx="1603125" cy="11578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b="1" i="0" kern="1200" dirty="0"/>
            <a:t>Deepak Pathak (Testing &amp; Quality Manager):</a:t>
          </a:r>
          <a:r>
            <a:rPr lang="en-US" sz="1200" b="0" i="0" kern="1200" dirty="0"/>
            <a:t> Integration testing, UAT management, defect resolution.</a:t>
          </a:r>
          <a:endParaRPr lang="en-US" sz="1200" kern="1200" dirty="0"/>
        </a:p>
      </dsp:txBody>
      <dsp:txXfrm>
        <a:off x="486241" y="4125644"/>
        <a:ext cx="1603125" cy="1157882"/>
      </dsp:txXfrm>
    </dsp:sp>
    <dsp:sp modelId="{917BD97C-E7B3-41F3-83AF-6BB81C1CD086}">
      <dsp:nvSpPr>
        <dsp:cNvPr id="0" name=""/>
        <dsp:cNvSpPr/>
      </dsp:nvSpPr>
      <dsp:spPr>
        <a:xfrm>
          <a:off x="2682522" y="2843144"/>
          <a:ext cx="977906" cy="977906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4D45CF9-1582-4741-8EAE-96BE17D37A98}">
      <dsp:nvSpPr>
        <dsp:cNvPr id="0" name=""/>
        <dsp:cNvSpPr/>
      </dsp:nvSpPr>
      <dsp:spPr>
        <a:xfrm>
          <a:off x="2890928" y="3051550"/>
          <a:ext cx="561093" cy="561093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12336F5-4D9B-4DA1-BBA5-2A264E311758}">
      <dsp:nvSpPr>
        <dsp:cNvPr id="0" name=""/>
        <dsp:cNvSpPr/>
      </dsp:nvSpPr>
      <dsp:spPr>
        <a:xfrm>
          <a:off x="2369913" y="4125644"/>
          <a:ext cx="1603125" cy="11578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b="1" i="0" kern="1200" dirty="0"/>
            <a:t>Kainat Khan (Communications Manager):</a:t>
          </a:r>
          <a:r>
            <a:rPr lang="en-US" sz="1200" b="0" i="0" kern="1200" dirty="0"/>
            <a:t> Sponsor communication, documentation, sprint reviews.</a:t>
          </a:r>
          <a:endParaRPr lang="en-US" sz="1200" kern="1200" dirty="0"/>
        </a:p>
      </dsp:txBody>
      <dsp:txXfrm>
        <a:off x="2369913" y="4125644"/>
        <a:ext cx="1603125" cy="1157882"/>
      </dsp:txXfrm>
    </dsp:sp>
    <dsp:sp modelId="{9F4DB72C-D269-418F-8A8C-76881C551887}">
      <dsp:nvSpPr>
        <dsp:cNvPr id="0" name=""/>
        <dsp:cNvSpPr/>
      </dsp:nvSpPr>
      <dsp:spPr>
        <a:xfrm>
          <a:off x="4566194" y="2843144"/>
          <a:ext cx="977906" cy="977906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05A259E-1F06-4479-9AA3-CDB90BD72E14}">
      <dsp:nvSpPr>
        <dsp:cNvPr id="0" name=""/>
        <dsp:cNvSpPr/>
      </dsp:nvSpPr>
      <dsp:spPr>
        <a:xfrm>
          <a:off x="4774600" y="3051550"/>
          <a:ext cx="561093" cy="561093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E909B35-BD22-442E-A4F6-FFF34447FF6F}">
      <dsp:nvSpPr>
        <dsp:cNvPr id="0" name=""/>
        <dsp:cNvSpPr/>
      </dsp:nvSpPr>
      <dsp:spPr>
        <a:xfrm>
          <a:off x="4253584" y="4125644"/>
          <a:ext cx="1603125" cy="11578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b="1" i="0" kern="1200" dirty="0"/>
            <a:t>Anis Mirza (Training Coordinator):</a:t>
          </a:r>
          <a:r>
            <a:rPr lang="en-US" sz="1200" b="0" i="0" kern="1200" dirty="0"/>
            <a:t> User training, handoff support, transition documentation.</a:t>
          </a:r>
          <a:endParaRPr lang="en-US" sz="1200" kern="1200" dirty="0"/>
        </a:p>
      </dsp:txBody>
      <dsp:txXfrm>
        <a:off x="4253584" y="4125644"/>
        <a:ext cx="1603125" cy="115788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B2D6EF1-C62B-453B-8BD0-3166CD0688D0}">
      <dsp:nvSpPr>
        <dsp:cNvPr id="0" name=""/>
        <dsp:cNvSpPr/>
      </dsp:nvSpPr>
      <dsp:spPr>
        <a:xfrm>
          <a:off x="0" y="4102"/>
          <a:ext cx="5913437" cy="87387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D00D35D-447C-4C7D-8764-E08F44127307}">
      <dsp:nvSpPr>
        <dsp:cNvPr id="0" name=""/>
        <dsp:cNvSpPr/>
      </dsp:nvSpPr>
      <dsp:spPr>
        <a:xfrm>
          <a:off x="264346" y="200724"/>
          <a:ext cx="480630" cy="48063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BC0F3D0-8ED4-4EED-B33D-A1B54658B886}">
      <dsp:nvSpPr>
        <dsp:cNvPr id="0" name=""/>
        <dsp:cNvSpPr/>
      </dsp:nvSpPr>
      <dsp:spPr>
        <a:xfrm>
          <a:off x="1009324" y="4102"/>
          <a:ext cx="4904112" cy="8738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85" tIns="92485" rIns="92485" bIns="92485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Critical Path:</a:t>
          </a:r>
          <a:endParaRPr lang="en-US" sz="1700" kern="1200"/>
        </a:p>
      </dsp:txBody>
      <dsp:txXfrm>
        <a:off x="1009324" y="4102"/>
        <a:ext cx="4904112" cy="873874"/>
      </dsp:txXfrm>
    </dsp:sp>
    <dsp:sp modelId="{D7A25916-148F-4DD5-B6C1-2E24285AAD8B}">
      <dsp:nvSpPr>
        <dsp:cNvPr id="0" name=""/>
        <dsp:cNvSpPr/>
      </dsp:nvSpPr>
      <dsp:spPr>
        <a:xfrm>
          <a:off x="0" y="1096445"/>
          <a:ext cx="5913437" cy="87387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E041E75-5AB2-4392-AA6F-A5842BFD050F}">
      <dsp:nvSpPr>
        <dsp:cNvPr id="0" name=""/>
        <dsp:cNvSpPr/>
      </dsp:nvSpPr>
      <dsp:spPr>
        <a:xfrm>
          <a:off x="264346" y="1293066"/>
          <a:ext cx="480630" cy="48063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7C3BB0A-3FDD-4D3C-AA4B-3BCBB798D6AA}">
      <dsp:nvSpPr>
        <dsp:cNvPr id="0" name=""/>
        <dsp:cNvSpPr/>
      </dsp:nvSpPr>
      <dsp:spPr>
        <a:xfrm>
          <a:off x="1009324" y="1096445"/>
          <a:ext cx="4904112" cy="8738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85" tIns="92485" rIns="92485" bIns="92485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Requirements → Architecture → Booking Development → CRM Sync → Integration Testing → UAT → Final Fixes → Production</a:t>
          </a:r>
        </a:p>
      </dsp:txBody>
      <dsp:txXfrm>
        <a:off x="1009324" y="1096445"/>
        <a:ext cx="4904112" cy="873874"/>
      </dsp:txXfrm>
    </dsp:sp>
    <dsp:sp modelId="{DBCE09A4-968E-48A5-8B8D-98204A902E66}">
      <dsp:nvSpPr>
        <dsp:cNvPr id="0" name=""/>
        <dsp:cNvSpPr/>
      </dsp:nvSpPr>
      <dsp:spPr>
        <a:xfrm>
          <a:off x="0" y="2188787"/>
          <a:ext cx="5913437" cy="87387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33EA6F9-A46B-4AD8-9446-8009F182FC78}">
      <dsp:nvSpPr>
        <dsp:cNvPr id="0" name=""/>
        <dsp:cNvSpPr/>
      </dsp:nvSpPr>
      <dsp:spPr>
        <a:xfrm>
          <a:off x="264346" y="2385409"/>
          <a:ext cx="480630" cy="48063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59E2C90-D0E0-40AC-8156-43AE32B88165}">
      <dsp:nvSpPr>
        <dsp:cNvPr id="0" name=""/>
        <dsp:cNvSpPr/>
      </dsp:nvSpPr>
      <dsp:spPr>
        <a:xfrm>
          <a:off x="1009324" y="2188787"/>
          <a:ext cx="4904112" cy="8738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85" tIns="92485" rIns="92485" bIns="92485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Why?</a:t>
          </a:r>
          <a:endParaRPr lang="en-US" sz="1700" kern="1200"/>
        </a:p>
      </dsp:txBody>
      <dsp:txXfrm>
        <a:off x="1009324" y="2188787"/>
        <a:ext cx="4904112" cy="873874"/>
      </dsp:txXfrm>
    </dsp:sp>
    <dsp:sp modelId="{A26A159B-23DF-48A5-9E6E-1FD203BF354E}">
      <dsp:nvSpPr>
        <dsp:cNvPr id="0" name=""/>
        <dsp:cNvSpPr/>
      </dsp:nvSpPr>
      <dsp:spPr>
        <a:xfrm>
          <a:off x="0" y="3281130"/>
          <a:ext cx="5913437" cy="87387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F276F1B-D587-4505-A2C7-4C1F86175B7D}">
      <dsp:nvSpPr>
        <dsp:cNvPr id="0" name=""/>
        <dsp:cNvSpPr/>
      </dsp:nvSpPr>
      <dsp:spPr>
        <a:xfrm>
          <a:off x="264346" y="3477752"/>
          <a:ext cx="480630" cy="48063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716FAFE-E86B-4BB4-9782-E73D78A4155A}">
      <dsp:nvSpPr>
        <dsp:cNvPr id="0" name=""/>
        <dsp:cNvSpPr/>
      </dsp:nvSpPr>
      <dsp:spPr>
        <a:xfrm>
          <a:off x="1009324" y="3281130"/>
          <a:ext cx="4904112" cy="8738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85" tIns="92485" rIns="92485" bIns="92485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These tasks are sequential and dependent.</a:t>
          </a:r>
          <a:br>
            <a:rPr lang="en-US" sz="1700" kern="1200"/>
          </a:br>
          <a:r>
            <a:rPr lang="en-US" sz="1700" kern="1200"/>
            <a:t>Any delay in these directly delays final deployment and semester completion.</a:t>
          </a:r>
        </a:p>
      </dsp:txBody>
      <dsp:txXfrm>
        <a:off x="1009324" y="3281130"/>
        <a:ext cx="4904112" cy="873874"/>
      </dsp:txXfrm>
    </dsp:sp>
    <dsp:sp modelId="{2340FC0E-1AF4-442F-A401-C0EC3B3C6425}">
      <dsp:nvSpPr>
        <dsp:cNvPr id="0" name=""/>
        <dsp:cNvSpPr/>
      </dsp:nvSpPr>
      <dsp:spPr>
        <a:xfrm>
          <a:off x="0" y="4373473"/>
          <a:ext cx="5913437" cy="87387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BA016F8-9717-44AA-AFDF-B57D53452BEA}">
      <dsp:nvSpPr>
        <dsp:cNvPr id="0" name=""/>
        <dsp:cNvSpPr/>
      </dsp:nvSpPr>
      <dsp:spPr>
        <a:xfrm>
          <a:off x="264346" y="4570094"/>
          <a:ext cx="480630" cy="48063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B9E2C95-DB2F-4295-9E96-F893D26A7B0F}">
      <dsp:nvSpPr>
        <dsp:cNvPr id="0" name=""/>
        <dsp:cNvSpPr/>
      </dsp:nvSpPr>
      <dsp:spPr>
        <a:xfrm>
          <a:off x="1009324" y="4373473"/>
          <a:ext cx="4904112" cy="8738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85" tIns="92485" rIns="92485" bIns="92485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Estimated Critical Duration:</a:t>
          </a:r>
          <a:br>
            <a:rPr lang="en-US" sz="1700" kern="1200"/>
          </a:br>
          <a:r>
            <a:rPr lang="en-US" sz="1700" kern="1200"/>
            <a:t>Jan 22 – Apr 10 (~11 weeks)</a:t>
          </a:r>
        </a:p>
      </dsp:txBody>
      <dsp:txXfrm>
        <a:off x="1009324" y="4373473"/>
        <a:ext cx="4904112" cy="87387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C5DC925-BF68-4EA5-9C4B-1BD27C6A28F2}">
      <dsp:nvSpPr>
        <dsp:cNvPr id="0" name=""/>
        <dsp:cNvSpPr/>
      </dsp:nvSpPr>
      <dsp:spPr>
        <a:xfrm>
          <a:off x="0" y="1878"/>
          <a:ext cx="1014069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2421F2-C294-4E6E-BE1D-8225F4F7A214}">
      <dsp:nvSpPr>
        <dsp:cNvPr id="0" name=""/>
        <dsp:cNvSpPr/>
      </dsp:nvSpPr>
      <dsp:spPr>
        <a:xfrm>
          <a:off x="0" y="1878"/>
          <a:ext cx="10140695" cy="3202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🔹 Key Dependencies Identified</a:t>
          </a:r>
          <a:endParaRPr lang="en-US" sz="1600" kern="1200"/>
        </a:p>
      </dsp:txBody>
      <dsp:txXfrm>
        <a:off x="0" y="1878"/>
        <a:ext cx="10140695" cy="320287"/>
      </dsp:txXfrm>
    </dsp:sp>
    <dsp:sp modelId="{523ED454-17D3-48A2-BC14-A6177C80F8E5}">
      <dsp:nvSpPr>
        <dsp:cNvPr id="0" name=""/>
        <dsp:cNvSpPr/>
      </dsp:nvSpPr>
      <dsp:spPr>
        <a:xfrm>
          <a:off x="0" y="322166"/>
          <a:ext cx="1014069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9AC858B-7814-4EB7-90E8-8B0FEB6A014D}">
      <dsp:nvSpPr>
        <dsp:cNvPr id="0" name=""/>
        <dsp:cNvSpPr/>
      </dsp:nvSpPr>
      <dsp:spPr>
        <a:xfrm>
          <a:off x="0" y="322166"/>
          <a:ext cx="10140695" cy="3202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Requirements Finalization → System Architecture Approval</a:t>
          </a:r>
        </a:p>
      </dsp:txBody>
      <dsp:txXfrm>
        <a:off x="0" y="322166"/>
        <a:ext cx="10140695" cy="320287"/>
      </dsp:txXfrm>
    </dsp:sp>
    <dsp:sp modelId="{D42BA0A1-F254-4173-9AB5-D4B831A414A6}">
      <dsp:nvSpPr>
        <dsp:cNvPr id="0" name=""/>
        <dsp:cNvSpPr/>
      </dsp:nvSpPr>
      <dsp:spPr>
        <a:xfrm>
          <a:off x="0" y="642453"/>
          <a:ext cx="1014069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0486FE6-319A-469E-811F-897183BC05EA}">
      <dsp:nvSpPr>
        <dsp:cNvPr id="0" name=""/>
        <dsp:cNvSpPr/>
      </dsp:nvSpPr>
      <dsp:spPr>
        <a:xfrm>
          <a:off x="0" y="642453"/>
          <a:ext cx="10140695" cy="3202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Architecture Approval → Development Activities</a:t>
          </a:r>
        </a:p>
      </dsp:txBody>
      <dsp:txXfrm>
        <a:off x="0" y="642453"/>
        <a:ext cx="10140695" cy="320287"/>
      </dsp:txXfrm>
    </dsp:sp>
    <dsp:sp modelId="{123B330A-EDC4-4B28-A789-4DD317F02CDB}">
      <dsp:nvSpPr>
        <dsp:cNvPr id="0" name=""/>
        <dsp:cNvSpPr/>
      </dsp:nvSpPr>
      <dsp:spPr>
        <a:xfrm>
          <a:off x="0" y="962741"/>
          <a:ext cx="1014069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3583010-AD0B-425A-9279-0CF3F5ECADDB}">
      <dsp:nvSpPr>
        <dsp:cNvPr id="0" name=""/>
        <dsp:cNvSpPr/>
      </dsp:nvSpPr>
      <dsp:spPr>
        <a:xfrm>
          <a:off x="0" y="962741"/>
          <a:ext cx="10140695" cy="3202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Booking Web App &amp; Bitrix Configuration → Booking + CRM Sync</a:t>
          </a:r>
        </a:p>
      </dsp:txBody>
      <dsp:txXfrm>
        <a:off x="0" y="962741"/>
        <a:ext cx="10140695" cy="320287"/>
      </dsp:txXfrm>
    </dsp:sp>
    <dsp:sp modelId="{A2BB1C45-A9FF-4B7B-A38D-A3FE4E854C57}">
      <dsp:nvSpPr>
        <dsp:cNvPr id="0" name=""/>
        <dsp:cNvSpPr/>
      </dsp:nvSpPr>
      <dsp:spPr>
        <a:xfrm>
          <a:off x="0" y="1283028"/>
          <a:ext cx="1014069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D8C4334-54D5-4BE1-8E2E-49D53D600254}">
      <dsp:nvSpPr>
        <dsp:cNvPr id="0" name=""/>
        <dsp:cNvSpPr/>
      </dsp:nvSpPr>
      <dsp:spPr>
        <a:xfrm>
          <a:off x="0" y="1283028"/>
          <a:ext cx="10140695" cy="3202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Booking + CRM Sync → Integration Testing</a:t>
          </a:r>
        </a:p>
      </dsp:txBody>
      <dsp:txXfrm>
        <a:off x="0" y="1283028"/>
        <a:ext cx="10140695" cy="320287"/>
      </dsp:txXfrm>
    </dsp:sp>
    <dsp:sp modelId="{EB264C13-3723-4912-B3A4-31EE6EE81D8A}">
      <dsp:nvSpPr>
        <dsp:cNvPr id="0" name=""/>
        <dsp:cNvSpPr/>
      </dsp:nvSpPr>
      <dsp:spPr>
        <a:xfrm>
          <a:off x="0" y="1603316"/>
          <a:ext cx="1014069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A52AA73-1E03-487F-A46C-491A40287A94}">
      <dsp:nvSpPr>
        <dsp:cNvPr id="0" name=""/>
        <dsp:cNvSpPr/>
      </dsp:nvSpPr>
      <dsp:spPr>
        <a:xfrm>
          <a:off x="0" y="1603316"/>
          <a:ext cx="10140695" cy="3202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Integration Testing → UAT → Final Fixes</a:t>
          </a:r>
        </a:p>
      </dsp:txBody>
      <dsp:txXfrm>
        <a:off x="0" y="1603316"/>
        <a:ext cx="10140695" cy="320287"/>
      </dsp:txXfrm>
    </dsp:sp>
    <dsp:sp modelId="{1999AEC4-FBC8-47F0-9DE7-2892047F1CB2}">
      <dsp:nvSpPr>
        <dsp:cNvPr id="0" name=""/>
        <dsp:cNvSpPr/>
      </dsp:nvSpPr>
      <dsp:spPr>
        <a:xfrm>
          <a:off x="0" y="1923603"/>
          <a:ext cx="1014069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EA65304-0498-414C-88CB-AC805AEAA1C8}">
      <dsp:nvSpPr>
        <dsp:cNvPr id="0" name=""/>
        <dsp:cNvSpPr/>
      </dsp:nvSpPr>
      <dsp:spPr>
        <a:xfrm>
          <a:off x="0" y="1923603"/>
          <a:ext cx="10140695" cy="3202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Final Fixes → Production Deployment</a:t>
          </a:r>
        </a:p>
      </dsp:txBody>
      <dsp:txXfrm>
        <a:off x="0" y="1923603"/>
        <a:ext cx="10140695" cy="320287"/>
      </dsp:txXfrm>
    </dsp:sp>
    <dsp:sp modelId="{5F73CEFC-E12C-41E9-8F2C-DDF27C15ADC7}">
      <dsp:nvSpPr>
        <dsp:cNvPr id="0" name=""/>
        <dsp:cNvSpPr/>
      </dsp:nvSpPr>
      <dsp:spPr>
        <a:xfrm>
          <a:off x="0" y="2243890"/>
          <a:ext cx="1014069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2C1524D-E035-4685-96AA-BFB7AB90B467}">
      <dsp:nvSpPr>
        <dsp:cNvPr id="0" name=""/>
        <dsp:cNvSpPr/>
      </dsp:nvSpPr>
      <dsp:spPr>
        <a:xfrm>
          <a:off x="0" y="2243890"/>
          <a:ext cx="10140695" cy="3202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🔹 Parallel Activities</a:t>
          </a:r>
          <a:endParaRPr lang="en-US" sz="1600" kern="1200"/>
        </a:p>
      </dsp:txBody>
      <dsp:txXfrm>
        <a:off x="0" y="2243890"/>
        <a:ext cx="10140695" cy="320287"/>
      </dsp:txXfrm>
    </dsp:sp>
    <dsp:sp modelId="{88CE9D73-3A8A-42D1-A5A8-CA75775A82B2}">
      <dsp:nvSpPr>
        <dsp:cNvPr id="0" name=""/>
        <dsp:cNvSpPr/>
      </dsp:nvSpPr>
      <dsp:spPr>
        <a:xfrm>
          <a:off x="0" y="2564178"/>
          <a:ext cx="1014069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3347193-230A-45A7-8E94-6F0332DE8E7C}">
      <dsp:nvSpPr>
        <dsp:cNvPr id="0" name=""/>
        <dsp:cNvSpPr/>
      </dsp:nvSpPr>
      <dsp:spPr>
        <a:xfrm>
          <a:off x="0" y="2564178"/>
          <a:ext cx="10140695" cy="3202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Booking Web App Development and Bitrix Configuration run in parallel.</a:t>
          </a:r>
        </a:p>
      </dsp:txBody>
      <dsp:txXfrm>
        <a:off x="0" y="2564178"/>
        <a:ext cx="10140695" cy="320287"/>
      </dsp:txXfrm>
    </dsp:sp>
    <dsp:sp modelId="{581554C1-4D80-4646-A780-2DFA2F30D45A}">
      <dsp:nvSpPr>
        <dsp:cNvPr id="0" name=""/>
        <dsp:cNvSpPr/>
      </dsp:nvSpPr>
      <dsp:spPr>
        <a:xfrm>
          <a:off x="0" y="2884465"/>
          <a:ext cx="1014069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D7C2646-8675-43B9-9B96-A7CE5F5616F0}">
      <dsp:nvSpPr>
        <dsp:cNvPr id="0" name=""/>
        <dsp:cNvSpPr/>
      </dsp:nvSpPr>
      <dsp:spPr>
        <a:xfrm>
          <a:off x="0" y="2884465"/>
          <a:ext cx="10140695" cy="3202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AI Setup and CRM Automation occur during development phase.</a:t>
          </a:r>
        </a:p>
      </dsp:txBody>
      <dsp:txXfrm>
        <a:off x="0" y="2884465"/>
        <a:ext cx="10140695" cy="320287"/>
      </dsp:txXfrm>
    </dsp:sp>
    <dsp:sp modelId="{AE8A9E66-A3C5-4B1D-85AF-EF852149822A}">
      <dsp:nvSpPr>
        <dsp:cNvPr id="0" name=""/>
        <dsp:cNvSpPr/>
      </dsp:nvSpPr>
      <dsp:spPr>
        <a:xfrm>
          <a:off x="0" y="3204753"/>
          <a:ext cx="1014069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46F12A5-9DF5-4A38-81A6-465DABC9BA2C}">
      <dsp:nvSpPr>
        <dsp:cNvPr id="0" name=""/>
        <dsp:cNvSpPr/>
      </dsp:nvSpPr>
      <dsp:spPr>
        <a:xfrm>
          <a:off x="0" y="3204753"/>
          <a:ext cx="10140695" cy="3202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🔹 Critical Path</a:t>
          </a:r>
          <a:endParaRPr lang="en-US" sz="1600" kern="1200"/>
        </a:p>
      </dsp:txBody>
      <dsp:txXfrm>
        <a:off x="0" y="3204753"/>
        <a:ext cx="10140695" cy="320287"/>
      </dsp:txXfrm>
    </dsp:sp>
    <dsp:sp modelId="{76E3F067-8341-4C98-858E-822198889892}">
      <dsp:nvSpPr>
        <dsp:cNvPr id="0" name=""/>
        <dsp:cNvSpPr/>
      </dsp:nvSpPr>
      <dsp:spPr>
        <a:xfrm>
          <a:off x="0" y="3525040"/>
          <a:ext cx="1014069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DEBA0C-123E-46F7-BE44-5A9EB66014AE}">
      <dsp:nvSpPr>
        <dsp:cNvPr id="0" name=""/>
        <dsp:cNvSpPr/>
      </dsp:nvSpPr>
      <dsp:spPr>
        <a:xfrm>
          <a:off x="0" y="3525040"/>
          <a:ext cx="10140695" cy="3202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Requirements → Architecture → Development → Sync → Testing → Deployment</a:t>
          </a:r>
        </a:p>
      </dsp:txBody>
      <dsp:txXfrm>
        <a:off x="0" y="3525040"/>
        <a:ext cx="10140695" cy="32028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7C632F0-465E-4685-DBA9-09983247D96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7A6817-D0BA-3AE4-F3FB-EE3956D9649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C4D190-ED93-41BD-888E-4045902EEBE6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82BF87-DA0E-6FB1-A96B-687A1279808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6B20B1-E2F0-CDED-2171-FD5D83D1F20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D28B54-C5C1-45E6-AC4C-76F24A1BE6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159284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760" y="0"/>
            <a:ext cx="2971800" cy="45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592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640"/>
            <a:ext cx="5486400" cy="3600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360"/>
            <a:ext cx="2971800" cy="45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760" y="8685360"/>
            <a:ext cx="2971800" cy="45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 hdr="0" ftr="0" dt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:notes"/>
          <p:cNvSpPr txBox="1">
            <a:spLocks noGrp="1"/>
          </p:cNvSpPr>
          <p:nvPr>
            <p:ph type="body" idx="1"/>
          </p:nvPr>
        </p:nvSpPr>
        <p:spPr>
          <a:xfrm>
            <a:off x="685800" y="4400640"/>
            <a:ext cx="5486400" cy="360036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7" name="Google Shape;28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r>
              <a:rPr lang="en-US"/>
              <a:t>1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7652133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079461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0144021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1867413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70946579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9582293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322586402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7636075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642870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0081129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6041975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105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gmuedu.sharepoint.com/:x:/r/sites/ISTCapstone-ProfHine-GRP-IT492-006F25andIT493-006S25/Shared%20Documents/IT492-006%20F25%20and%20IT493-014%20S25/Team%20Folders/Team%204/IT493/Assignments%20(completed)/Work%20Breakdown%20Schedule.xlsx?d=w7ae74fe66228422d8fa6d321177123fc&amp;csf=1&amp;web=1&amp;e=bhToww" TargetMode="Externa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2.sv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1" name="Google Shape;291;p6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6120" y="0"/>
            <a:ext cx="5904000" cy="6793992"/>
          </a:xfrm>
          <a:prstGeom prst="rect">
            <a:avLst/>
          </a:prstGeom>
          <a:noFill/>
          <a:ln>
            <a:noFill/>
          </a:ln>
          <a:effectLst>
            <a:outerShdw dist="139498" dir="2700000">
              <a:srgbClr val="333333">
                <a:alpha val="64705"/>
              </a:srgbClr>
            </a:outerShdw>
          </a:effectLst>
        </p:spPr>
      </p:pic>
      <p:sp>
        <p:nvSpPr>
          <p:cNvPr id="292" name="Google Shape;292;p66"/>
          <p:cNvSpPr txBox="1"/>
          <p:nvPr/>
        </p:nvSpPr>
        <p:spPr>
          <a:xfrm>
            <a:off x="8762382" y="4894200"/>
            <a:ext cx="5536332" cy="1002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Tour Catchers LLC</a:t>
            </a:r>
            <a:br>
              <a:rPr lang="en-US" sz="2800" i="0" u="none" strike="noStrike" cap="none" dirty="0"/>
            </a:br>
            <a:endParaRPr sz="2800" i="0" u="none" strike="noStrike" cap="none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66"/>
          <p:cNvSpPr txBox="1"/>
          <p:nvPr/>
        </p:nvSpPr>
        <p:spPr>
          <a:xfrm>
            <a:off x="10311687" y="5397570"/>
            <a:ext cx="2101320" cy="13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Team #4</a:t>
            </a:r>
            <a:endParaRPr sz="2400" b="0" i="0" u="none" strike="noStrike" cap="none" dirty="0"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None/>
            </a:pPr>
            <a:endParaRPr sz="2400" b="0" i="0" u="none" strike="noStrike" cap="none" dirty="0"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None/>
            </a:pPr>
            <a:endParaRPr sz="2400" b="0" i="0" u="none" strike="noStrike" cap="none" dirty="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4" name="Google Shape;294;p66" descr="A close-up of a logo&#10;&#10;AI-generated content may be incorrect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610480" y="136440"/>
            <a:ext cx="3413520" cy="100224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292;p66">
            <a:extLst>
              <a:ext uri="{FF2B5EF4-FFF2-40B4-BE49-F238E27FC236}">
                <a16:creationId xmlns:a16="http://schemas.microsoft.com/office/drawing/2014/main" id="{078ADC92-41B1-9FF6-0A93-CB5D02EA5ADC}"/>
              </a:ext>
            </a:extLst>
          </p:cNvPr>
          <p:cNvSpPr txBox="1"/>
          <p:nvPr/>
        </p:nvSpPr>
        <p:spPr>
          <a:xfrm>
            <a:off x="2599770" y="3432975"/>
            <a:ext cx="9331797" cy="10117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r"/>
            <a:r>
              <a:rPr lang="en-US" sz="3200" b="1" dirty="0">
                <a:latin typeface="Calibri"/>
                <a:ea typeface="Calibri"/>
                <a:cs typeface="Calibri"/>
              </a:rPr>
              <a:t>IT 493 Assignment 6</a:t>
            </a:r>
            <a:endParaRPr lang="en-US" dirty="0"/>
          </a:p>
          <a:p>
            <a:r>
              <a:rPr lang="en-US" sz="3200" b="1" dirty="0">
                <a:latin typeface="Calibri"/>
                <a:ea typeface="Calibri"/>
                <a:cs typeface="Calibri"/>
              </a:rPr>
              <a:t>P                                           </a:t>
            </a:r>
            <a:r>
              <a:rPr lang="en-US" sz="3200" b="1" dirty="0" err="1">
                <a:latin typeface="Calibri"/>
                <a:ea typeface="Calibri"/>
                <a:cs typeface="Calibri"/>
              </a:rPr>
              <a:t>roject</a:t>
            </a:r>
            <a:r>
              <a:rPr lang="en-US" sz="3200" b="1" dirty="0">
                <a:latin typeface="Calibri"/>
                <a:ea typeface="Calibri"/>
                <a:cs typeface="Calibri"/>
              </a:rPr>
              <a:t> Schedule Management </a:t>
            </a:r>
            <a:endParaRPr sz="3200" b="1" dirty="0">
              <a:latin typeface="Calibri"/>
              <a:ea typeface="Calibri"/>
              <a:cs typeface="Calibri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F093AFE-758B-72AD-4C64-E6DDE407EC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19485" y="6247273"/>
            <a:ext cx="811019" cy="503578"/>
          </a:xfrm>
        </p:spPr>
        <p:txBody>
          <a:bodyPr/>
          <a:lstStyle/>
          <a:p>
            <a:fld id="{00000000-1234-1234-1234-123412341234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0CABCAE3-64FC-4149-819F-2C18128241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012FDCFE-9AD2-4D8A-8CBF-B3AA37EBF6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FBD463FC-4CA8-4FF4-85A3-AF9F4B98D2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A56012FD-74A8-4C91-B318-435CF2B719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1C2A4B30-77D7-4FFB-8B53-A88BD68CAB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C4E0451-3F9B-A82C-3EFE-559D68CBBFD0}"/>
              </a:ext>
            </a:extLst>
          </p:cNvPr>
          <p:cNvSpPr txBox="1"/>
          <p:nvPr/>
        </p:nvSpPr>
        <p:spPr>
          <a:xfrm>
            <a:off x="1451580" y="804519"/>
            <a:ext cx="4325112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800" kern="1200" cap="all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Project Overview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373AAE2E-5D6B-4952-A4BB-546C49F8DE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51579" y="1853754"/>
            <a:ext cx="432511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4" name="Rectangle 33">
            <a:extLst>
              <a:ext uri="{FF2B5EF4-FFF2-40B4-BE49-F238E27FC236}">
                <a16:creationId xmlns:a16="http://schemas.microsoft.com/office/drawing/2014/main" id="{01E4D783-AD45-49E7-B6C7-BBACB82906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838524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B080C9E-01F6-A4A2-6E3A-0682C698438D}"/>
              </a:ext>
            </a:extLst>
          </p:cNvPr>
          <p:cNvSpPr txBox="1"/>
          <p:nvPr/>
        </p:nvSpPr>
        <p:spPr>
          <a:xfrm>
            <a:off x="1451579" y="2015732"/>
            <a:ext cx="4325113" cy="4074172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pPr>
              <a:lnSpc>
                <a:spcPct val="120000"/>
              </a:lnSpc>
              <a:spcAft>
                <a:spcPts val="600"/>
              </a:spcAft>
              <a:buClr>
                <a:schemeClr val="accent1"/>
              </a:buClr>
              <a:buSzPct val="100000"/>
            </a:pPr>
            <a:r>
              <a:rPr lang="en-US" sz="19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Project: </a:t>
            </a:r>
            <a:r>
              <a:rPr lang="en-US" sz="19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TourCatchers</a:t>
            </a:r>
            <a:r>
              <a:rPr lang="en-US" sz="19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Booking + AI + CRM Integration</a:t>
            </a:r>
            <a:br>
              <a:rPr lang="en-US" sz="19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9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Sponsor: </a:t>
            </a:r>
            <a:r>
              <a:rPr lang="en-US" sz="19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Sheeraz Ahmed</a:t>
            </a:r>
            <a:br>
              <a:rPr lang="en-US" sz="19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9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Goal: </a:t>
            </a:r>
            <a:r>
              <a:rPr lang="en-US" sz="19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Implement web booking platform with </a:t>
            </a:r>
            <a:r>
              <a:rPr lang="en-US" sz="19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Bitrix</a:t>
            </a:r>
            <a:r>
              <a:rPr lang="en-US" sz="19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CRM and Dialpad AI integration.</a:t>
            </a:r>
          </a:p>
          <a:p>
            <a:pPr indent="-228600">
              <a:lnSpc>
                <a:spcPct val="120000"/>
              </a:lnSpc>
              <a:spcAft>
                <a:spcPts val="6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</a:pPr>
            <a:endParaRPr lang="en-US" sz="19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>
              <a:lnSpc>
                <a:spcPct val="120000"/>
              </a:lnSpc>
              <a:spcAft>
                <a:spcPts val="600"/>
              </a:spcAft>
              <a:buClr>
                <a:schemeClr val="accent1"/>
              </a:buClr>
              <a:buSzPct val="100000"/>
            </a:pPr>
            <a:r>
              <a:rPr lang="en-US" sz="19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Major Deliverables:</a:t>
            </a:r>
          </a:p>
          <a:p>
            <a:pPr marL="571500" indent="-342900">
              <a:lnSpc>
                <a:spcPct val="120000"/>
              </a:lnSpc>
              <a:spcAft>
                <a:spcPts val="600"/>
              </a:spcAft>
              <a:buClr>
                <a:schemeClr val="accent1"/>
              </a:buClr>
              <a:buSzPct val="100000"/>
              <a:buFont typeface="+mj-lt"/>
              <a:buAutoNum type="arabicPeriod"/>
            </a:pPr>
            <a:r>
              <a:rPr lang="en-US" sz="19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Booking Web App</a:t>
            </a:r>
          </a:p>
          <a:p>
            <a:pPr marL="571500" indent="-342900">
              <a:lnSpc>
                <a:spcPct val="120000"/>
              </a:lnSpc>
              <a:spcAft>
                <a:spcPts val="600"/>
              </a:spcAft>
              <a:buClr>
                <a:schemeClr val="accent1"/>
              </a:buClr>
              <a:buSzPct val="100000"/>
              <a:buFont typeface="+mj-lt"/>
              <a:buAutoNum type="arabicPeriod"/>
            </a:pPr>
            <a:r>
              <a:rPr lang="en-US" sz="19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Bitrix</a:t>
            </a:r>
            <a:r>
              <a:rPr lang="en-US" sz="19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CRM Configuration</a:t>
            </a:r>
          </a:p>
          <a:p>
            <a:pPr marL="571500" indent="-342900">
              <a:lnSpc>
                <a:spcPct val="120000"/>
              </a:lnSpc>
              <a:spcAft>
                <a:spcPts val="600"/>
              </a:spcAft>
              <a:buClr>
                <a:schemeClr val="accent1"/>
              </a:buClr>
              <a:buSzPct val="100000"/>
              <a:buFont typeface="+mj-lt"/>
              <a:buAutoNum type="arabicPeriod"/>
            </a:pPr>
            <a:r>
              <a:rPr lang="en-US" sz="19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Dialpad AI Integration</a:t>
            </a:r>
          </a:p>
          <a:p>
            <a:pPr marL="571500" indent="-342900">
              <a:lnSpc>
                <a:spcPct val="120000"/>
              </a:lnSpc>
              <a:spcAft>
                <a:spcPts val="600"/>
              </a:spcAft>
              <a:buClr>
                <a:schemeClr val="accent1"/>
              </a:buClr>
              <a:buSzPct val="100000"/>
              <a:buFont typeface="+mj-lt"/>
              <a:buAutoNum type="arabicPeriod"/>
            </a:pPr>
            <a:r>
              <a:rPr lang="en-US" sz="19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Admin Dashboard</a:t>
            </a:r>
          </a:p>
          <a:p>
            <a:pPr marL="571500" indent="-342900">
              <a:lnSpc>
                <a:spcPct val="120000"/>
              </a:lnSpc>
              <a:spcAft>
                <a:spcPts val="600"/>
              </a:spcAft>
              <a:buClr>
                <a:schemeClr val="accent1"/>
              </a:buClr>
              <a:buSzPct val="100000"/>
              <a:buFont typeface="+mj-lt"/>
              <a:buAutoNum type="arabicPeriod"/>
            </a:pPr>
            <a:r>
              <a:rPr lang="en-US" sz="19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Full Integration &amp; Production Launch</a:t>
            </a:r>
          </a:p>
          <a:p>
            <a:pPr indent="-228600">
              <a:lnSpc>
                <a:spcPct val="120000"/>
              </a:lnSpc>
              <a:spcAft>
                <a:spcPts val="6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</a:pPr>
            <a:endParaRPr lang="en-US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35" name="Graphic 34" descr="Call center">
            <a:extLst>
              <a:ext uri="{FF2B5EF4-FFF2-40B4-BE49-F238E27FC236}">
                <a16:creationId xmlns:a16="http://schemas.microsoft.com/office/drawing/2014/main" id="{62FE243E-CA10-2D8A-19AB-A0FB447F0C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17733" y="1128652"/>
            <a:ext cx="4637119" cy="4637119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7FD4F1-5A62-58BA-897E-BD3DD51E28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61469" y="6245541"/>
            <a:ext cx="811019" cy="503578"/>
          </a:xfrm>
        </p:spPr>
        <p:txBody>
          <a:bodyPr/>
          <a:lstStyle/>
          <a:p>
            <a:fld id="{00000000-1234-1234-1234-12341234123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28496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829F13F-3E42-5A33-AE88-17292B85B709}"/>
              </a:ext>
            </a:extLst>
          </p:cNvPr>
          <p:cNvSpPr txBox="1"/>
          <p:nvPr/>
        </p:nvSpPr>
        <p:spPr>
          <a:xfrm>
            <a:off x="3575304" y="255729"/>
            <a:ext cx="524534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Work Breakdown Schedule (Excel)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F6A617-542C-DA11-FC83-7BB61E8F3F1A}"/>
              </a:ext>
            </a:extLst>
          </p:cNvPr>
          <p:cNvSpPr txBox="1"/>
          <p:nvPr/>
        </p:nvSpPr>
        <p:spPr>
          <a:xfrm>
            <a:off x="6095239" y="829957"/>
            <a:ext cx="5704816" cy="276998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600" b="1"/>
              <a:t>Tool Used: Microsoft Excel </a:t>
            </a:r>
            <a:r>
              <a:rPr lang="en-US" sz="1600" dirty="0">
                <a:hlinkClick r:id="rId2"/>
              </a:rPr>
              <a:t>Work Breakdown Schedule.xlsx</a:t>
            </a:r>
            <a:endParaRPr lang="en-US"/>
          </a:p>
          <a:p>
            <a:endParaRPr lang="en-US" sz="1600" dirty="0"/>
          </a:p>
          <a:p>
            <a:r>
              <a:rPr lang="en-US" sz="1600" dirty="0"/>
              <a:t>The project plan was developed in Microsoft Excel including:</a:t>
            </a:r>
          </a:p>
          <a:p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Level 3 Work Breakdown Structure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Start and End dates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Assigned resources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Dependencies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Critical path tracking</a:t>
            </a:r>
          </a:p>
          <a:p>
            <a:endParaRPr lang="en-US" sz="1600" dirty="0"/>
          </a:p>
          <a:p>
            <a:endParaRPr lang="en-US" dirty="0"/>
          </a:p>
        </p:txBody>
      </p:sp>
      <p:pic>
        <p:nvPicPr>
          <p:cNvPr id="2" name="Picture 1" descr="A schedule of work breakdown schedule&#10;&#10;AI-generated content may be incorrect.">
            <a:extLst>
              <a:ext uri="{FF2B5EF4-FFF2-40B4-BE49-F238E27FC236}">
                <a16:creationId xmlns:a16="http://schemas.microsoft.com/office/drawing/2014/main" id="{60FF1871-58EA-19D6-374C-947E477E07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201" y="826943"/>
            <a:ext cx="5527098" cy="414770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Picture 5" descr="A table with text and numbers&#10;&#10;AI-generated content may be incorrect.">
            <a:extLst>
              <a:ext uri="{FF2B5EF4-FFF2-40B4-BE49-F238E27FC236}">
                <a16:creationId xmlns:a16="http://schemas.microsoft.com/office/drawing/2014/main" id="{3E05B361-4E2F-50A7-A93F-1709DC7A9E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3335" y="3151909"/>
            <a:ext cx="6100330" cy="320213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74FC5B1-E7E4-7B38-C1A7-AD473CF06F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76635" y="6352048"/>
            <a:ext cx="811019" cy="503578"/>
          </a:xfrm>
        </p:spPr>
        <p:txBody>
          <a:bodyPr/>
          <a:lstStyle/>
          <a:p>
            <a:fld id="{00000000-1234-1234-1234-12341234123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94005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1FC83E-C0F8-143B-E2BC-224364E88F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Rectangle 56">
            <a:extLst>
              <a:ext uri="{FF2B5EF4-FFF2-40B4-BE49-F238E27FC236}">
                <a16:creationId xmlns:a16="http://schemas.microsoft.com/office/drawing/2014/main" id="{17424F32-2789-4FF9-8E8A-1252284BF6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59" name="Picture 58">
            <a:extLst>
              <a:ext uri="{FF2B5EF4-FFF2-40B4-BE49-F238E27FC236}">
                <a16:creationId xmlns:a16="http://schemas.microsoft.com/office/drawing/2014/main" id="{D708C46E-BB60-4B97-8327-D3A475C008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8042755C-F24C-4D08-8E4C-E646382C3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63E94A00-1A92-47F4-9E2D-E51DFF9016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 useBgFill="1">
        <p:nvSpPr>
          <p:cNvPr id="63" name="Rectangle 62">
            <a:extLst>
              <a:ext uri="{FF2B5EF4-FFF2-40B4-BE49-F238E27FC236}">
                <a16:creationId xmlns:a16="http://schemas.microsoft.com/office/drawing/2014/main" id="{32D32A60-013B-47A8-8833-D242408091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AE27932B-B694-4C4C-90D7-A0333A7C58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D06431-D9B5-350D-4C53-918C4FC42271}"/>
              </a:ext>
            </a:extLst>
          </p:cNvPr>
          <p:cNvSpPr txBox="1"/>
          <p:nvPr/>
        </p:nvSpPr>
        <p:spPr>
          <a:xfrm>
            <a:off x="1451579" y="2303047"/>
            <a:ext cx="3272093" cy="267419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200" kern="1200" cap="all">
                <a:solidFill>
                  <a:schemeClr val="tx1"/>
                </a:solidFill>
                <a:latin typeface="+mj-lt"/>
                <a:ea typeface="+mj-ea"/>
                <a:cs typeface="+mj-cs"/>
              </a:rPr>
              <a:t>Assigned Duty</a:t>
            </a:r>
          </a:p>
        </p:txBody>
      </p: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9EBB0476-5CF0-4F44-8D68-5D42D7AEE4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51579" y="2146542"/>
            <a:ext cx="327209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56" name="Title 1">
            <a:extLst>
              <a:ext uri="{FF2B5EF4-FFF2-40B4-BE49-F238E27FC236}">
                <a16:creationId xmlns:a16="http://schemas.microsoft.com/office/drawing/2014/main" id="{A9DA474E-6B91-4200-840F-0257B2358A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51580" y="3122496"/>
            <a:ext cx="3530157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all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pic>
        <p:nvPicPr>
          <p:cNvPr id="58" name="Picture 57">
            <a:extLst>
              <a:ext uri="{FF2B5EF4-FFF2-40B4-BE49-F238E27FC236}">
                <a16:creationId xmlns:a16="http://schemas.microsoft.com/office/drawing/2014/main" id="{DF63C9AD-AE6E-4512-8171-91612E84C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FE1A49CE-B63D-457A-A180-1C883E1A63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6" name="TextBox 35">
            <a:extLst>
              <a:ext uri="{FF2B5EF4-FFF2-40B4-BE49-F238E27FC236}">
                <a16:creationId xmlns:a16="http://schemas.microsoft.com/office/drawing/2014/main" id="{422BC95E-AD26-54E7-7E39-B6C792A4DF4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00799875"/>
              </p:ext>
            </p:extLst>
          </p:nvPr>
        </p:nvGraphicFramePr>
        <p:xfrm>
          <a:off x="5151057" y="667234"/>
          <a:ext cx="6342951" cy="528550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71" name="Slide Number Placeholder 70">
            <a:extLst>
              <a:ext uri="{FF2B5EF4-FFF2-40B4-BE49-F238E27FC236}">
                <a16:creationId xmlns:a16="http://schemas.microsoft.com/office/drawing/2014/main" id="{9E46C9F1-7FA4-CFE6-430A-D911F46434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76635" y="6228223"/>
            <a:ext cx="811019" cy="503578"/>
          </a:xfrm>
        </p:spPr>
        <p:txBody>
          <a:bodyPr/>
          <a:lstStyle/>
          <a:p>
            <a:fld id="{00000000-1234-1234-1234-12341234123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5636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C85D9C-51A4-7870-0F34-B4CCC3DB73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7424F32-2789-4FF9-8E8A-1252284BF6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708C46E-BB60-4B97-8327-D3A475C008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042755C-F24C-4D08-8E4C-E646382C3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3E94A00-1A92-47F4-9E2D-E51DFF9016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1A86B93D-0879-4BC3-B616-90E5044828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20E885D-F4D2-48FD-95D9-DA0751F3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838524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78C757B-4B1F-0702-F2D1-5592665C02DA}"/>
              </a:ext>
            </a:extLst>
          </p:cNvPr>
          <p:cNvSpPr txBox="1"/>
          <p:nvPr/>
        </p:nvSpPr>
        <p:spPr>
          <a:xfrm>
            <a:off x="7555992" y="2307409"/>
            <a:ext cx="3157577" cy="374731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200" kern="1200" cap="all">
                <a:solidFill>
                  <a:schemeClr val="tx1"/>
                </a:solidFill>
                <a:latin typeface="+mj-lt"/>
                <a:ea typeface="+mj-ea"/>
                <a:cs typeface="+mj-cs"/>
              </a:rPr>
              <a:t>CRITICAL PATH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39EC1CB8-4497-451C-9F6C-6BC9B65056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555992" y="2146542"/>
            <a:ext cx="3157578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5" name="Title 1">
            <a:extLst>
              <a:ext uri="{FF2B5EF4-FFF2-40B4-BE49-F238E27FC236}">
                <a16:creationId xmlns:a16="http://schemas.microsoft.com/office/drawing/2014/main" id="{A599AF7C-8D7E-4D1B-AB28-587084B3DE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51580" y="3122496"/>
            <a:ext cx="3530157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all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graphicFrame>
        <p:nvGraphicFramePr>
          <p:cNvPr id="8" name="TextBox 4">
            <a:extLst>
              <a:ext uri="{FF2B5EF4-FFF2-40B4-BE49-F238E27FC236}">
                <a16:creationId xmlns:a16="http://schemas.microsoft.com/office/drawing/2014/main" id="{3189DE2B-B089-374B-1C3F-0EAF371A25C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2629406"/>
              </p:ext>
            </p:extLst>
          </p:nvPr>
        </p:nvGraphicFramePr>
        <p:xfrm>
          <a:off x="1136347" y="803275"/>
          <a:ext cx="5913437" cy="52514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76" name="Slide Number Placeholder 75">
            <a:extLst>
              <a:ext uri="{FF2B5EF4-FFF2-40B4-BE49-F238E27FC236}">
                <a16:creationId xmlns:a16="http://schemas.microsoft.com/office/drawing/2014/main" id="{3027ED25-5F19-30BB-C523-91ABB4AD1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52810" y="6132973"/>
            <a:ext cx="811019" cy="503578"/>
          </a:xfrm>
        </p:spPr>
        <p:txBody>
          <a:bodyPr/>
          <a:lstStyle/>
          <a:p>
            <a:fld id="{00000000-1234-1234-1234-12341234123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0030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58ADF9-37EE-D265-B93F-2DE6927B84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673BF4E-7977-7436-0231-1694AA43C15B}"/>
              </a:ext>
            </a:extLst>
          </p:cNvPr>
          <p:cNvSpPr txBox="1"/>
          <p:nvPr/>
        </p:nvSpPr>
        <p:spPr>
          <a:xfrm>
            <a:off x="4434840" y="471619"/>
            <a:ext cx="37433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/>
              <a:t>Burst &amp; Merge Activities</a:t>
            </a:r>
            <a:endParaRPr lang="en-US" sz="24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BA37AE3-DE76-5733-43EA-109F3546D2E9}"/>
              </a:ext>
            </a:extLst>
          </p:cNvPr>
          <p:cNvSpPr txBox="1"/>
          <p:nvPr/>
        </p:nvSpPr>
        <p:spPr>
          <a:xfrm>
            <a:off x="1252728" y="1206144"/>
            <a:ext cx="9838944" cy="49859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🔹 Burst Activities</a:t>
            </a:r>
          </a:p>
          <a:p>
            <a:r>
              <a:rPr lang="en-US" sz="1600" dirty="0"/>
              <a:t>(A single activity that leads to multiple subsequent activities)</a:t>
            </a:r>
          </a:p>
          <a:p>
            <a:r>
              <a:rPr lang="en-US" sz="1600" b="1" dirty="0"/>
              <a:t>System Architecture Approval</a:t>
            </a:r>
            <a:br>
              <a:rPr lang="en-US" sz="1600" dirty="0"/>
            </a:br>
            <a:r>
              <a:rPr lang="en-US" sz="1600" dirty="0"/>
              <a:t>→ Leads to Booking Web App Development</a:t>
            </a:r>
            <a:br>
              <a:rPr lang="en-US" sz="1600" dirty="0"/>
            </a:br>
            <a:r>
              <a:rPr lang="en-US" sz="1600" dirty="0"/>
              <a:t>→ Leads to </a:t>
            </a:r>
            <a:r>
              <a:rPr lang="en-US" sz="1600" dirty="0" err="1"/>
              <a:t>Bitrix</a:t>
            </a:r>
            <a:r>
              <a:rPr lang="en-US" sz="1600" dirty="0"/>
              <a:t> Configuration</a:t>
            </a:r>
          </a:p>
          <a:p>
            <a:r>
              <a:rPr lang="en-US" sz="1600" b="1" dirty="0"/>
              <a:t>Booking Web App Development</a:t>
            </a:r>
            <a:br>
              <a:rPr lang="en-US" sz="1600" dirty="0"/>
            </a:br>
            <a:r>
              <a:rPr lang="en-US" sz="1600" dirty="0"/>
              <a:t>→ Leads to Dialpad AI Setup</a:t>
            </a:r>
            <a:br>
              <a:rPr lang="en-US" sz="1600" dirty="0"/>
            </a:br>
            <a:r>
              <a:rPr lang="en-US" sz="1600" dirty="0"/>
              <a:t>→ Leads to Booking + CRM Sync</a:t>
            </a:r>
          </a:p>
          <a:p>
            <a:br>
              <a:rPr lang="en-US" sz="1600" dirty="0"/>
            </a:br>
            <a:endParaRPr lang="en-US" sz="1600" dirty="0"/>
          </a:p>
          <a:p>
            <a:r>
              <a:rPr lang="en-US" sz="1600" b="1" dirty="0"/>
              <a:t>🔹 Merge Activities</a:t>
            </a:r>
          </a:p>
          <a:p>
            <a:r>
              <a:rPr lang="en-US" sz="1600" dirty="0"/>
              <a:t>(An activity that requires multiple predecessor tasks before it can begin)</a:t>
            </a:r>
          </a:p>
          <a:p>
            <a:r>
              <a:rPr lang="en-US" sz="1600" b="1" dirty="0"/>
              <a:t>Booking + CRM Sync</a:t>
            </a:r>
            <a:br>
              <a:rPr lang="en-US" sz="1600" dirty="0"/>
            </a:br>
            <a:r>
              <a:rPr lang="en-US" sz="1600" dirty="0"/>
              <a:t>← Requires Booking Web App Development</a:t>
            </a:r>
            <a:br>
              <a:rPr lang="en-US" sz="1600" dirty="0"/>
            </a:br>
            <a:r>
              <a:rPr lang="en-US" sz="1600" dirty="0"/>
              <a:t>← Requires </a:t>
            </a:r>
            <a:r>
              <a:rPr lang="en-US" sz="1600" dirty="0" err="1"/>
              <a:t>Bitrix</a:t>
            </a:r>
            <a:r>
              <a:rPr lang="en-US" sz="1600" dirty="0"/>
              <a:t> Configuration</a:t>
            </a:r>
          </a:p>
          <a:p>
            <a:r>
              <a:rPr lang="en-US" sz="1600" b="1" dirty="0"/>
              <a:t>Integration Testing</a:t>
            </a:r>
            <a:br>
              <a:rPr lang="en-US" sz="1600" dirty="0"/>
            </a:br>
            <a:r>
              <a:rPr lang="en-US" sz="1600" dirty="0"/>
              <a:t>← Requires Booking + CRM Sync</a:t>
            </a:r>
          </a:p>
          <a:p>
            <a:r>
              <a:rPr lang="en-US" sz="1600" b="1" dirty="0"/>
              <a:t>Production Deployment</a:t>
            </a:r>
            <a:br>
              <a:rPr lang="en-US" sz="1600" dirty="0"/>
            </a:br>
            <a:r>
              <a:rPr lang="en-US" sz="1600" dirty="0"/>
              <a:t>← Requires Final Fixes</a:t>
            </a:r>
          </a:p>
          <a:p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46BB7FE-FEC8-C926-4CA4-F2605E399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81385" y="6190123"/>
            <a:ext cx="811019" cy="503578"/>
          </a:xfrm>
        </p:spPr>
        <p:txBody>
          <a:bodyPr/>
          <a:lstStyle/>
          <a:p>
            <a:fld id="{00000000-1234-1234-1234-12341234123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25522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F7F51BD-16D0-D10A-CE31-336C643BE4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37">
            <a:extLst>
              <a:ext uri="{FF2B5EF4-FFF2-40B4-BE49-F238E27FC236}">
                <a16:creationId xmlns:a16="http://schemas.microsoft.com/office/drawing/2014/main" id="{1CE580D1-F917-4567-AFB4-99AA9B52AD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1F5620B8-A2D8-4568-B566-F0453A0D91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1C7D2BA4-4B7A-4596-8BCC-5CF7154238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4977F1E1-2B6F-4BB6-899F-67D8764D83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 useBgFill="1">
        <p:nvSpPr>
          <p:cNvPr id="46" name="Rectangle 45">
            <a:extLst>
              <a:ext uri="{FF2B5EF4-FFF2-40B4-BE49-F238E27FC236}">
                <a16:creationId xmlns:a16="http://schemas.microsoft.com/office/drawing/2014/main" id="{EC17D08F-2133-44A9-B28C-CB29928FA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0CC36881-E309-4C41-8B5B-203AADC15F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869F744-6793-F99E-F5E4-AD5D4EA84000}"/>
              </a:ext>
            </a:extLst>
          </p:cNvPr>
          <p:cNvSpPr txBox="1"/>
          <p:nvPr/>
        </p:nvSpPr>
        <p:spPr>
          <a:xfrm>
            <a:off x="659301" y="1474969"/>
            <a:ext cx="2823919" cy="1868760"/>
          </a:xfrm>
          <a:prstGeom prst="rect">
            <a:avLst/>
          </a:prstGeom>
        </p:spPr>
        <p:txBody>
          <a:bodyPr vert="horz" lIns="91440" tIns="45720" rIns="91440" bIns="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kern="1200" cap="all">
                <a:solidFill>
                  <a:schemeClr val="tx1"/>
                </a:solidFill>
                <a:latin typeface="+mj-lt"/>
                <a:ea typeface="+mj-ea"/>
                <a:cs typeface="+mj-cs"/>
              </a:rPr>
              <a:t>Network Diagram </a:t>
            </a:r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84F2C6A8-7D46-49EA-860B-0F0B020843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59301" y="3528543"/>
            <a:ext cx="2823919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52" name="Group 51">
            <a:extLst>
              <a:ext uri="{FF2B5EF4-FFF2-40B4-BE49-F238E27FC236}">
                <a16:creationId xmlns:a16="http://schemas.microsoft.com/office/drawing/2014/main" id="{AED92372-F778-4E96-9E90-4E63BAF3CA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979389" y="482171"/>
            <a:ext cx="7560115" cy="5149101"/>
            <a:chOff x="7463258" y="583365"/>
            <a:chExt cx="7560115" cy="5181928"/>
          </a:xfrm>
        </p:grpSpPr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EB4EC089-8B60-43F4-9BF5-1F0B0E398E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3258" y="583365"/>
              <a:ext cx="7560115" cy="5181928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1C0BAC91-1725-4E5A-92CE-F5A2EB066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776317" y="915807"/>
              <a:ext cx="6928279" cy="4494927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59C20A5C-BDDB-F0AB-988D-E2E142CD556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903" r="-2" b="4908"/>
          <a:stretch>
            <a:fillRect/>
          </a:stretch>
        </p:blipFill>
        <p:spPr>
          <a:xfrm>
            <a:off x="4618374" y="1116345"/>
            <a:ext cx="6282919" cy="3866172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4B61EBEC-D0CA-456C-98A6-EDA1AC9FB0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718A71EB-D327-4458-85FB-26336B2BA0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FEF29AE-0DEF-E14C-D512-45B88895A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90885" y="6247273"/>
            <a:ext cx="811019" cy="503578"/>
          </a:xfrm>
        </p:spPr>
        <p:txBody>
          <a:bodyPr/>
          <a:lstStyle/>
          <a:p>
            <a:fld id="{00000000-1234-1234-1234-12341234123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92062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F3C215-6699-51AF-6C95-5ECCC20078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CD36CAB-EBFA-4B53-7E25-9717DEEE09E7}"/>
              </a:ext>
            </a:extLst>
          </p:cNvPr>
          <p:cNvSpPr txBox="1"/>
          <p:nvPr/>
        </p:nvSpPr>
        <p:spPr>
          <a:xfrm>
            <a:off x="4782312" y="274017"/>
            <a:ext cx="35541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/>
              <a:t>Activity</a:t>
            </a:r>
            <a:r>
              <a:rPr lang="en-US" sz="2400"/>
              <a:t> </a:t>
            </a:r>
            <a:r>
              <a:rPr lang="en-US" sz="2400" b="1"/>
              <a:t>Dependencies</a:t>
            </a:r>
            <a:endParaRPr lang="en-US" sz="2400" b="1" dirty="0"/>
          </a:p>
        </p:txBody>
      </p:sp>
      <p:graphicFrame>
        <p:nvGraphicFramePr>
          <p:cNvPr id="27" name="TextBox 4">
            <a:extLst>
              <a:ext uri="{FF2B5EF4-FFF2-40B4-BE49-F238E27FC236}">
                <a16:creationId xmlns:a16="http://schemas.microsoft.com/office/drawing/2014/main" id="{59DC8443-78E0-18E2-D279-C84DC36C3C6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86613097"/>
              </p:ext>
            </p:extLst>
          </p:nvPr>
        </p:nvGraphicFramePr>
        <p:xfrm>
          <a:off x="1069848" y="1389888"/>
          <a:ext cx="10140695" cy="384720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9" name="Slide Number Placeholder 78">
            <a:extLst>
              <a:ext uri="{FF2B5EF4-FFF2-40B4-BE49-F238E27FC236}">
                <a16:creationId xmlns:a16="http://schemas.microsoft.com/office/drawing/2014/main" id="{621395B3-A556-7813-24EC-42ACAAF4B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90910" y="6209173"/>
            <a:ext cx="811019" cy="503578"/>
          </a:xfrm>
        </p:spPr>
        <p:txBody>
          <a:bodyPr/>
          <a:lstStyle/>
          <a:p>
            <a:fld id="{00000000-1234-1234-1234-12341234123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57179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49431C-F6CB-D468-FAFD-9E89A39726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CABCAE3-64FC-4149-819F-2C18128241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12FDCFE-9AD2-4D8A-8CBF-B3AA37EBF6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BD463FC-4CA8-4FF4-85A3-AF9F4B98D2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56012FD-74A8-4C91-B318-435CF2B719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35C3D674-3D59-4E93-80CA-0C0A9095E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884B8F8-FDC9-498B-9960-5D7260AFCB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53896" y="1847088"/>
            <a:ext cx="417737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4D3C5CF-DD6D-61E6-61C2-08861710DC2A}"/>
              </a:ext>
            </a:extLst>
          </p:cNvPr>
          <p:cNvSpPr txBox="1"/>
          <p:nvPr/>
        </p:nvSpPr>
        <p:spPr>
          <a:xfrm>
            <a:off x="1451580" y="804520"/>
            <a:ext cx="4176511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200" kern="1200" cap="all">
                <a:solidFill>
                  <a:schemeClr val="tx1"/>
                </a:solidFill>
                <a:latin typeface="+mj-lt"/>
                <a:ea typeface="+mj-ea"/>
                <a:cs typeface="+mj-cs"/>
              </a:rPr>
              <a:t>Risks &amp; Mitigation Strategy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F2A81E1-BCBE-426B-8C09-33274E6940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C70A300-6345-14EB-86D9-B3123CC82A22}"/>
              </a:ext>
            </a:extLst>
          </p:cNvPr>
          <p:cNvSpPr txBox="1"/>
          <p:nvPr/>
        </p:nvSpPr>
        <p:spPr>
          <a:xfrm>
            <a:off x="1451581" y="2015732"/>
            <a:ext cx="4172212" cy="345061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  <a:buClr>
                <a:schemeClr val="accent1"/>
              </a:buClr>
              <a:buSzPct val="100000"/>
            </a:pPr>
            <a:r>
              <a:rPr lang="en-US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🔹 Identified Risks</a:t>
            </a:r>
          </a:p>
          <a:p>
            <a:pPr indent="-228600">
              <a:lnSpc>
                <a:spcPct val="110000"/>
              </a:lnSpc>
              <a:spcAft>
                <a:spcPts val="6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Development delays</a:t>
            </a:r>
          </a:p>
          <a:p>
            <a:pPr indent="-228600">
              <a:lnSpc>
                <a:spcPct val="110000"/>
              </a:lnSpc>
              <a:spcAft>
                <a:spcPts val="6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Integration issues between Booking &amp; CRM</a:t>
            </a:r>
          </a:p>
          <a:p>
            <a:pPr indent="-228600">
              <a:lnSpc>
                <a:spcPct val="110000"/>
              </a:lnSpc>
              <a:spcAft>
                <a:spcPts val="6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UAT approval delays</a:t>
            </a:r>
          </a:p>
          <a:p>
            <a:pPr indent="-228600">
              <a:lnSpc>
                <a:spcPct val="110000"/>
              </a:lnSpc>
              <a:spcAft>
                <a:spcPts val="6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Sponsor availability constraints</a:t>
            </a:r>
          </a:p>
          <a:p>
            <a:pPr indent="-228600">
              <a:lnSpc>
                <a:spcPct val="110000"/>
              </a:lnSpc>
              <a:spcAft>
                <a:spcPts val="6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</a:pPr>
            <a:endParaRPr lang="en-US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>
              <a:lnSpc>
                <a:spcPct val="110000"/>
              </a:lnSpc>
              <a:spcAft>
                <a:spcPts val="600"/>
              </a:spcAft>
              <a:buClr>
                <a:schemeClr val="accent1"/>
              </a:buClr>
              <a:buSzPct val="100000"/>
            </a:pPr>
            <a:r>
              <a:rPr lang="en-US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🔹 Mitigation Strategies</a:t>
            </a:r>
          </a:p>
          <a:p>
            <a:pPr indent="-228600">
              <a:lnSpc>
                <a:spcPct val="110000"/>
              </a:lnSpc>
              <a:spcAft>
                <a:spcPts val="6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Weekly sponsor check-ins</a:t>
            </a:r>
          </a:p>
          <a:p>
            <a:pPr indent="-228600">
              <a:lnSpc>
                <a:spcPct val="110000"/>
              </a:lnSpc>
              <a:spcAft>
                <a:spcPts val="6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Mid-sprint review for early issue detection</a:t>
            </a:r>
          </a:p>
          <a:p>
            <a:pPr indent="-228600">
              <a:lnSpc>
                <a:spcPct val="110000"/>
              </a:lnSpc>
              <a:spcAft>
                <a:spcPts val="6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Parallel development where possible</a:t>
            </a:r>
          </a:p>
          <a:p>
            <a:pPr indent="-228600">
              <a:lnSpc>
                <a:spcPct val="110000"/>
              </a:lnSpc>
              <a:spcAft>
                <a:spcPts val="6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Buffer time before deployment</a:t>
            </a:r>
          </a:p>
          <a:p>
            <a:pPr indent="-228600">
              <a:lnSpc>
                <a:spcPct val="110000"/>
              </a:lnSpc>
              <a:spcAft>
                <a:spcPts val="6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Clear task ownership and milestone tracking</a:t>
            </a:r>
          </a:p>
          <a:p>
            <a:pPr indent="-228600">
              <a:lnSpc>
                <a:spcPct val="110000"/>
              </a:lnSpc>
              <a:spcAft>
                <a:spcPts val="6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</a:pPr>
            <a:endParaRPr lang="en-US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9" name="Graphic 8" descr="Warning">
            <a:extLst>
              <a:ext uri="{FF2B5EF4-FFF2-40B4-BE49-F238E27FC236}">
                <a16:creationId xmlns:a16="http://schemas.microsoft.com/office/drawing/2014/main" id="{75865004-BD86-73F2-4716-F0AE4F4AA4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44251" y="805583"/>
            <a:ext cx="4660762" cy="4660762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39D1DDD4-5BB3-45BA-B9B3-06B62299AD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A24DAE64-2302-42EA-8239-F2F0775CA5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F68B5D0-0802-12CF-A91E-6461F343B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52810" y="6228223"/>
            <a:ext cx="811019" cy="503578"/>
          </a:xfrm>
        </p:spPr>
        <p:txBody>
          <a:bodyPr/>
          <a:lstStyle/>
          <a:p>
            <a:fld id="{00000000-1234-1234-1234-12341234123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37911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D4FCFF-FD95-932B-D68C-D5DD6F20AB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E8184F5-BB85-3A59-9563-12035687B31A}"/>
              </a:ext>
            </a:extLst>
          </p:cNvPr>
          <p:cNvSpPr txBox="1"/>
          <p:nvPr/>
        </p:nvSpPr>
        <p:spPr>
          <a:xfrm>
            <a:off x="4241967" y="495874"/>
            <a:ext cx="37080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Citation and References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46C615-550C-3D4E-9876-9F0A909F5BA5}"/>
              </a:ext>
            </a:extLst>
          </p:cNvPr>
          <p:cNvSpPr txBox="1"/>
          <p:nvPr/>
        </p:nvSpPr>
        <p:spPr>
          <a:xfrm>
            <a:off x="960397" y="1391649"/>
            <a:ext cx="5892985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/>
              <a:t>Project Management Institute (PMI).</a:t>
            </a:r>
            <a:r>
              <a:rPr lang="en-US" i="1" dirty="0"/>
              <a:t> (2021). A Guide to the Project Management Body of Knowledge (PMBOK® Guide) – 7th Edition. Project Management Institute.</a:t>
            </a:r>
            <a:br>
              <a:rPr lang="en-US" i="1" dirty="0"/>
            </a:br>
            <a:r>
              <a:rPr lang="en-US" i="1" dirty="0"/>
              <a:t>→ Used for schedule management, WBS structure, critical path, and dependency analysis concepts.</a:t>
            </a:r>
          </a:p>
          <a:p>
            <a:r>
              <a:rPr lang="en-US" b="1" i="1" dirty="0"/>
              <a:t>George Mason University – IT493 Course Materials.</a:t>
            </a:r>
            <a:r>
              <a:rPr lang="en-US" i="1" dirty="0"/>
              <a:t> (2025). Module 3–6: Project Schedule Management, WBS Development, and Network Diagrams.</a:t>
            </a:r>
            <a:br>
              <a:rPr lang="en-US" i="1" dirty="0"/>
            </a:br>
            <a:r>
              <a:rPr lang="en-US" i="1" dirty="0"/>
              <a:t>→ Used for assignment requirements, burst/merge activity definitions, and schedule documentation standards.</a:t>
            </a:r>
          </a:p>
          <a:p>
            <a:r>
              <a:rPr lang="en-US" b="1" i="1" dirty="0"/>
              <a:t>George Mason University – IT493 Assignment 6: Project Schedule Management Guidelines.</a:t>
            </a:r>
            <a:r>
              <a:rPr lang="en-US" i="1" dirty="0"/>
              <a:t> (2025).</a:t>
            </a:r>
            <a:br>
              <a:rPr lang="en-US" i="1" dirty="0"/>
            </a:br>
            <a:r>
              <a:rPr lang="en-US" i="1" dirty="0"/>
              <a:t>→ Used to structure WBS to Level 3, identify dependencies, define critical path, and assign resources.</a:t>
            </a:r>
          </a:p>
          <a:p>
            <a:r>
              <a:rPr lang="en-US" b="1" i="1" dirty="0" err="1"/>
              <a:t>TourCatchers</a:t>
            </a:r>
            <a:r>
              <a:rPr lang="en-US" b="1" i="1" dirty="0"/>
              <a:t> LLC – Business Requirements &amp; Sponsor Meetings.</a:t>
            </a:r>
            <a:r>
              <a:rPr lang="en-US" i="1" dirty="0"/>
              <a:t> (2026). Internal project documentation.</a:t>
            </a:r>
            <a:br>
              <a:rPr lang="en-US" i="1" dirty="0"/>
            </a:br>
            <a:r>
              <a:rPr lang="en-US" i="1" dirty="0"/>
              <a:t>→ Used to define scope, development activities, testing phases, and deployment timeline.</a:t>
            </a:r>
          </a:p>
          <a:p>
            <a:r>
              <a:rPr lang="en-US" b="1" i="1" dirty="0"/>
              <a:t>Microsoft Excel (2025).</a:t>
            </a:r>
            <a:r>
              <a:rPr lang="en-US" i="1" dirty="0"/>
              <a:t> Schedule tracking and dependency mapping tool used for project timeline creation.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809E863-7580-0244-240B-B4F45FAF3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24235" y="6190123"/>
            <a:ext cx="811019" cy="503578"/>
          </a:xfrm>
        </p:spPr>
        <p:txBody>
          <a:bodyPr/>
          <a:lstStyle/>
          <a:p>
            <a:fld id="{00000000-1234-1234-1234-123412341234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8958505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3C62FAA8EF8B742B6DC8585DFBEBC22" ma:contentTypeVersion="10" ma:contentTypeDescription="Create a new document." ma:contentTypeScope="" ma:versionID="e180a46541772a5d0f8eb21272289c79">
  <xsd:schema xmlns:xsd="http://www.w3.org/2001/XMLSchema" xmlns:xs="http://www.w3.org/2001/XMLSchema" xmlns:p="http://schemas.microsoft.com/office/2006/metadata/properties" xmlns:ns2="34615f49-6492-414b-a8ac-bae7b66e6273" targetNamespace="http://schemas.microsoft.com/office/2006/metadata/properties" ma:root="true" ma:fieldsID="9cbc2fc1809c47eb6978e62fedffdb04" ns2:_="">
    <xsd:import namespace="34615f49-6492-414b-a8ac-bae7b66e627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4615f49-6492-414b-a8ac-bae7b66e627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16c1bbba-1a2d-496b-84ee-32d91506626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4615f49-6492-414b-a8ac-bae7b66e6273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91126F4A-C742-46A7-B424-0E10510EC1A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B4BAA24-0BC3-4C70-8711-F6251F9E2DB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4615f49-6492-414b-a8ac-bae7b66e627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CAC8404-8413-4B84-B902-1B78AF80D7E1}">
  <ds:schemaRefs>
    <ds:schemaRef ds:uri="http://schemas.microsoft.com/office/2006/metadata/properties"/>
    <ds:schemaRef ds:uri="http://schemas.microsoft.com/office/infopath/2007/PartnerControls"/>
    <ds:schemaRef ds:uri="34615f49-6492-414b-a8ac-bae7b66e6273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557</TotalTime>
  <Words>691</Words>
  <Application>Microsoft Office PowerPoint</Application>
  <PresentationFormat>Widescreen</PresentationFormat>
  <Paragraphs>85</Paragraphs>
  <Slides>10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Gallery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maaz mughal</dc:creator>
  <cp:lastModifiedBy>Maaz Ahmed Mughal</cp:lastModifiedBy>
  <cp:revision>57</cp:revision>
  <dcterms:modified xsi:type="dcterms:W3CDTF">2026-02-14T05:18:58Z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0x010100C3C62FAA8EF8B742B6DC8585DFBEBC22</vt:lpwstr>
  </property>
  <property fmtid="{D5CDD505-2E9C-101B-9397-08002B2CF9AE}" pid="3" name="MediaServiceImageTags">
    <vt:lpwstr/>
  </property>
</Properties>
</file>